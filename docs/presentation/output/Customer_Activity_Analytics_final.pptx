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05f8de09deb4e87" /><Relationship Type="http://schemas.openxmlformats.org/officeDocument/2006/relationships/extended-properties" Target="/docProps/app.xml" Id="Rca99f8de6b954846" /><Relationship Type="http://schemas.openxmlformats.org/officeDocument/2006/relationships/officeDocument" Target="/ppt/presentation.xml" Id="Rfa7f93c27ffa4228" /></Relationships>
</file>

<file path=ppt/presentation.xml><?xml version="1.0" encoding="utf-8"?>
<p:presentation xmlns:p="http://schemas.openxmlformats.org/presentationml/2006/main">
  <p:sldMasterIdLst>
    <p:sldMasterId xmlns:r="http://schemas.openxmlformats.org/officeDocument/2006/relationships" id="2147483648" r:id="R1e007eb2855245ba"/>
  </p:sldMasterIdLst>
  <p:notesMasterIdLst>
    <p:notesMasterId xmlns:r="http://schemas.openxmlformats.org/officeDocument/2006/relationships" r:id="Rd90bbb31a0d74f7a"/>
  </p:notesMasterIdLst>
  <p:sldIdLst>
    <p:sldId xmlns:r="http://schemas.openxmlformats.org/officeDocument/2006/relationships" id="256" r:id="R30246b663b394e2c"/>
    <p:sldId xmlns:r="http://schemas.openxmlformats.org/officeDocument/2006/relationships" id="257" r:id="Rb921e84764354ed7"/>
    <p:sldId xmlns:r="http://schemas.openxmlformats.org/officeDocument/2006/relationships" id="258" r:id="R61da770f8570436d"/>
    <p:sldId xmlns:r="http://schemas.openxmlformats.org/officeDocument/2006/relationships" id="259" r:id="R9172eb61fe5b44e0"/>
    <p:sldId xmlns:r="http://schemas.openxmlformats.org/officeDocument/2006/relationships" id="260" r:id="R0185209b188448c1"/>
    <p:sldId xmlns:r="http://schemas.openxmlformats.org/officeDocument/2006/relationships" id="261" r:id="Rf2564058052b4bec"/>
    <p:sldId xmlns:r="http://schemas.openxmlformats.org/officeDocument/2006/relationships" id="262" r:id="R9582dcd49a7b4975"/>
    <p:sldId xmlns:r="http://schemas.openxmlformats.org/officeDocument/2006/relationships" id="263" r:id="R5009fc1eb4054997"/>
    <p:sldId xmlns:r="http://schemas.openxmlformats.org/officeDocument/2006/relationships" id="264" r:id="R8cf81544e8374b53"/>
    <p:sldId xmlns:r="http://schemas.openxmlformats.org/officeDocument/2006/relationships" id="265" r:id="R4615bcff0ee84879"/>
    <p:sldId xmlns:r="http://schemas.openxmlformats.org/officeDocument/2006/relationships" id="266" r:id="R3a1254f016e7495c"/>
    <p:sldId xmlns:r="http://schemas.openxmlformats.org/officeDocument/2006/relationships" id="267" r:id="R916b8b14f4fb4366"/>
    <p:sldId xmlns:r="http://schemas.openxmlformats.org/officeDocument/2006/relationships" id="268" r:id="Re3d7c95a6f1a48ad"/>
    <p:sldId xmlns:r="http://schemas.openxmlformats.org/officeDocument/2006/relationships" id="269" r:id="Ra712ebf4fc754f08"/>
    <p:sldId xmlns:r="http://schemas.openxmlformats.org/officeDocument/2006/relationships" id="270" r:id="R1a1021fae5564040"/>
    <p:sldId xmlns:r="http://schemas.openxmlformats.org/officeDocument/2006/relationships" id="271" r:id="Raa50e213ea874ad9"/>
    <p:sldId xmlns:r="http://schemas.openxmlformats.org/officeDocument/2006/relationships" id="272" r:id="R707c27c7ea204e0b"/>
    <p:sldId xmlns:r="http://schemas.openxmlformats.org/officeDocument/2006/relationships" id="273" r:id="Rf4e8d884c2334ea8"/>
    <p:sldId xmlns:r="http://schemas.openxmlformats.org/officeDocument/2006/relationships" id="274" r:id="Rdf8931981ed84710"/>
    <p:sldId xmlns:r="http://schemas.openxmlformats.org/officeDocument/2006/relationships" id="275" r:id="R33162744c997495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gridSpacing cx="78028800" cy="78028800"/>
</p:viewPr>
</file>

<file path=ppt/_rels/presentation.xml.rels>&#65279;<?xml version="1.0" encoding="utf-8"?><Relationships xmlns="http://schemas.openxmlformats.org/package/2006/relationships"><Relationship Type="http://schemas.openxmlformats.org/officeDocument/2006/relationships/theme" Target="/ppt/theme/theme1.xml" Id="R567c58a7cce44a4c" /><Relationship Type="http://schemas.openxmlformats.org/officeDocument/2006/relationships/slideMaster" Target="/ppt/slideMasters/slideMaster1.xml" Id="R1e007eb2855245ba" /><Relationship Type="http://schemas.openxmlformats.org/officeDocument/2006/relationships/notesMaster" Target="/ppt/notesMasters/notesMaster1.xml" Id="Rd90bbb31a0d74f7a" /><Relationship Type="http://schemas.openxmlformats.org/officeDocument/2006/relationships/presProps" Target="/ppt/presProps.xml" Id="R0c56c4b2ece14437" /><Relationship Type="http://schemas.openxmlformats.org/officeDocument/2006/relationships/viewProps" Target="/ppt/viewProps.xml" Id="R0ca2a1f129e249df" /><Relationship Type="http://schemas.openxmlformats.org/officeDocument/2006/relationships/tableStyles" Target="/ppt/tableStyles.xml" Id="R1d59a00c8f064a86" /><Relationship Type="http://schemas.openxmlformats.org/officeDocument/2006/relationships/slide" Target="/ppt/slides/slide1.xml" Id="R30246b663b394e2c" /><Relationship Type="http://schemas.openxmlformats.org/officeDocument/2006/relationships/slide" Target="/ppt/slides/slide2.xml" Id="Rb921e84764354ed7" /><Relationship Type="http://schemas.openxmlformats.org/officeDocument/2006/relationships/slide" Target="/ppt/slides/slide3.xml" Id="R61da770f8570436d" /><Relationship Type="http://schemas.openxmlformats.org/officeDocument/2006/relationships/slide" Target="/ppt/slides/slide4.xml" Id="R9172eb61fe5b44e0" /><Relationship Type="http://schemas.openxmlformats.org/officeDocument/2006/relationships/slide" Target="/ppt/slides/slide5.xml" Id="R0185209b188448c1" /><Relationship Type="http://schemas.openxmlformats.org/officeDocument/2006/relationships/slide" Target="/ppt/slides/slide6.xml" Id="Rf2564058052b4bec" /><Relationship Type="http://schemas.openxmlformats.org/officeDocument/2006/relationships/slide" Target="/ppt/slides/slide7.xml" Id="R9582dcd49a7b4975" /><Relationship Type="http://schemas.openxmlformats.org/officeDocument/2006/relationships/slide" Target="/ppt/slides/slide8.xml" Id="R5009fc1eb4054997" /><Relationship Type="http://schemas.openxmlformats.org/officeDocument/2006/relationships/slide" Target="/ppt/slides/slide9.xml" Id="R8cf81544e8374b53" /><Relationship Type="http://schemas.openxmlformats.org/officeDocument/2006/relationships/slide" Target="/ppt/slides/slide10.xml" Id="R4615bcff0ee84879" /><Relationship Type="http://schemas.openxmlformats.org/officeDocument/2006/relationships/slide" Target="/ppt/slides/slide11.xml" Id="R3a1254f016e7495c" /><Relationship Type="http://schemas.openxmlformats.org/officeDocument/2006/relationships/slide" Target="/ppt/slides/slide12.xml" Id="R916b8b14f4fb4366" /><Relationship Type="http://schemas.openxmlformats.org/officeDocument/2006/relationships/slide" Target="/ppt/slides/slide13.xml" Id="Re3d7c95a6f1a48ad" /><Relationship Type="http://schemas.openxmlformats.org/officeDocument/2006/relationships/slide" Target="/ppt/slides/slide14.xml" Id="Ra712ebf4fc754f08" /><Relationship Type="http://schemas.openxmlformats.org/officeDocument/2006/relationships/slide" Target="/ppt/slides/slide15.xml" Id="R1a1021fae5564040" /><Relationship Type="http://schemas.openxmlformats.org/officeDocument/2006/relationships/slide" Target="/ppt/slides/slide16.xml" Id="Raa50e213ea874ad9" /><Relationship Type="http://schemas.openxmlformats.org/officeDocument/2006/relationships/slide" Target="/ppt/slides/slide17.xml" Id="R707c27c7ea204e0b" /><Relationship Type="http://schemas.openxmlformats.org/officeDocument/2006/relationships/slide" Target="/ppt/slides/slide18.xml" Id="Rf4e8d884c2334ea8" /><Relationship Type="http://schemas.openxmlformats.org/officeDocument/2006/relationships/slide" Target="/ppt/slides/slide19.xml" Id="Rdf8931981ed84710" /><Relationship Type="http://schemas.openxmlformats.org/officeDocument/2006/relationships/slide" Target="/ppt/slides/slide20.xml" Id="R33162744c997495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05b31755f44447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SpecGraph">
  <a:themeElements>
    <a:clrScheme name="SpecGraph">
      <a:dk1>
        <a:srgbClr val="101820"/>
      </a:dk1>
      <a:lt1>
        <a:srgbClr val="FFFFFF"/>
      </a:lt1>
      <a:dk2>
        <a:srgbClr val="17212B"/>
      </a:dk2>
      <a:lt2>
        <a:srgbClr val="F4F6F8"/>
      </a:lt2>
      <a:accent1>
        <a:srgbClr val="D71920"/>
      </a:accent1>
      <a:accent2>
        <a:srgbClr val="2A5B84"/>
      </a:accent2>
      <a:accent3>
        <a:srgbClr val="1F7A5A"/>
      </a:accent3>
      <a:accent4>
        <a:srgbClr val="B46B13"/>
      </a:accent4>
      <a:accent5>
        <a:srgbClr val="667984"/>
      </a:accent5>
      <a:accent6>
        <a:srgbClr val="977176"/>
      </a:accent6>
      <a:hlink>
        <a:srgbClr val="0563C1"/>
      </a:hlink>
      <a:folHlink>
        <a:srgbClr val="954F72"/>
      </a:folHlink>
    </a:clrScheme>
    <a:fontScheme name="Arial">
      <a:majorFont>
        <a:latin typeface="Arial"/>
        <a:ea typeface=""/>
        <a:cs typeface=""/>
      </a:majorFont>
      <a:minorFont>
        <a:latin typeface="Arial"/>
        <a:ea typeface=""/>
        <a:cs typeface=""/>
      </a:minorFont>
    </a:fontScheme>
    <a:fmtScheme name="SpecGraph">
      <a:fillStyleLst>
        <a:solidFill>
          <a:srgbClr val="D71920"/>
        </a:solidFill>
        <a:solidFill>
          <a:srgbClr val="17212B"/>
        </a:solidFill>
        <a:solidFill>
          <a:srgbClr val="F4F6F8"/>
        </a:solidFill>
      </a:fillStyleLst>
      <a:lnStyleLst>
        <a:ln w="12700">
          <a:solidFill>
            <a:srgbClr val="17212B"/>
          </a:solidFill>
        </a:ln>
        <a:ln w="25400">
          <a:solidFill>
            <a:srgbClr val="D71920"/>
          </a:solidFill>
        </a:ln>
        <a:ln w="12700">
          <a:solidFill>
            <a:srgbClr val="D9DEE3"/>
          </a:solidFill>
        </a:ln>
      </a:lnStyleLst>
      <a:effectStyleLst>
        <a:effectStyle>
          <a:effectLst/>
        </a:effectStyle>
        <a:effectStyle>
          <a:effectLst/>
        </a:effectStyle>
        <a:effectStyle>
          <a:effectLst/>
        </a:effectStyle>
      </a:effectStyleLst>
      <a:bgFillStyleLst>
        <a:solidFill>
          <a:srgbClr val="FFFFFF"/>
        </a:solidFill>
        <a:solidFill>
          <a:srgbClr val="F4F6F8"/>
        </a:solidFill>
        <a:solidFill>
          <a:srgbClr val="101820"/>
        </a:soli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9d75f6e5a034733" /><Relationship Type="http://schemas.openxmlformats.org/officeDocument/2006/relationships/notesMaster" Target="/ppt/notesMasters/notesMaster1.xml" Id="Rca72b9a9ad2b4014" /></Relationships>
</file>

<file path=ppt/notesSlides/_rels/notesSlide2.xml.rels>&#65279;<?xml version="1.0" encoding="utf-8"?><Relationships xmlns="http://schemas.openxmlformats.org/package/2006/relationships"><Relationship Type="http://schemas.openxmlformats.org/officeDocument/2006/relationships/slide" Target="/ppt/slides/slide2.xml" Id="R7557836d5965430b" /><Relationship Type="http://schemas.openxmlformats.org/officeDocument/2006/relationships/notesMaster" Target="/ppt/notesMasters/notesMaster1.xml" Id="Ra0f0e4fbbccd48cb" /></Relationships>
</file>

<file path=ppt/notesSlides/_rels/notesSlide3.xml.rels>&#65279;<?xml version="1.0" encoding="utf-8"?><Relationships xmlns="http://schemas.openxmlformats.org/package/2006/relationships"><Relationship Type="http://schemas.openxmlformats.org/officeDocument/2006/relationships/slide" Target="/ppt/slides/slide3.xml" Id="Rcd3558e4d5a04c3d" /><Relationship Type="http://schemas.openxmlformats.org/officeDocument/2006/relationships/notesMaster" Target="/ppt/notesMasters/notesMaster1.xml" Id="Rd8a1eb6fb4564b6b" /></Relationships>
</file>

<file path=ppt/notesSlides/_rels/notesSlide4.xml.rels>&#65279;<?xml version="1.0" encoding="utf-8"?><Relationships xmlns="http://schemas.openxmlformats.org/package/2006/relationships"><Relationship Type="http://schemas.openxmlformats.org/officeDocument/2006/relationships/slide" Target="/ppt/slides/slide4.xml" Id="Ra2de62b69a79403e" /><Relationship Type="http://schemas.openxmlformats.org/officeDocument/2006/relationships/notesMaster" Target="/ppt/notesMasters/notesMaster1.xml" Id="Re1df35f870884e0a" /></Relationships>
</file>

<file path=ppt/notesSlides/_rels/notesSlide5.xml.rels>&#65279;<?xml version="1.0" encoding="utf-8"?><Relationships xmlns="http://schemas.openxmlformats.org/package/2006/relationships"><Relationship Type="http://schemas.openxmlformats.org/officeDocument/2006/relationships/slide" Target="/ppt/slides/slide5.xml" Id="Rb22520e9ab2d44ca" /><Relationship Type="http://schemas.openxmlformats.org/officeDocument/2006/relationships/notesMaster" Target="/ppt/notesMasters/notesMaster1.xml" Id="Rafa53e81c50b4537" /></Relationships>
</file>

<file path=ppt/notesSlides/_rels/notesSlide6.xml.rels>&#65279;<?xml version="1.0" encoding="utf-8"?><Relationships xmlns="http://schemas.openxmlformats.org/package/2006/relationships"><Relationship Type="http://schemas.openxmlformats.org/officeDocument/2006/relationships/slide" Target="/ppt/slides/slide6.xml" Id="R946f77182bb24190" /><Relationship Type="http://schemas.openxmlformats.org/officeDocument/2006/relationships/notesMaster" Target="/ppt/notesMasters/notesMaster1.xml" Id="R49c1be2a865c4a7a" /></Relationships>
</file>

<file path=ppt/notesSlides/_rels/notesSlide7.xml.rels>&#65279;<?xml version="1.0" encoding="utf-8"?><Relationships xmlns="http://schemas.openxmlformats.org/package/2006/relationships"><Relationship Type="http://schemas.openxmlformats.org/officeDocument/2006/relationships/slide" Target="/ppt/slides/slide7.xml" Id="Rb50164dfaecb49b6" /><Relationship Type="http://schemas.openxmlformats.org/officeDocument/2006/relationships/notesMaster" Target="/ppt/notesMasters/notesMaster1.xml" Id="R44934e0d14104cc8" /></Relationships>
</file>

<file path=ppt/notesSlides/_rels/notesSlide8.xml.rels>&#65279;<?xml version="1.0" encoding="utf-8"?><Relationships xmlns="http://schemas.openxmlformats.org/package/2006/relationships"><Relationship Type="http://schemas.openxmlformats.org/officeDocument/2006/relationships/slide" Target="/ppt/slides/slide8.xml" Id="R6f4b8c9bf3da4681" /><Relationship Type="http://schemas.openxmlformats.org/officeDocument/2006/relationships/notesMaster" Target="/ppt/notesMasters/notesMaster1.xml" Id="R5d176635ad974aab" /></Relationships>
</file>

<file path=ppt/notesSlides/_rels/notesSlide9.xml.rels>&#65279;<?xml version="1.0" encoding="utf-8"?><Relationships xmlns="http://schemas.openxmlformats.org/package/2006/relationships"><Relationship Type="http://schemas.openxmlformats.org/officeDocument/2006/relationships/slide" Target="/ppt/slides/slide9.xml" Id="R76ed5fd0eb1043f6" /><Relationship Type="http://schemas.openxmlformats.org/officeDocument/2006/relationships/notesMaster" Target="/ppt/notesMasters/notesMaster1.xml" Id="R8d5e7dc2c8fe4f0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ab5f2883cf94b9e" /><Relationship Type="http://schemas.openxmlformats.org/officeDocument/2006/relationships/notesMaster" Target="/ppt/notesMasters/notesMaster1.xml" Id="Rb607c7fad8d5495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6c19a9f69c24c07" /><Relationship Type="http://schemas.openxmlformats.org/officeDocument/2006/relationships/notesMaster" Target="/ppt/notesMasters/notesMaster1.xml" Id="R54b9992b6dd4420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bcb0a81e05042ee" /><Relationship Type="http://schemas.openxmlformats.org/officeDocument/2006/relationships/notesMaster" Target="/ppt/notesMasters/notesMaster1.xml" Id="R33adac7edf50426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eacc1aec91443c3" /><Relationship Type="http://schemas.openxmlformats.org/officeDocument/2006/relationships/notesMaster" Target="/ppt/notesMasters/notesMaster1.xml" Id="R50dd996f830448a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01550389d884576" /><Relationship Type="http://schemas.openxmlformats.org/officeDocument/2006/relationships/notesMaster" Target="/ppt/notesMasters/notesMaster1.xml" Id="Ra5fc226d98724c4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ee7432bfaba4793" /><Relationship Type="http://schemas.openxmlformats.org/officeDocument/2006/relationships/notesMaster" Target="/ppt/notesMasters/notesMaster1.xml" Id="R0b68b519e3f540d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562c399ef9364671" /><Relationship Type="http://schemas.openxmlformats.org/officeDocument/2006/relationships/notesMaster" Target="/ppt/notesMasters/notesMaster1.xml" Id="Ra4e1c90abc874b77"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3f88ef3ecaf14bbf" /><Relationship Type="http://schemas.openxmlformats.org/officeDocument/2006/relationships/notesMaster" Target="/ppt/notesMasters/notesMaster1.xml" Id="R1a67734a380e485c"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4f084497a0b41ae" /><Relationship Type="http://schemas.openxmlformats.org/officeDocument/2006/relationships/notesMaster" Target="/ppt/notesMasters/notesMaster1.xml" Id="R3a1943c0c02646b3"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3e5fd7979b35410d" /><Relationship Type="http://schemas.openxmlformats.org/officeDocument/2006/relationships/notesMaster" Target="/ppt/notesMasters/notesMaster1.xml" Id="Ra1b0904412ee4055"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9d057f4ef824a9d" /><Relationship Type="http://schemas.openxmlformats.org/officeDocument/2006/relationships/notesMaster" Target="/ppt/notesMasters/notesMaster1.xml" Id="R0c229775a62f49d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The exercise produced a product result and a delivery-system result.</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I will start with the answer. Customer Activity Analytics runs a complete customer-activity review path. The same work also exercises a controlled way for one accountable engineer to coordinate several AI agents through specifications, GitHub work state, deterministic checks and review evidence.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start with frameworks, algorithms or issue numbers. Do not claim production readiness.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next slide states both results before the supporting detail.</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00:20</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What exactly did the exercise produce?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A production-shaped application demonstrator and a reviewable engineering method for building it with AI assistance.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GitHub issue #229</a:t>
            </a:r>
            <a:endParaRPr sz="1400"/>
          </a:p>
          <a:p xmlns:a="http://schemas.openxmlformats.org/drawingml/2006/main">
            <a:r>
              <a:rPr sz="1400">
                <a:latin typeface="Arial"/>
                <a:ea typeface="Arial"/>
                <a:cs typeface="Arial"/>
              </a:rPr>
              <a:t>README.md</a:t>
            </a:r>
            <a:endParaRPr sz="1400"/>
          </a:p>
          <a:p xmlns:a="http://schemas.openxmlformats.org/drawingml/2006/main">
            <a:r>
              <a:rPr sz="1400">
                <a:latin typeface="Arial"/>
                <a:ea typeface="Arial"/>
                <a:cs typeface="Arial"/>
              </a:rPr>
              <a:t>docs/assignment/Inception/Inception.md</a:t>
            </a:r>
            <a:endParaRPr sz="1400"/>
          </a:p>
          <a:p xmlns:a="http://schemas.openxmlformats.org/drawingml/2006/main">
            <a:r>
              <a:rPr sz="1400">
                <a:latin typeface="Arial"/>
                <a:ea typeface="Arial"/>
                <a:cs typeface="Arial"/>
              </a:rPr>
              <a:t>https://barbaraminto.com/</a:t>
            </a:r>
            <a:endParaRPr sz="1400"/>
          </a:p>
          <a:p xmlns:a="http://schemas.openxmlformats.org/drawingml/2006/main">
            <a:r>
              <a:rPr sz="1400">
                <a:latin typeface="Arial"/>
                <a:ea typeface="Arial"/>
                <a:cs typeface="Arial"/>
              </a:rPr>
              <a:t>https://www.assertion-evidence.com/</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Two results answer the exercise before any architecture detail.</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The first result is visible in the R5 browser capture. The authenticated operator can inspect source activity, run all three Stage 1 detectors through Composite, retrieve synthetic policy with pgvector and all-MiniLM-L6-v2, synthesize through the local LM Studio adapter and reopen the persisted result. The second result is visible in the repository and its GitHub work graph.</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imply that AI agents accept their own work. The human accepts the change and the operator retains the decision.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I will first show the operator loop, then explain the trust architecture and finally the delivery control plane.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00:45</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present the engineering process as a result?</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The role is a pilot. The repeatable delivery cell matters alongside the application because other engineers could later use the same controlled pattern.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docs/assignment/Inception/Inception.md sections 1, 24 and 28</a:t>
            </a:r>
            <a:endParaRPr sz="1400"/>
          </a:p>
          <a:p xmlns:a="http://schemas.openxmlformats.org/drawingml/2006/main">
            <a:r>
              <a:rPr sz="1400">
                <a:latin typeface="Arial"/>
                <a:ea typeface="Arial"/>
                <a:cs typeface="Arial"/>
              </a:rPr>
              <a:t>GitHub issue #229</a:t>
            </a:r>
            <a:endParaRPr sz="1400"/>
          </a:p>
          <a:p xmlns:a="http://schemas.openxmlformats.org/drawingml/2006/main">
            <a:r>
              <a:rPr sz="1400">
                <a:latin typeface="Arial"/>
                <a:ea typeface="Arial"/>
                <a:cs typeface="Arial"/>
              </a:rPr>
              <a:t>docs/reviewer/screenshot-manifest.md</a:t>
            </a:r>
            <a:endParaRPr sz="1400"/>
          </a:p>
          <a:p xmlns:a="http://schemas.openxmlformats.org/drawingml/2006/main">
            <a:r>
              <a:rPr sz="1400">
                <a:latin typeface="Arial"/>
                <a:ea typeface="Arial"/>
                <a:cs typeface="Arial"/>
              </a:rPr>
              <a:t>R5 workflow run 34020857953</a:t>
            </a:r>
            <a:endParaRPr sz="1400"/>
          </a:p>
          <a:p xmlns:a="http://schemas.openxmlformats.org/drawingml/2006/main">
            <a:r>
              <a:rPr sz="1400">
                <a:latin typeface="Arial"/>
                <a:ea typeface="Arial"/>
                <a:cs typeface="Arial"/>
              </a:rPr>
              <a:t>R5 source SHA f6b989af9574a8d54249e29ffff2045129d8f127</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The product is a human review loop with memory.</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The main reading direction is left to right. The loop closes only after a completed analysis has been persisted. A later operator review reopens the same customer context, recommendation, grounding and provenance instead of starting from an isolated generated sentence.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describe this as an automated customer decision or as continuous transaction monitoring.</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browser exposes the same chain directly.</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00:45</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Where is the human in the loop?</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The operator decides how to use the recommendation. The system supplies a reviewable trail and never writes generated content back as source risk truth.</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docs/assignment/SRS/SRS.md</a:t>
            </a:r>
            <a:endParaRPr sz="1400"/>
          </a:p>
          <a:p xmlns:a="http://schemas.openxmlformats.org/drawingml/2006/main">
            <a:r>
              <a:rPr sz="1400">
                <a:latin typeface="Arial"/>
                <a:ea typeface="Arial"/>
                <a:cs typeface="Arial"/>
              </a:rPr>
              <a:t>docs/assignment/SDD/diagrams/activity-customer-review.puml</a:t>
            </a:r>
            <a:endParaRPr sz="1400"/>
          </a:p>
          <a:p xmlns:a="http://schemas.openxmlformats.org/drawingml/2006/main">
            <a:r>
              <a:rPr sz="1400">
                <a:latin typeface="Arial"/>
                <a:ea typeface="Arial"/>
                <a:cs typeface="Arial"/>
              </a:rPr>
              <a:t>docs/assignment/SDD/diagrams/activity-grounded-analysis.puml</a:t>
            </a:r>
            <a:endParaRPr sz="1400"/>
          </a:p>
          <a:p xmlns:a="http://schemas.openxmlformats.org/drawingml/2006/main">
            <a:r>
              <a:rPr sz="1400">
                <a:latin typeface="Arial"/>
                <a:ea typeface="Arial"/>
                <a:cs typeface="Arial"/>
              </a:rPr>
              <a:t>Lucide icon library, ISC license</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The retained R5 capture and the manual rehearsal prove complementary boundaries.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Presenter rail: log in as operator-alpha, search customer 444, inspect the structured activities and source risk evidence, run analysis, show the request in LM Studio Developer Logs, then show the three Stage 1 artifacts, pgvector grounding, backend local, the Ministral model, external transmission no and retained history after reload.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present the CI contract double as the real LM Studio process. Do not compare every backend during the live path. Do not read UUIDs aloud.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next slide explains why those visible sections remain distinct inside the application.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04:30 including browser switch</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How do I know this path is not a mockup?</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The image comes from an authenticated Playwright flow against the packaged R5 topology and its deterministic OpenAI-compatible contract double. The separate WatchInfra rehearsal proves the immutable candidate against the real LM Studio process.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docs/reviewer/screenshot-manifest.md</a:t>
            </a:r>
            <a:endParaRPr sz="1400"/>
          </a:p>
          <a:p xmlns:a="http://schemas.openxmlformats.org/drawingml/2006/main">
            <a:r>
              <a:rPr sz="1400">
                <a:latin typeface="Arial"/>
                <a:ea typeface="Arial"/>
                <a:cs typeface="Arial"/>
              </a:rPr>
              <a:t>docs/reviewer/demo-fallback.md</a:t>
            </a:r>
            <a:endParaRPr sz="1400"/>
          </a:p>
          <a:p xmlns:a="http://schemas.openxmlformats.org/drawingml/2006/main">
            <a:r>
              <a:rPr sz="1400">
                <a:latin typeface="Arial"/>
                <a:ea typeface="Arial"/>
                <a:cs typeface="Arial"/>
              </a:rPr>
              <a:t>R5 workflow run 34020857953</a:t>
            </a:r>
            <a:endParaRPr sz="1400"/>
          </a:p>
          <a:p xmlns:a="http://schemas.openxmlformats.org/drawingml/2006/main">
            <a:r>
              <a:rPr sz="1400">
                <a:latin typeface="Arial"/>
                <a:ea typeface="Arial"/>
                <a:cs typeface="Arial"/>
              </a:rPr>
              <a:t>Artifact 9985493952</a:t>
            </a:r>
            <a:endParaRPr sz="1400"/>
          </a:p>
          <a:p xmlns:a="http://schemas.openxmlformats.org/drawingml/2006/main">
            <a:r>
              <a:rPr sz="1400">
                <a:latin typeface="Arial"/>
                <a:ea typeface="Arial"/>
                <a:cs typeface="Arial"/>
              </a:rPr>
              <a:t>Source SHA f6b989af9574a8d54249e29ffff2045129d8f127</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Each stage answers a different question and produces a different evidence type.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Stage 1 produces advisory detector signals. Stage 2 retrieves contextual policy. The application assembles a bounded AnalysisEvidenceEnvelope. Stage 3 returns one provider-neutral structured result. A grounding validator rejects unsupported evidence references before persistence. Only a valid completed result reaches history.</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describe detector scores as source risk truth. Do not describe policy retrieval as model training.</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These stages stay replaceable because the application owns the ports between them.</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01:00</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not send all transactions directly to one language model?</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The staged flow keeps source facts, derived signals, policy context and generated wording independently testable and attributable.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backend/src/main/java/dev/specgraph/reference/analysis/AnalysisService.java</a:t>
            </a:r>
            <a:endParaRPr sz="1400"/>
          </a:p>
          <a:p xmlns:a="http://schemas.openxmlformats.org/drawingml/2006/main">
            <a:r>
              <a:rPr sz="1400">
                <a:latin typeface="Arial"/>
                <a:ea typeface="Arial"/>
                <a:cs typeface="Arial"/>
              </a:rPr>
              <a:t>docs/assignment/SDD/SDD.md sections 6 and 9</a:t>
            </a:r>
            <a:endParaRPr sz="1400"/>
          </a:p>
          <a:p xmlns:a="http://schemas.openxmlformats.org/drawingml/2006/main">
            <a:r>
              <a:rPr sz="1400">
                <a:latin typeface="Arial"/>
                <a:ea typeface="Arial"/>
                <a:cs typeface="Arial"/>
              </a:rPr>
              <a:t>docs/assignment/ADR/ADR-002-provider-neutral-analysis.md</a:t>
            </a:r>
            <a:endParaRPr sz="1400"/>
          </a:p>
          <a:p xmlns:a="http://schemas.openxmlformats.org/drawingml/2006/main">
            <a:r>
              <a:rPr sz="1400">
                <a:latin typeface="Arial"/>
                <a:ea typeface="Arial"/>
                <a:cs typeface="Arial"/>
              </a:rPr>
              <a:t>Lucide icon library, ISC license</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The analytical pipeline supports several implementations without becoming several applications.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Read the slide left to right. R5 executes Bayesian, fuzzy and Random Forest through Composite while preserving all three artifacts. The packaged Tribuo forest contains 31 uniformly weighted trees. Stage 2 retrieves only synthetic policy fragments through pgvector and all-MiniLM-L6-v2. Stage 3 uses the local LM Studio adapter as the interview path; deterministic remains the acceptance baseline and OpenAI remains an explicit external opt-in.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call the Composite a calibrated ensemble. Do not call the Random Forest vote share a calibrated probability. The dataset-ceiling analysis reached a no-go for production performance benchmarking.</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next slide shows the ports that make this portfolio replaceable without moving application semantics.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01:15</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introduce several analytical implementations in a five-day pilot?</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They test different uncertainty and failure assumptions behind one bounded contract. The stable port lets the team compare or replace them without duplicating orchestration, grounding, persistence or the operator journey.</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docs/assignment/SDD/SDD.md and docs/assignment/SDD/diagrams/</a:t>
            </a:r>
            <a:endParaRPr sz="1400"/>
          </a:p>
          <a:p xmlns:a="http://schemas.openxmlformats.org/drawingml/2006/main">
            <a:r>
              <a:rPr sz="1400">
                <a:latin typeface="Arial"/>
                <a:ea typeface="Arial"/>
                <a:cs typeface="Arial"/>
              </a:rPr>
              <a:t>https://github.com/jdoe-dev-159753/specgraph-reference-app/pull/263</a:t>
            </a:r>
            <a:endParaRPr sz="1400"/>
          </a:p>
          <a:p xmlns:a="http://schemas.openxmlformats.org/drawingml/2006/main">
            <a:r>
              <a:rPr sz="1400">
                <a:latin typeface="Arial"/>
                <a:ea typeface="Arial"/>
                <a:cs typeface="Arial"/>
              </a:rPr>
              <a:t>https://github.com/jdoe-dev-159753/specgraph-reference-app/issues/223</a:t>
            </a:r>
            <a:endParaRPr sz="1400"/>
          </a:p>
          <a:p xmlns:a="http://schemas.openxmlformats.org/drawingml/2006/main">
            <a:r>
              <a:rPr sz="1400">
                <a:latin typeface="Arial"/>
                <a:ea typeface="Arial"/>
                <a:cs typeface="Arial"/>
              </a:rPr>
              <a:t>https://github.com/jdoe-dev-159753/specgraph-reference-app/pull/384</a:t>
            </a:r>
            <a:endParaRPr sz="1400"/>
          </a:p>
          <a:p xmlns:a="http://schemas.openxmlformats.org/drawingml/2006/main">
            <a:r>
              <a:rPr sz="1400">
                <a:latin typeface="Arial"/>
                <a:ea typeface="Arial"/>
                <a:cs typeface="Arial"/>
              </a:rPr>
              <a:t>docs/analysis/dataset-ceiling.md</a:t>
            </a:r>
            <a:endParaRPr sz="1400"/>
          </a:p>
          <a:p xmlns:a="http://schemas.openxmlformats.org/drawingml/2006/main">
            <a:r>
              <a:rPr sz="1400">
                <a:latin typeface="Arial"/>
                <a:ea typeface="Arial"/>
                <a:cs typeface="Arial"/>
              </a:rPr>
              <a:t>https://github.com/jdoe-dev-159753/specgraph-reference-app/pull/326</a:t>
            </a:r>
            <a:endParaRPr sz="1400"/>
          </a:p>
          <a:p xmlns:a="http://schemas.openxmlformats.org/drawingml/2006/main">
            <a:r>
              <a:rPr sz="1400">
                <a:latin typeface="Arial"/>
                <a:ea typeface="Arial"/>
                <a:cs typeface="Arial"/>
              </a:rPr>
              <a:t>docs/assignment/Presentation/appendix/submodels.md from PR #423 / issue #268</a:t>
            </a:r>
            <a:endParaRPr sz="1400"/>
          </a:p>
          <a:p xmlns:a="http://schemas.openxmlformats.org/drawingml/2006/main">
            <a:r>
              <a:rPr sz="1400">
                <a:latin typeface="Arial"/>
                <a:ea typeface="Arial"/>
                <a:cs typeface="Arial"/>
              </a:rPr>
              <a:t>RiskSignalDetectorPort, PolicyKnowledgePort and AnalysisModelPort</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The architecture spends complexity only at boundaries expected to change.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The application core owns use cases and project values. Identity, activity storage, detection, retrieval, synthesis and history each connect through a project-owned port. The adapters can change independently while failure semantics and the operator contract stay stable.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present hexagonal architecture as a visual pattern or as proof of production readiness. Its value here is concrete substitution and test isolation.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delivery rings used those seams to replace capability incrementally.</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00:55</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was this architecture justified for a short exercise?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Detector, retrieval and model choices change at different rates. Stable ports prevented those experiments from redefining the application contract.</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docs/assignment/ADR/ADR-001-modular-monolith-hexagonal.md</a:t>
            </a:r>
            <a:endParaRPr sz="1400"/>
          </a:p>
          <a:p xmlns:a="http://schemas.openxmlformats.org/drawingml/2006/main">
            <a:r>
              <a:rPr sz="1400">
                <a:latin typeface="Arial"/>
                <a:ea typeface="Arial"/>
                <a:cs typeface="Arial"/>
              </a:rPr>
              <a:t>docs/assignment/ADR/ADR-002-provider-neutral-analysis.md</a:t>
            </a:r>
            <a:endParaRPr sz="1400"/>
          </a:p>
          <a:p xmlns:a="http://schemas.openxmlformats.org/drawingml/2006/main">
            <a:r>
              <a:rPr sz="1400">
                <a:latin typeface="Arial"/>
                <a:ea typeface="Arial"/>
                <a:cs typeface="Arial"/>
              </a:rPr>
              <a:t>docs/assignment/SDD/diagrams/hexagonal-architecture.puml</a:t>
            </a:r>
            <a:endParaRPr sz="1400"/>
          </a:p>
          <a:p xmlns:a="http://schemas.openxmlformats.org/drawingml/2006/main">
            <a:r>
              <a:rPr sz="1400">
                <a:latin typeface="Arial"/>
                <a:ea typeface="Arial"/>
                <a:cs typeface="Arial"/>
              </a:rPr>
              <a:t>Lucide icon library, ISC license</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Every ring preserved a coherent demonstrable application.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R0 established the real shell. R1 made customer review meaningful. R2 changed storage. R3 added deterministic analysis and history. R4 added authentication and real retrieval. R5 delivers the full interview runtime: all three detectors through Composite, pgvector grounding, local LM Studio synthesis, visible provenance and retained history. Rings describe capability maturity. J1 to J5 remain the calendar dimension.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describe the forest vote share as calibrated or the synthetic fixture as production evidence. Calibrated fusion remains excluded.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same discipline governed the parallel work through GitHub.</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00:50</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keep earlier rings after R4 exists?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They prove that adapters changed without replacing the shell and provide executable checkpoints for compatibility and demonstration fallback.</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docs/assignment/SDD/diagrams/delivery-rings.dot</a:t>
            </a:r>
            <a:endParaRPr sz="1400"/>
          </a:p>
          <a:p xmlns:a="http://schemas.openxmlformats.org/drawingml/2006/main">
            <a:r>
              <a:rPr sz="1400">
                <a:latin typeface="Arial"/>
                <a:ea typeface="Arial"/>
                <a:cs typeface="Arial"/>
              </a:rPr>
              <a:t>docs/assignment/Inception/Inception.md section 18</a:t>
            </a:r>
            <a:endParaRPr sz="1400"/>
          </a:p>
          <a:p xmlns:a="http://schemas.openxmlformats.org/drawingml/2006/main">
            <a:r>
              <a:rPr sz="1400">
                <a:latin typeface="Arial"/>
                <a:ea typeface="Arial"/>
                <a:cs typeface="Arial"/>
              </a:rPr>
              <a:t>README.md section Delivery rings</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GitHub supplied the shared state that neither chat transcripts nor one agent memory could provide.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The human chose priorities, resolved trade-offs and accepted results. Agents received bounded work, published change and evidence, and reviewed each other through the same durable graph. Native GitHub relations carried ownership and dependency. Two typed Project fields added only the planning dimensions GitHub does not represent natively.</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claim enterprise integration. Do not present labels or prose as lifecycle state. Do not imply that an agent can merge its own unreviewed result.</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same graph can be projected for different management conversations.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01:00</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use GitHub as the control plane instead of a custom agent dashboard?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GitHub already owns review, code identity, issues, pull requests and most work relationships. Reusing it reduced custom machinery and kept the human in familiar controls.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AGENTS.md</a:t>
            </a:r>
            <a:endParaRPr sz="1400"/>
          </a:p>
          <a:p xmlns:a="http://schemas.openxmlformats.org/drawingml/2006/main">
            <a:r>
              <a:rPr sz="1400">
                <a:latin typeface="Arial"/>
                <a:ea typeface="Arial"/>
                <a:cs typeface="Arial"/>
              </a:rPr>
              <a:t>docs/assignment/Inception/Inception.md section 22</a:t>
            </a:r>
            <a:endParaRPr sz="1400"/>
          </a:p>
          <a:p xmlns:a="http://schemas.openxmlformats.org/drawingml/2006/main">
            <a:r>
              <a:rPr sz="1400">
                <a:latin typeface="Arial"/>
                <a:ea typeface="Arial"/>
                <a:cs typeface="Arial"/>
              </a:rPr>
              <a:t>https://github.com/jdoe-dev-159753/specgraph-harness/issues/28</a:t>
            </a:r>
            <a:endParaRPr sz="1400"/>
          </a:p>
          <a:p xmlns:a="http://schemas.openxmlformats.org/drawingml/2006/main">
            <a:r>
              <a:rPr sz="1400">
                <a:latin typeface="Arial"/>
                <a:ea typeface="Arial"/>
                <a:cs typeface="Arial"/>
              </a:rPr>
              <a:t>scripts/work_graph_guard.py</a:t>
            </a:r>
            <a:endParaRPr sz="1400"/>
          </a:p>
          <a:p xmlns:a="http://schemas.openxmlformats.org/drawingml/2006/main">
            <a:r>
              <a:rPr sz="1400">
                <a:latin typeface="Arial"/>
                <a:ea typeface="Arial"/>
                <a:cs typeface="Arial"/>
              </a:rPr>
              <a:t>Lucide icon library, ISC license</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The graph supports four views without creating four sources of truth.</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WorkGraph answers structure and dependency. Delivery answers current execution. Milestones answer time sequencing. Burn-up separates completed work from changing scope. These conceptual projections explain the management model without disclosing a private Project capture.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present these diagrams as a live Project snapshot. Do not infer priority from the Kanban or milestone dates.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next slide shows how deterministic feedback constrains the work before human acceptance.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00:45</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keep multiple views if the underlying items are the same?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Each view answers a different management question while preserving one underlying issue and pull-request graph.</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AGENTS.md sections Delivery priority, Discovery disposition and Project status</a:t>
            </a:r>
            <a:endParaRPr sz="1400"/>
          </a:p>
          <a:p xmlns:a="http://schemas.openxmlformats.org/drawingml/2006/main">
            <a:r>
              <a:rPr sz="1400">
                <a:latin typeface="Arial"/>
                <a:ea typeface="Arial"/>
                <a:cs typeface="Arial"/>
              </a:rPr>
              <a:t>GitHub issue #49</a:t>
            </a:r>
            <a:endParaRPr sz="1400"/>
          </a:p>
          <a:p xmlns:a="http://schemas.openxmlformats.org/drawingml/2006/main">
            <a:r>
              <a:rPr sz="1400">
                <a:latin typeface="Arial"/>
                <a:ea typeface="Arial"/>
                <a:cs typeface="Arial"/>
              </a:rPr>
              <a:t>Lucide icon library, ISC license</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The feedback hierarchy separates speed from authority.</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Repository instructions constrain generation before tool use. The harness roadmap experiments with the earliest supported post-edit hook and a shared pre-commit command. Those faster layers reduce correction latency but remain bypassable. The reference application already uses exact-head design, test, security, Playwright and work-graph gates. One fresh Codex review binds to the frozen head. The human accepts only that reviewed SHA.</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present the post-edit or pre-commit harness experiments as landed here. Do not call a pre-use hook a type checker for code that does not exist yet.</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This control loop leads to the scale hypothesis for the pilot.</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00:55</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use both deterministic checks and an AI review?</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Checks own mechanically decidable rules. AI review focuses on ambiguity, architecture, counterexamples and missing evidence. The human reconciles findings and accepts the final head.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AGENTS.md section Freeze, validation, review and merge sequencing</a:t>
            </a:r>
            <a:endParaRPr sz="1400"/>
          </a:p>
          <a:p xmlns:a="http://schemas.openxmlformats.org/drawingml/2006/main">
            <a:r>
              <a:rPr sz="1400">
                <a:latin typeface="Arial"/>
                <a:ea typeface="Arial"/>
                <a:cs typeface="Arial"/>
              </a:rPr>
              <a:t>.github/workflows/application-ci.yml</a:t>
            </a:r>
            <a:endParaRPr sz="1400"/>
          </a:p>
          <a:p xmlns:a="http://schemas.openxmlformats.org/drawingml/2006/main">
            <a:r>
              <a:rPr sz="1400">
                <a:latin typeface="Arial"/>
                <a:ea typeface="Arial"/>
                <a:cs typeface="Arial"/>
              </a:rPr>
              <a:t>.github/workflows/work-graph-guard.yml</a:t>
            </a:r>
            <a:endParaRPr sz="1400"/>
          </a:p>
          <a:p xmlns:a="http://schemas.openxmlformats.org/drawingml/2006/main">
            <a:r>
              <a:rPr sz="1400">
                <a:latin typeface="Arial"/>
                <a:ea typeface="Arial"/>
                <a:cs typeface="Arial"/>
              </a:rPr>
              <a:t>https://github.com/jdoe-dev-159753/specgraph-harness/issues/74</a:t>
            </a:r>
            <a:endParaRPr sz="1400"/>
          </a:p>
          <a:p xmlns:a="http://schemas.openxmlformats.org/drawingml/2006/main">
            <a:r>
              <a:rPr sz="1400">
                <a:latin typeface="Arial"/>
                <a:ea typeface="Arial"/>
                <a:cs typeface="Arial"/>
              </a:rPr>
              <a:t>https://github.com/jdoe-dev-159753/specgraph-harness/issues/35</a:t>
            </a:r>
            <a:endParaRPr sz="1400"/>
          </a:p>
          <a:p xmlns:a="http://schemas.openxmlformats.org/drawingml/2006/main">
            <a:r>
              <a:rPr sz="1400">
                <a:latin typeface="Arial"/>
                <a:ea typeface="Arial"/>
                <a:cs typeface="Arial"/>
              </a:rPr>
              <a:t>Lucide icon library, ISC license</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The credible conclusion is a scale experiment, not a production claim.</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This pilot demonstrates one complete delivery cell: an accountable engineer, bounded agents, a GitHub control plane, deterministic acceptance and one reviewable product path. The next test is whether the same method improves several real teams while fitting Swissquote process vocabulary, operational constraints and quality expectations.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claim production AML performance, regulatory adequacy, enterprise integration, high availability or measured productivity improvement.</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Invite questions and use the appendix for mechanism-level drill-down.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00:35</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What would you test before scaling this role?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Measure delivery throughput, escaped defects, review effort, model quality and operating cost across several bounded product increments, then adapt the control plane to existing enterprise systems.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docs/assignment/Inception/Inception.md success criterion</a:t>
            </a:r>
            <a:endParaRPr sz="1400"/>
          </a:p>
          <a:p xmlns:a="http://schemas.openxmlformats.org/drawingml/2006/main">
            <a:r>
              <a:rPr sz="1400">
                <a:latin typeface="Arial"/>
                <a:ea typeface="Arial"/>
                <a:cs typeface="Arial"/>
              </a:rPr>
              <a:t>GitHub issue #229 audience and narrative</a:t>
            </a:r>
            <a:endParaRPr sz="1400"/>
          </a:p>
          <a:p xmlns:a="http://schemas.openxmlformats.org/drawingml/2006/main">
            <a:r>
              <a:rPr sz="1400">
                <a:latin typeface="Arial"/>
                <a:ea typeface="Arial"/>
                <a:cs typeface="Arial"/>
              </a:rPr>
              <a:t>GitHub issue #74</a:t>
            </a:r>
            <a:endParaRPr sz="1400"/>
          </a:p>
          <a:p xmlns:a="http://schemas.openxmlformats.org/drawingml/2006/main">
            <a:r>
              <a:rPr sz="1400">
                <a:latin typeface="Arial"/>
                <a:ea typeface="Arial"/>
                <a:cs typeface="Arial"/>
              </a:rPr>
              <a:t>GitHub issue #250</a:t>
            </a:r>
            <a:endParaRPr sz="1400"/>
          </a:p>
          <a:p xmlns:a="http://schemas.openxmlformats.org/drawingml/2006/main">
            <a:r>
              <a:rPr sz="1400">
                <a:latin typeface="Arial"/>
                <a:ea typeface="Arial"/>
                <a:cs typeface="Arial"/>
              </a:rPr>
              <a:t>Lucide icon library, ISC license</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These are crops from authentic Playwright screenshots, not reconstructed mockups.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R1 shows synthetic customer review. R2 shows storage substitution through the same visible contract. R3 adds deterministic analysis and history. R4 adds authenticated operator identity and real pgvector retrieval. R5 adds all three detector artifacts, local-model provenance and retained history. The R5 image is a pixel-preserving crop of the authentic workflow PNG; its manifest keeps the original digest and source identity.</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treat image recency as newer than the source SHA in the manifest. Do not present these crops as GitHub Project views.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Return to the relevant main slide or continue to the architecture appendix.</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As needed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trust these screenshots?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The workflows assert the ring-specific behavior before retaining the Playwright artifact, and the manifest records run, artifact, digest, customer and source revision.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docs/reviewer/screenshot-manifest.md</a:t>
            </a:r>
            <a:endParaRPr sz="1400"/>
          </a:p>
          <a:p xmlns:a="http://schemas.openxmlformats.org/drawingml/2006/main">
            <a:r>
              <a:rPr sz="1400">
                <a:latin typeface="Arial"/>
                <a:ea typeface="Arial"/>
                <a:cs typeface="Arial"/>
              </a:rPr>
              <a:t>R1/R2/R3 artifact 9844165175</a:t>
            </a:r>
            <a:endParaRPr sz="1400"/>
          </a:p>
          <a:p xmlns:a="http://schemas.openxmlformats.org/drawingml/2006/main">
            <a:r>
              <a:rPr sz="1400">
                <a:latin typeface="Arial"/>
                <a:ea typeface="Arial"/>
                <a:cs typeface="Arial"/>
              </a:rPr>
              <a:t>R4 artifact 9856114241</a:t>
            </a:r>
            <a:endParaRPr sz="1400"/>
          </a:p>
          <a:p xmlns:a="http://schemas.openxmlformats.org/drawingml/2006/main">
            <a:r>
              <a:rPr sz="1400">
                <a:latin typeface="Arial"/>
                <a:ea typeface="Arial"/>
                <a:cs typeface="Arial"/>
              </a:rPr>
              <a:t>R5 artifact 9985493952</a:t>
            </a:r>
            <a:endParaRPr sz="1400"/>
          </a:p>
          <a:p xmlns:a="http://schemas.openxmlformats.org/drawingml/2006/main">
            <a:r>
              <a:rPr sz="1400">
                <a:latin typeface="Arial"/>
                <a:ea typeface="Arial"/>
                <a:cs typeface="Arial"/>
              </a:rPr>
              <a:t>R5 PNG SHA-256 7503a8da09678241d8d06064d3927961c0ec758a14c0254531f18a2c19411a05</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ADRs preserve the why behind choices that would otherwise look arbitrary.</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Open the individual links when a reviewer challenges a trade-off. The ADRs cover module shape, AI trust boundaries, persistence, stack reuse, packaging, distribution, relational access and public product identity. They record rejected alternatives and consequences rather than repeating the SDD.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treat ADRs as current execution evidence. Tests, code and workflow results own current behavior.</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Use the submodel slides only for mechanism-level questions.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As needed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eight ADRs for a five-day exercise?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Only choices with durable alternatives received an ADR. The records make substitution and later review cheaper without turning every implementation detail into architecture.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docs/assignment/ADR/</a:t>
            </a:r>
            <a:endParaRPr sz="1400"/>
          </a:p>
          <a:p xmlns:a="http://schemas.openxmlformats.org/drawingml/2006/main">
            <a:r>
              <a:rPr sz="1400">
                <a:latin typeface="Arial"/>
                <a:ea typeface="Arial"/>
                <a:cs typeface="Arial"/>
              </a:rPr>
              <a:t>docs/assignment/SDD/SDD.md section 13</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The plot shows how evidence changes the whole distribution, not only the final scalar.</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The blue curve is the explicit Beta one-four prior. This test case maps three of four activities to review-elevated observations, producing Beta four-five. The red posterior shifts its mean from 0.20 to 0.44. The shaded area above the fixed 0.40 reference equals 0.594 and becomes the emitted signal.</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call the result a probability of fraud or money laundering. Do not claim production calibration.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fuzzy alternative expresses graded thresholds instead of a binary observation mapping.</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00:60 if asked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What does the Bayesian score mean?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It means the posterior probability that this synthetic review-elevated observation rate exceeds the fixed 0.40 reference, under the explicit Beta prior and mapping.</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backend/src/main/java/dev/specgraph/reference/analysis/BayesianSequentialRiskSignalDetectorAdapter.java</a:t>
            </a:r>
            <a:endParaRPr sz="1400"/>
          </a:p>
          <a:p xmlns:a="http://schemas.openxmlformats.org/drawingml/2006/main">
            <a:r>
              <a:rPr sz="1400">
                <a:latin typeface="Arial"/>
                <a:ea typeface="Arial"/>
                <a:cs typeface="Arial"/>
              </a:rPr>
              <a:t>backend/src/test/java/dev/specgraph/reference/analysis/BayesianSequentialRiskSignalDetectorAdapterTests.java</a:t>
            </a:r>
            <a:endParaRPr sz="1400"/>
          </a:p>
          <a:p xmlns:a="http://schemas.openxmlformats.org/drawingml/2006/main">
            <a:r>
              <a:rPr sz="1400">
                <a:latin typeface="Arial"/>
                <a:ea typeface="Arial"/>
                <a:cs typeface="Arial"/>
              </a:rPr>
              <a:t>https://docs.scipy.org/doc/scipy/reference/generated/scipy.stats.beta.html</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These are linear right-shoulder membership functions, not probability distributions.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The implementation calls this function rising. Values at or below a receive zero membership. The interval from a to b gives graded activation. Values at or above b receive full activation. The cross-border plus source-risk rule takes the minimum of both memberships. A monotonic weighted singleton mean then combines the baseline and positive rules.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call fuzzy membership a statistical probability. Do not claim these synthetic thresholds are institutional policy.</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next slide explains why calibrated arbitration remains outside the final scope.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00:60 if asked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Are the plateau values validated risk thresholds?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No. They are synthetic demonstration parameters chosen to give a bounded monotonic response. A production setting would need policy ownership, empirical evaluation and versioned approval.</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backend/src/main/java/dev/specgraph/reference/analysis/FuzzyRiskSignalDetectorAdapter.java</a:t>
            </a:r>
            <a:endParaRPr sz="1400"/>
          </a:p>
          <a:p xmlns:a="http://schemas.openxmlformats.org/drawingml/2006/main">
            <a:r>
              <a:rPr sz="1400">
                <a:latin typeface="Arial"/>
                <a:ea typeface="Arial"/>
                <a:cs typeface="Arial"/>
              </a:rPr>
              <a:t>backend/src/test/java/dev/specgraph/reference/analysis/FuzzyRiskSignalDetectorAdapterTests.java</a:t>
            </a:r>
            <a:endParaRPr sz="1400"/>
          </a:p>
          <a:p xmlns:a="http://schemas.openxmlformats.org/drawingml/2006/main">
            <a:r>
              <a:rPr sz="1400">
                <a:latin typeface="Arial"/>
                <a:ea typeface="Arial"/>
                <a:cs typeface="Arial"/>
              </a:rPr>
              <a:t>https://www.mathworks.com/help/fuzzy/linearsshapedmf.html</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The final scope excludes calibrated late fusion.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Composite execution preserves unlike child evidence without combining scores. The dataset ceiling found four designed scenarios, no verified outcomes and generator leakage, so the project cannot measure a defensible fusion gain. Issue #254 therefore remains outside the delivered model portfolio.</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present current Composite execution as calibrated fusion. Do not claim accuracy improvement without a frozen benchmark.</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forest slide explains the delivered learned specialist.</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00:55 if asked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combine several weak detectors?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Specialists can make different errors. Fusion is useful only if comparable semantics and evaluation show that those differences improve the final signal.</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GitHub issue #224</a:t>
            </a:r>
            <a:endParaRPr sz="1400"/>
          </a:p>
          <a:p xmlns:a="http://schemas.openxmlformats.org/drawingml/2006/main">
            <a:r>
              <a:rPr sz="1400">
                <a:latin typeface="Arial"/>
                <a:ea typeface="Arial"/>
                <a:cs typeface="Arial"/>
              </a:rPr>
              <a:t>GitHub issue #254 closed as not planned</a:t>
            </a:r>
            <a:endParaRPr sz="1400"/>
          </a:p>
          <a:p xmlns:a="http://schemas.openxmlformats.org/drawingml/2006/main">
            <a:r>
              <a:rPr sz="1400">
                <a:latin typeface="Arial"/>
                <a:ea typeface="Arial"/>
                <a:cs typeface="Arial"/>
              </a:rPr>
              <a:t>docs/analysis/dataset-ceiling.md</a:t>
            </a:r>
            <a:endParaRPr sz="1400"/>
          </a:p>
          <a:p xmlns:a="http://schemas.openxmlformats.org/drawingml/2006/main">
            <a:r>
              <a:rPr sz="1400">
                <a:latin typeface="Arial"/>
                <a:ea typeface="Arial"/>
                <a:cs typeface="Arial"/>
              </a:rPr>
              <a:t>docs/assignment/Presentation/appendix/submodels.md from PR #423 / issue #268</a:t>
            </a:r>
            <a:endParaRPr sz="1400"/>
          </a:p>
          <a:p xmlns:a="http://schemas.openxmlformats.org/drawingml/2006/main">
            <a:r>
              <a:rPr sz="1400">
                <a:latin typeface="Arial"/>
                <a:ea typeface="Arial"/>
                <a:cs typeface="Arial"/>
              </a:rPr>
              <a:t>Lucide icon library, ISC license</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The forest visual shows actual trees and the runtime aggregation semantics.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Each of the 31 Tribuo trees splits the bounded four-feature vector and emits one class vote. The runtime averages uniformly weighted REVIEW_ELEVATED votes. The fixed protobuf model and manifest carry SHA-256, trainer and feature-contract provenance. The adapter remains behind RiskSignalDetectorPort, so Tribuo types do not enter downstream contracts.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call the vote share a calibrated probability. The dataset-ceiling no-go prevents production AML performance claims.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Return to the implementation landscape after explaining this delivered mechanism.</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00:55 if asked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Random Forest after Bayesian and fuzzy detectors?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It adds a learned non-neural baseline with different inductive assumptions while keeping the same bounded features and evidence contract.</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GitHub issue #223</a:t>
            </a:r>
            <a:endParaRPr sz="1400"/>
          </a:p>
          <a:p xmlns:a="http://schemas.openxmlformats.org/drawingml/2006/main">
            <a:r>
              <a:rPr sz="1400">
                <a:latin typeface="Arial"/>
                <a:ea typeface="Arial"/>
                <a:cs typeface="Arial"/>
              </a:rPr>
              <a:t>docs/analysis/dataset-ceiling.md</a:t>
            </a:r>
            <a:endParaRPr sz="1400"/>
          </a:p>
          <a:p xmlns:a="http://schemas.openxmlformats.org/drawingml/2006/main">
            <a:r>
              <a:rPr sz="1400">
                <a:latin typeface="Arial"/>
                <a:ea typeface="Arial"/>
                <a:cs typeface="Arial"/>
              </a:rPr>
              <a:t>docs/assignment/Presentation/appendix/submodels.md from PR #423 / issue #268</a:t>
            </a:r>
            <a:endParaRPr sz="1400"/>
          </a:p>
          <a:p xmlns:a="http://schemas.openxmlformats.org/drawingml/2006/main">
            <a:r>
              <a:rPr sz="1400">
                <a:latin typeface="Arial"/>
                <a:ea typeface="Arial"/>
                <a:cs typeface="Arial"/>
              </a:rPr>
              <a:t>RandomForestRiskSignalDetectorAdapter and packaged manifest</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Stage 3 selection is a factory concern, not application semantics.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The bounded envelope enters one delivered typed selection point. The R5 interview configuration selects LM Studio on the private network with an IP-literal endpoint restriction. Deterministic execution remains the acceptance baseline and OpenAI remains an explicit external opt-in. Every adapter returns the same structured result and model provenance. The grounding validator and history contract remain unchanged.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imply equivalent output quality across backends. Optional model execution does not change source-fact authority.</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The final appendix slide maps behaviors to the evidence level that proves them.</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00:55 if asked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retain the deterministic backend after adding a live model?</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It keeps mandatory verification reproducible, isolates retrieval and orchestration failures, and provides a supported fallback without changing the operator workflow.</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AnalysisModelPort</a:t>
            </a:r>
            <a:endParaRPr sz="1400"/>
          </a:p>
          <a:p xmlns:a="http://schemas.openxmlformats.org/drawingml/2006/main">
            <a:r>
              <a:rPr sz="1400">
                <a:latin typeface="Arial"/>
                <a:ea typeface="Arial"/>
                <a:cs typeface="Arial"/>
              </a:rPr>
              <a:t>AnalysisEvidenceEnvelope</a:t>
            </a:r>
            <a:endParaRPr sz="1400"/>
          </a:p>
          <a:p xmlns:a="http://schemas.openxmlformats.org/drawingml/2006/main">
            <a:r>
              <a:rPr sz="1400">
                <a:latin typeface="Arial"/>
                <a:ea typeface="Arial"/>
                <a:cs typeface="Arial"/>
              </a:rPr>
              <a:t>GitHub issues #163, #251 and #253</a:t>
            </a:r>
            <a:endParaRPr sz="1400"/>
          </a:p>
          <a:p xmlns:a="http://schemas.openxmlformats.org/drawingml/2006/main">
            <a:r>
              <a:rPr sz="1400">
                <a:latin typeface="Arial"/>
                <a:ea typeface="Arial"/>
                <a:cs typeface="Arial"/>
              </a:rPr>
              <a:t>docs/assignment/Presentation/appendix/submodels.md from PR #423 / issue #268</a:t>
            </a:r>
            <a:endParaRPr sz="1400"/>
          </a:p>
          <a:p xmlns:a="http://schemas.openxmlformats.org/drawingml/2006/main">
            <a:r>
              <a:rPr sz="1400">
                <a:latin typeface="Arial"/>
                <a:ea typeface="Arial"/>
                <a:cs typeface="Arial"/>
              </a:rPr>
              <a:t>Lucide icon library, ISC license</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latin typeface="Arial"/>
                <a:ea typeface="Arial"/>
                <a:cs typeface="Arial"/>
              </a:rPr>
              <a:t>ANCHOR</a:t>
            </a:r>
            <a:endParaRPr sz="1400"/>
          </a:p>
          <a:p xmlns:a="http://schemas.openxmlformats.org/drawingml/2006/main">
            <a:r>
              <a:rPr sz="1400">
                <a:latin typeface="Arial"/>
                <a:ea typeface="Arial"/>
                <a:cs typeface="Arial"/>
              </a:rPr>
              <a:t>Evidence strength follows the behavior being claimed.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SCRIPT</a:t>
            </a:r>
            <a:endParaRPr sz="1400"/>
          </a:p>
          <a:p xmlns:a="http://schemas.openxmlformats.org/drawingml/2006/main">
            <a:r>
              <a:rPr sz="1400">
                <a:latin typeface="Arial"/>
                <a:ea typeface="Arial"/>
                <a:cs typeface="Arial"/>
              </a:rPr>
              <a:t>Unit and property tests own value and algorithm invariants. Port contracts own substitution. Integration tests own real database, security and retrieval semantics. Playwright and deployment evidence own visible composition. Stable requirement and design IDs, test markers, workflow artifacts and exact source SHAs keep the path traceable.</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DO NOT SAY</a:t>
            </a:r>
            <a:endParaRPr sz="1400"/>
          </a:p>
          <a:p xmlns:a="http://schemas.openxmlformats.org/drawingml/2006/main">
            <a:r>
              <a:rPr sz="1400">
                <a:latin typeface="Arial"/>
                <a:ea typeface="Arial"/>
                <a:cs typeface="Arial"/>
              </a:rPr>
              <a:t>Do not use a test count or an old green workflow as a quality claim. Evidence remains bound to its behavior and source revision.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TRANSITION</a:t>
            </a:r>
            <a:endParaRPr sz="1400"/>
          </a:p>
          <a:p xmlns:a="http://schemas.openxmlformats.org/drawingml/2006/main">
            <a:r>
              <a:rPr sz="1400">
                <a:latin typeface="Arial"/>
                <a:ea typeface="Arial"/>
                <a:cs typeface="Arial"/>
              </a:rPr>
              <a:t>Return to the main conclusion.</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TIME</a:t>
            </a:r>
            <a:endParaRPr sz="1400"/>
          </a:p>
          <a:p xmlns:a="http://schemas.openxmlformats.org/drawingml/2006/main">
            <a:r>
              <a:rPr sz="1400">
                <a:latin typeface="Arial"/>
                <a:ea typeface="Arial"/>
                <a:cs typeface="Arial"/>
              </a:rPr>
              <a:t>As needed</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LIKELY QUESTION</a:t>
            </a:r>
            <a:endParaRPr sz="1400"/>
          </a:p>
          <a:p xmlns:a="http://schemas.openxmlformats.org/drawingml/2006/main">
            <a:r>
              <a:rPr sz="1400">
                <a:latin typeface="Arial"/>
                <a:ea typeface="Arial"/>
                <a:cs typeface="Arial"/>
              </a:rPr>
              <a:t>Why retain browser evidence if integration tests pass?</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DIRECT ANSWER</a:t>
            </a:r>
            <a:endParaRPr sz="1400"/>
          </a:p>
          <a:p xmlns:a="http://schemas.openxmlformats.org/drawingml/2006/main">
            <a:r>
              <a:rPr sz="1400">
                <a:latin typeface="Arial"/>
                <a:ea typeface="Arial"/>
                <a:cs typeface="Arial"/>
              </a:rPr>
              <a:t>Authentication, navigation, visible provenance and later history are operator-visible behaviors that lower test layers cannot prove in composition. When the live path is unavailable, the retained Playwright screenshots and source-bound manifest are the mandatory fallback; video is optional.</a:t>
            </a:r>
            <a:endParaRPr sz="1400"/>
          </a:p>
          <a:p xmlns:a="http://schemas.openxmlformats.org/drawingml/2006/main">
            <a:r>
              <a:rPr sz="1400">
                <a:latin typeface="Arial"/>
                <a:ea typeface="Arial"/>
                <a:cs typeface="Arial"/>
              </a:rPr>
              <a:t/>
            </a:r>
            <a:endParaRPr sz="1400"/>
          </a:p>
          <a:p xmlns:a="http://schemas.openxmlformats.org/drawingml/2006/main">
            <a:r>
              <a:rPr sz="1400">
                <a:latin typeface="Arial"/>
                <a:ea typeface="Arial"/>
                <a:cs typeface="Arial"/>
              </a:rPr>
              <a:t>SOURCES</a:t>
            </a:r>
            <a:endParaRPr sz="1400"/>
          </a:p>
          <a:p xmlns:a="http://schemas.openxmlformats.org/drawingml/2006/main">
            <a:r>
              <a:rPr sz="1400">
                <a:latin typeface="Arial"/>
                <a:ea typeface="Arial"/>
                <a:cs typeface="Arial"/>
              </a:rPr>
              <a:t>docs/assignment/VV/VV.md</a:t>
            </a:r>
            <a:endParaRPr sz="1400"/>
          </a:p>
          <a:p xmlns:a="http://schemas.openxmlformats.org/drawingml/2006/main">
            <a:r>
              <a:rPr sz="1400">
                <a:latin typeface="Arial"/>
                <a:ea typeface="Arial"/>
                <a:cs typeface="Arial"/>
              </a:rPr>
              <a:t>docs/assignment/VV/verification.yaml</a:t>
            </a:r>
            <a:endParaRPr sz="1400"/>
          </a:p>
          <a:p xmlns:a="http://schemas.openxmlformats.org/drawingml/2006/main">
            <a:r>
              <a:rPr sz="1400">
                <a:latin typeface="Arial"/>
                <a:ea typeface="Arial"/>
                <a:cs typeface="Arial"/>
              </a:rPr>
              <a:t>docs/reviewer/screenshot-manifest.md</a:t>
            </a:r>
            <a:endParaRPr sz="1400"/>
          </a:p>
          <a:p xmlns:a="http://schemas.openxmlformats.org/drawingml/2006/main">
            <a:r>
              <a:rPr sz="1400">
                <a:latin typeface="Arial"/>
                <a:ea typeface="Arial"/>
                <a:cs typeface="Arial"/>
              </a:rPr>
              <a:t>docs/reviewer/demo-fallback.md</a:t>
            </a:r>
            <a:endParaRPr sz="1400"/>
          </a:p>
          <a:p xmlns:a="http://schemas.openxmlformats.org/drawingml/2006/main">
            <a:r>
              <a:rPr sz="1400">
                <a:latin typeface="Arial"/>
                <a:ea typeface="Arial"/>
                <a:cs typeface="Arial"/>
              </a:rPr>
              <a:t>Lucide icon library, ISC license</a:t>
            </a:r>
            <a:endParaRPr sz="1400"/>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cf8dd63563240cd" /></Relationships>
</file>

<file path=ppt/slideLayouts/slideLayout1.xml><?xml version="1.0" encoding="utf-8"?>
<p:sldLayout xmlns:p="http://schemas.openxmlformats.org/presentationml/2006/main" type="blank" preserve="1">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f4c461fea754540" /><Relationship Type="http://schemas.openxmlformats.org/officeDocument/2006/relationships/slideLayout" Target="/ppt/slideLayouts/slideLayout1.xml" Id="R10a3b988512446e4" /></Relationships>
</file>

<file path=ppt/slideMasters/slideMaster1.xml><?xml version="1.0" encoding="utf-8"?>
<p:sldMaster xmlns:p="http://schemas.openxmlformats.org/presentationml/2006/main">
  <p:cSld name="SpecGraph Master">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0a3b988512446e4"/>
  </p:sldLayoutIdLst>
  <p:txStyles>
    <p:titleStyle>
      <a:lvl1pPr xmlns:a="http://schemas.openxmlformats.org/drawingml/2006/main" algn="l">
        <a:buNone/>
        <a:defRPr sz="3200" b="1"/>
      </a:lvl1pPr>
    </p:titleStyle>
    <p:bodyStyle>
      <a:lvl1pPr xmlns:a="http://schemas.openxmlformats.org/drawingml/2006/main">
        <a:buNone/>
        <a:defRPr sz="1800"/>
      </a:lvl1pPr>
    </p:bodyStyle>
  </p:txStyles>
</p:sldMaster>
</file>

<file path=ppt/slideMasters/theme/theme2.xml><?xml version="1.0" encoding="utf-8"?>
<a:theme xmlns:a="http://schemas.openxmlformats.org/drawingml/2006/main" name="SpecGraph">
  <a:themeElements>
    <a:clrScheme name="SpecGraph">
      <a:dk1>
        <a:srgbClr val="101820"/>
      </a:dk1>
      <a:lt1>
        <a:srgbClr val="FFFFFF"/>
      </a:lt1>
      <a:dk2>
        <a:srgbClr val="17212B"/>
      </a:dk2>
      <a:lt2>
        <a:srgbClr val="F4F6F8"/>
      </a:lt2>
      <a:accent1>
        <a:srgbClr val="D71920"/>
      </a:accent1>
      <a:accent2>
        <a:srgbClr val="2A5B84"/>
      </a:accent2>
      <a:accent3>
        <a:srgbClr val="1F7A5A"/>
      </a:accent3>
      <a:accent4>
        <a:srgbClr val="B46B13"/>
      </a:accent4>
      <a:accent5>
        <a:srgbClr val="667984"/>
      </a:accent5>
      <a:accent6>
        <a:srgbClr val="977176"/>
      </a:accent6>
      <a:hlink>
        <a:srgbClr val="0563C1"/>
      </a:hlink>
      <a:folHlink>
        <a:srgbClr val="954F72"/>
      </a:folHlink>
    </a:clrScheme>
    <a:fontScheme name="Arial">
      <a:majorFont>
        <a:latin typeface="Arial"/>
        <a:ea typeface=""/>
        <a:cs typeface=""/>
      </a:majorFont>
      <a:minorFont>
        <a:latin typeface="Arial"/>
        <a:ea typeface=""/>
        <a:cs typeface=""/>
      </a:minorFont>
    </a:fontScheme>
    <a:fmtScheme name="SpecGraph">
      <a:fillStyleLst>
        <a:solidFill>
          <a:srgbClr val="D71920"/>
        </a:solidFill>
        <a:solidFill>
          <a:srgbClr val="17212B"/>
        </a:solidFill>
        <a:solidFill>
          <a:srgbClr val="F4F6F8"/>
        </a:solidFill>
      </a:fillStyleLst>
      <a:lnStyleLst>
        <a:ln w="12700">
          <a:solidFill>
            <a:srgbClr val="17212B"/>
          </a:solidFill>
        </a:ln>
        <a:ln w="25400">
          <a:solidFill>
            <a:srgbClr val="D71920"/>
          </a:solidFill>
        </a:ln>
        <a:ln w="12700">
          <a:solidFill>
            <a:srgbClr val="D9DEE3"/>
          </a:solidFill>
        </a:ln>
      </a:lnStyleLst>
      <a:effectStyleLst>
        <a:effectStyle>
          <a:effectLst/>
        </a:effectStyle>
        <a:effectStyle>
          <a:effectLst/>
        </a:effectStyle>
        <a:effectStyle>
          <a:effectLst/>
        </a:effectStyle>
      </a:effectStyleLst>
      <a:bgFillStyleLst>
        <a:solidFill>
          <a:srgbClr val="FFFFFF"/>
        </a:solidFill>
        <a:solidFill>
          <a:srgbClr val="F4F6F8"/>
        </a:solidFill>
        <a:solidFill>
          <a:srgbClr val="101820"/>
        </a:soli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67143617b974c6e" /><Relationship Type="http://schemas.openxmlformats.org/officeDocument/2006/relationships/notesSlide" Target="/ppt/notesSlides/notesSlide1.xml" Id="R4a310686cc5b4c3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e79ae9d590c4346" /><Relationship Type="http://schemas.openxmlformats.org/officeDocument/2006/relationships/image" Target="/ppt/media/image.png" Id="R7f4fbda23b1b435c" /><Relationship Type="http://schemas.openxmlformats.org/officeDocument/2006/relationships/notesSlide" Target="/ppt/notesSlides/notesSlide2.xml" Id="R15d54ffe4f544a6d"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e17496fc6804406d" /><Relationship Type="http://schemas.openxmlformats.org/officeDocument/2006/relationships/image" Target="/ppt/media/image2.png" Id="R201242fb975f4908" /><Relationship Type="http://schemas.openxmlformats.org/officeDocument/2006/relationships/image" Target="/ppt/media/image3.png" Id="Rff0941d969f94251" /><Relationship Type="http://schemas.openxmlformats.org/officeDocument/2006/relationships/image" Target="/ppt/media/image4.png" Id="R61ef9cc9834a4ba9" /><Relationship Type="http://schemas.openxmlformats.org/officeDocument/2006/relationships/image" Target="/ppt/media/image5.png" Id="R8a2d7a3fb2c041a9" /><Relationship Type="http://schemas.openxmlformats.org/officeDocument/2006/relationships/image" Target="/ppt/media/image6.png" Id="R4b1e217055a14962" /><Relationship Type="http://schemas.openxmlformats.org/officeDocument/2006/relationships/image" Target="/ppt/media/image7.png" Id="Rc9090e12db534f92" /><Relationship Type="http://schemas.openxmlformats.org/officeDocument/2006/relationships/notesSlide" Target="/ppt/notesSlides/notesSlide3.xml" Id="Rff3bfe3e2c464bb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d3338a04134e4a76" /><Relationship Type="http://schemas.openxmlformats.org/officeDocument/2006/relationships/image" Target="/ppt/media/image8.png" Id="R6d7b05e47f064744" /><Relationship Type="http://schemas.openxmlformats.org/officeDocument/2006/relationships/image" Target="/ppt/media/image9.png" Id="Rcd3f0beb4015409b" /><Relationship Type="http://schemas.openxmlformats.org/officeDocument/2006/relationships/image" Target="/ppt/media/image10.png" Id="R0c9c4ca340ca4294" /><Relationship Type="http://schemas.openxmlformats.org/officeDocument/2006/relationships/notesSlide" Target="/ppt/notesSlides/notesSlide4.xml" Id="Rc8e5b3f1ad414c5d"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2a326408cb06489d" /><Relationship Type="http://schemas.openxmlformats.org/officeDocument/2006/relationships/image" Target="/ppt/media/image11.png" Id="Re183660558024f44" /><Relationship Type="http://schemas.openxmlformats.org/officeDocument/2006/relationships/image" Target="/ppt/media/image12.png" Id="R74ff6349ec9b401b" /><Relationship Type="http://schemas.openxmlformats.org/officeDocument/2006/relationships/image" Target="/ppt/media/image13.png" Id="R1d266b2e70ac4153" /><Relationship Type="http://schemas.openxmlformats.org/officeDocument/2006/relationships/image" Target="/ppt/media/image14.png" Id="Rc8b7f540c7ee4777" /><Relationship Type="http://schemas.openxmlformats.org/officeDocument/2006/relationships/image" Target="/ppt/media/image15.png" Id="Rbdb8e0bfb3ea490b" /><Relationship Type="http://schemas.openxmlformats.org/officeDocument/2006/relationships/image" Target="/ppt/media/image16.png" Id="R5bc932e68aed4bf7" /><Relationship Type="http://schemas.openxmlformats.org/officeDocument/2006/relationships/image" Target="/ppt/media/image17.png" Id="Rf75f6857698c4ac9" /><Relationship Type="http://schemas.openxmlformats.org/officeDocument/2006/relationships/image" Target="/ppt/media/image18.png" Id="R3fa1788963bf4224" /><Relationship Type="http://schemas.openxmlformats.org/officeDocument/2006/relationships/image" Target="/ppt/media/image19.png" Id="Reb9d10f49f274457" /><Relationship Type="http://schemas.openxmlformats.org/officeDocument/2006/relationships/notesSlide" Target="/ppt/notesSlides/notesSlide5.xml" Id="R00b1ef0fb09b4dcb"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a90200c71fd4551" /><Relationship Type="http://schemas.openxmlformats.org/officeDocument/2006/relationships/image" Target="/ppt/media/image20.png" Id="R78258c67637d434b" /><Relationship Type="http://schemas.openxmlformats.org/officeDocument/2006/relationships/image" Target="/ppt/media/image21.png" Id="R29bf65394a954f46" /><Relationship Type="http://schemas.openxmlformats.org/officeDocument/2006/relationships/image" Target="/ppt/media/image22.png" Id="R1ca4425398ac4aa9" /><Relationship Type="http://schemas.openxmlformats.org/officeDocument/2006/relationships/image" Target="/ppt/media/image23.png" Id="R005794b10c4e4287" /><Relationship Type="http://schemas.openxmlformats.org/officeDocument/2006/relationships/image" Target="/ppt/media/image24.png" Id="R57f29b6466fd41f9" /><Relationship Type="http://schemas.openxmlformats.org/officeDocument/2006/relationships/image" Target="/ppt/media/image25.png" Id="Rf0f465ab9e8340a4" /><Relationship Type="http://schemas.openxmlformats.org/officeDocument/2006/relationships/hyperlink" Target="https://github.com/jdoe-dev-159753/specgraph-reference-app/pull/263" TargetMode="External" Id="R3e80367cfca24b4e" /><Relationship Type="http://schemas.openxmlformats.org/officeDocument/2006/relationships/image" Target="/ppt/media/image26.png" Id="R5f69cbeffa4a42b8" /><Relationship Type="http://schemas.openxmlformats.org/officeDocument/2006/relationships/hyperlink" Target="https://github.com/jdoe-dev-159753/specgraph-reference-app/issues/254" TargetMode="External" Id="R55ef659d67f9497a" /><Relationship Type="http://schemas.openxmlformats.org/officeDocument/2006/relationships/image" Target="/ppt/media/image27.png" Id="R4e0e8e0237b842b6" /><Relationship Type="http://schemas.openxmlformats.org/officeDocument/2006/relationships/image" Target="/ppt/media/image28.png" Id="Rd65a91a0412b4f2f" /><Relationship Type="http://schemas.openxmlformats.org/officeDocument/2006/relationships/image" Target="/ppt/media/image29.png" Id="R563b6477891b4648" /><Relationship Type="http://schemas.openxmlformats.org/officeDocument/2006/relationships/image" Target="/ppt/media/image30.png" Id="R531f36d8eca945ce" /><Relationship Type="http://schemas.openxmlformats.org/officeDocument/2006/relationships/image" Target="/ppt/media/image31.png" Id="R2c94c1b0bfb94f6d" /><Relationship Type="http://schemas.openxmlformats.org/officeDocument/2006/relationships/image" Target="/ppt/media/image32.png" Id="Ref634d55ee0e446e" /><Relationship Type="http://schemas.openxmlformats.org/officeDocument/2006/relationships/hyperlink" Target="https://github.com/jdoe-dev-159753/specgraph-reference-app/pull/221" TargetMode="External" Id="R9628048a7a504551" /><Relationship Type="http://schemas.openxmlformats.org/officeDocument/2006/relationships/image" Target="/ppt/media/image33.png" Id="R5a8bd4159db949f0" /><Relationship Type="http://schemas.openxmlformats.org/officeDocument/2006/relationships/hyperlink" Target="https://github.com/jdoe-dev-159753/specgraph-reference-app/issues/251" TargetMode="External" Id="Ra501bbbf3f0f4e5f" /><Relationship Type="http://schemas.openxmlformats.org/officeDocument/2006/relationships/hyperlink" Target="https://github.com/jdoe-dev-159753/specgraph-reference-app/pull/326" TargetMode="External" Id="R37b7bff3dbe34c1c" /><Relationship Type="http://schemas.openxmlformats.org/officeDocument/2006/relationships/notesSlide" Target="/ppt/notesSlides/notesSlide6.xml" Id="R20debf761d17419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3409010f2074009" /><Relationship Type="http://schemas.openxmlformats.org/officeDocument/2006/relationships/image" Target="/ppt/media/image34.png" Id="Rff04bd3993974b9e" /><Relationship Type="http://schemas.openxmlformats.org/officeDocument/2006/relationships/image" Target="/ppt/media/image35.png" Id="R5069b3ff098340d0" /><Relationship Type="http://schemas.openxmlformats.org/officeDocument/2006/relationships/image" Target="/ppt/media/image36.png" Id="Rb93ff0ed163d4996" /><Relationship Type="http://schemas.openxmlformats.org/officeDocument/2006/relationships/image" Target="/ppt/media/image37.png" Id="Rcd19393dbb0546bc" /><Relationship Type="http://schemas.openxmlformats.org/officeDocument/2006/relationships/image" Target="/ppt/media/image38.png" Id="Recacd7a5f0694f4e" /><Relationship Type="http://schemas.openxmlformats.org/officeDocument/2006/relationships/image" Target="/ppt/media/image39.png" Id="R530df5ee64764ab3" /><Relationship Type="http://schemas.openxmlformats.org/officeDocument/2006/relationships/image" Target="/ppt/media/image40.png" Id="R48de8db51bbf4287" /><Relationship Type="http://schemas.openxmlformats.org/officeDocument/2006/relationships/notesSlide" Target="/ppt/notesSlides/notesSlide7.xml" Id="R26d2d33a9e2b457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8126f4875fe4e88" /><Relationship Type="http://schemas.openxmlformats.org/officeDocument/2006/relationships/notesSlide" Target="/ppt/notesSlides/notesSlide8.xml" Id="R21d9d286e1804a64"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6148a740f0a8409b" /><Relationship Type="http://schemas.openxmlformats.org/officeDocument/2006/relationships/image" Target="/ppt/media/image41.png" Id="Ra0fd4ddfbc4a4d0c" /><Relationship Type="http://schemas.openxmlformats.org/officeDocument/2006/relationships/image" Target="/ppt/media/image42.png" Id="R1ad8ba6a48b24b19" /><Relationship Type="http://schemas.openxmlformats.org/officeDocument/2006/relationships/image" Target="/ppt/media/image43.png" Id="Rcd02807658d743c2" /><Relationship Type="http://schemas.openxmlformats.org/officeDocument/2006/relationships/image" Target="/ppt/media/image44.png" Id="R1489e99cbdc24e3b" /><Relationship Type="http://schemas.openxmlformats.org/officeDocument/2006/relationships/image" Target="/ppt/media/image45.png" Id="Rda7cc23e422942fc" /><Relationship Type="http://schemas.openxmlformats.org/officeDocument/2006/relationships/image" Target="/ppt/media/image46.png" Id="R4818c551e9ce4e8c" /><Relationship Type="http://schemas.openxmlformats.org/officeDocument/2006/relationships/notesSlide" Target="/ppt/notesSlides/notesSlide9.xml" Id="R6426276f990e4cf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938bfba2122a4306" /><Relationship Type="http://schemas.openxmlformats.org/officeDocument/2006/relationships/image" Target="/ppt/media/image47.png" Id="Rd7ee852187eb4cca" /><Relationship Type="http://schemas.openxmlformats.org/officeDocument/2006/relationships/image" Target="/ppt/media/image48.png" Id="R9da2f450fe79460b" /><Relationship Type="http://schemas.openxmlformats.org/officeDocument/2006/relationships/image" Target="/ppt/media/image49.png" Id="Rad15a7eb62354715" /><Relationship Type="http://schemas.openxmlformats.org/officeDocument/2006/relationships/image" Target="/ppt/media/image50.png" Id="R324ba84fbc934114" /><Relationship Type="http://schemas.openxmlformats.org/officeDocument/2006/relationships/notesSlide" Target="/ppt/notesSlides/notesSlide10.xml" Id="Rfdb1caa0bdbc4e2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25a5f96b4bd842e5" /><Relationship Type="http://schemas.openxmlformats.org/officeDocument/2006/relationships/image" Target="/ppt/media/image51.png" Id="R5893dd90622744fc" /><Relationship Type="http://schemas.openxmlformats.org/officeDocument/2006/relationships/image" Target="/ppt/media/image52.png" Id="R978996c1bfa14145" /><Relationship Type="http://schemas.openxmlformats.org/officeDocument/2006/relationships/image" Target="/ppt/media/image53.png" Id="Rca0fe129a04846bc" /><Relationship Type="http://schemas.openxmlformats.org/officeDocument/2006/relationships/image" Target="/ppt/media/image54.png" Id="R138443cd9fbc4b9a" /><Relationship Type="http://schemas.openxmlformats.org/officeDocument/2006/relationships/image" Target="/ppt/media/image55.png" Id="R950bf6a83dcc478a" /><Relationship Type="http://schemas.openxmlformats.org/officeDocument/2006/relationships/image" Target="/ppt/media/image56.png" Id="R17a1017c556d4696" /><Relationship Type="http://schemas.openxmlformats.org/officeDocument/2006/relationships/notesSlide" Target="/ppt/notesSlides/notesSlide11.xml" Id="Raf70e510d07043f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04abb31dd4e6442d" /><Relationship Type="http://schemas.openxmlformats.org/officeDocument/2006/relationships/image" Target="/ppt/media/image57.png" Id="R763af3223ef74bb9" /><Relationship Type="http://schemas.openxmlformats.org/officeDocument/2006/relationships/image" Target="/ppt/media/image58.png" Id="Rf5ea31bbc3d74f7a" /><Relationship Type="http://schemas.openxmlformats.org/officeDocument/2006/relationships/image" Target="/ppt/media/image59.png" Id="Rd11ade68631a47ae" /><Relationship Type="http://schemas.openxmlformats.org/officeDocument/2006/relationships/image" Target="/ppt/media/image60.png" Id="R6d855f0f92ab4db1" /><Relationship Type="http://schemas.openxmlformats.org/officeDocument/2006/relationships/image" Target="/ppt/media/image61.png" Id="Rd4b8ca66a42347a9" /><Relationship Type="http://schemas.openxmlformats.org/officeDocument/2006/relationships/image" Target="/ppt/media/image62.png" Id="R6044ffedc2bb426d" /><Relationship Type="http://schemas.openxmlformats.org/officeDocument/2006/relationships/image" Target="/ppt/media/image63.png" Id="R9aae0b3c484648b5" /><Relationship Type="http://schemas.openxmlformats.org/officeDocument/2006/relationships/notesSlide" Target="/ppt/notesSlides/notesSlide12.xml" Id="R5213fc7e887e43e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24c805ce7b9e45c5" /><Relationship Type="http://schemas.openxmlformats.org/officeDocument/2006/relationships/image" Target="/ppt/media/image64.png" Id="R7ed5a233706e4f28" /><Relationship Type="http://schemas.openxmlformats.org/officeDocument/2006/relationships/image" Target="/ppt/media/image65.png" Id="R1aef6094fe9a4f62" /><Relationship Type="http://schemas.openxmlformats.org/officeDocument/2006/relationships/image" Target="/ppt/media/image66.png" Id="Rdd7f491c82b04d06" /><Relationship Type="http://schemas.openxmlformats.org/officeDocument/2006/relationships/image" Target="/ppt/media/image67.png" Id="R0af7f5e702e24200" /><Relationship Type="http://schemas.openxmlformats.org/officeDocument/2006/relationships/image" Target="/ppt/media/image68.png" Id="R4a3ec55306424b63" /><Relationship Type="http://schemas.openxmlformats.org/officeDocument/2006/relationships/notesSlide" Target="/ppt/notesSlides/notesSlide13.xml" Id="Re0df494873034a0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7b450a70376c4135" /><Relationship Type="http://schemas.openxmlformats.org/officeDocument/2006/relationships/hyperlink" Target="https://github.com/jdoe-dev-159753/specgraph-reference-app/blob/main/docs/assignment/ADR/ADR-001-modular-monolith-hexagonal.md" TargetMode="External" Id="Rcb9193f66ccd44a6" /><Relationship Type="http://schemas.openxmlformats.org/officeDocument/2006/relationships/hyperlink" Target="https://github.com/jdoe-dev-159753/specgraph-reference-app/blob/main/docs/assignment/ADR/ADR-002-provider-neutral-analysis.md" TargetMode="External" Id="R67f32a364d2e4ba5" /><Relationship Type="http://schemas.openxmlformats.org/officeDocument/2006/relationships/hyperlink" Target="https://github.com/jdoe-dev-159753/specgraph-reference-app/blob/main/docs/assignment/ADR/ADR-003-postgresql-pgvector-persistence.md" TargetMode="External" Id="Rf0eaa52b57204af1" /><Relationship Type="http://schemas.openxmlformats.org/officeDocument/2006/relationships/hyperlink" Target="https://github.com/jdoe-dev-159753/specgraph-reference-app/blob/main/docs/assignment/ADR/ADR-004-baseline-web-stack.md" TargetMode="External" Id="R28ed81cb1201454f" /><Relationship Type="http://schemas.openxmlformats.org/officeDocument/2006/relationships/hyperlink" Target="https://github.com/jdoe-dev-159753/specgraph-reference-app/blob/main/docs/assignment/ADR/ADR-005-prebuilt-demo-container-packaging.md" TargetMode="External" Id="Rac8e92cad19b4558" /><Relationship Type="http://schemas.openxmlformats.org/officeDocument/2006/relationships/hyperlink" Target="https://github.com/jdoe-dev-159753/specgraph-reference-app/blob/main/docs/assignment/ADR/ADR-006-compose-oci-multi-platform-distribution.md" TargetMode="External" Id="Re976d3cea7a94af4" /><Relationship Type="http://schemas.openxmlformats.org/officeDocument/2006/relationships/hyperlink" Target="https://github.com/jdoe-dev-159753/specgraph-reference-app/blob/main/docs/assignment/ADR/ADR-007-spring-jdbc-relational-adapters.md" TargetMode="External" Id="R116c6ca17e2c476d" /><Relationship Type="http://schemas.openxmlformats.org/officeDocument/2006/relationships/hyperlink" Target="https://github.com/jdoe-dev-159753/specgraph-reference-app/blob/main/docs/assignment/ADR/ADR-008-customer-activity-analytics-identity.md" TargetMode="External" Id="R15805b0b9dd94899" /><Relationship Type="http://schemas.openxmlformats.org/officeDocument/2006/relationships/hyperlink" Target="https://github.com/jdoe-dev-159753/specgraph-reference-app/tree/main/docs/assignment/ADR" TargetMode="External" Id="R7203e5f8fcf14b24" /><Relationship Type="http://schemas.openxmlformats.org/officeDocument/2006/relationships/notesSlide" Target="/ppt/notesSlides/notesSlide14.xml" Id="R7b665c4a38f34ac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ff853f55449d493f" /><Relationship Type="http://schemas.openxmlformats.org/officeDocument/2006/relationships/notesSlide" Target="/ppt/notesSlides/notesSlide15.xml" Id="Rf5f6504691cb4f7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56271f2858134674" /><Relationship Type="http://schemas.openxmlformats.org/officeDocument/2006/relationships/notesSlide" Target="/ppt/notesSlides/notesSlide16.xml" Id="Rae1951a00517458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9d7c3f4370984328" /><Relationship Type="http://schemas.openxmlformats.org/officeDocument/2006/relationships/image" Target="/ppt/media/image69.png" Id="R73a6953ebd924cfc" /><Relationship Type="http://schemas.openxmlformats.org/officeDocument/2006/relationships/image" Target="/ppt/media/image70.png" Id="R25a7c550e53c427b" /><Relationship Type="http://schemas.openxmlformats.org/officeDocument/2006/relationships/image" Target="/ppt/media/image71.png" Id="R67a862dd7afa44ac" /><Relationship Type="http://schemas.openxmlformats.org/officeDocument/2006/relationships/image" Target="/ppt/media/image72.png" Id="R078dc04c68b44ee1" /><Relationship Type="http://schemas.openxmlformats.org/officeDocument/2006/relationships/image" Target="/ppt/media/image73.png" Id="R5931ce55fbad4628" /><Relationship Type="http://schemas.openxmlformats.org/officeDocument/2006/relationships/image" Target="/ppt/media/image74.png" Id="R6356ef378e4e4951" /><Relationship Type="http://schemas.openxmlformats.org/officeDocument/2006/relationships/image" Target="/ppt/media/image75.png" Id="Ra21b4469d9df496d" /><Relationship Type="http://schemas.openxmlformats.org/officeDocument/2006/relationships/notesSlide" Target="/ppt/notesSlides/notesSlide17.xml" Id="R0e7949f027494605"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4eef742362494e8c" /><Relationship Type="http://schemas.openxmlformats.org/officeDocument/2006/relationships/notesSlide" Target="/ppt/notesSlides/notesSlide18.xml" Id="Rfaae0b9fb07a4d07"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6582115fdcbb4673" /><Relationship Type="http://schemas.openxmlformats.org/officeDocument/2006/relationships/image" Target="/ppt/media/image76.png" Id="R543c0a042d5f4df4" /><Relationship Type="http://schemas.openxmlformats.org/officeDocument/2006/relationships/image" Target="/ppt/media/image77.png" Id="Rb99676a33f0b4249" /><Relationship Type="http://schemas.openxmlformats.org/officeDocument/2006/relationships/image" Target="/ppt/media/image78.png" Id="R2bc73e93ab9b465f" /><Relationship Type="http://schemas.openxmlformats.org/officeDocument/2006/relationships/image" Target="/ppt/media/image79.png" Id="R28110473f87241d8" /><Relationship Type="http://schemas.openxmlformats.org/officeDocument/2006/relationships/image" Target="/ppt/media/image80.png" Id="R5fd439eb04054fcf" /><Relationship Type="http://schemas.openxmlformats.org/officeDocument/2006/relationships/image" Target="/ppt/media/image81.png" Id="R0f13e61e35e24334" /><Relationship Type="http://schemas.openxmlformats.org/officeDocument/2006/relationships/image" Target="/ppt/media/image82.png" Id="Rafb8037baca14985" /><Relationship Type="http://schemas.openxmlformats.org/officeDocument/2006/relationships/notesSlide" Target="/ppt/notesSlides/notesSlide19.xml" Id="R75d1a322a9b445a8"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8663949553744fd3" /><Relationship Type="http://schemas.openxmlformats.org/officeDocument/2006/relationships/image" Target="/ppt/media/image83.png" Id="R3beb39e18f974365" /><Relationship Type="http://schemas.openxmlformats.org/officeDocument/2006/relationships/image" Target="/ppt/media/image84.png" Id="Rc6570cc5721649c8" /><Relationship Type="http://schemas.openxmlformats.org/officeDocument/2006/relationships/image" Target="/ppt/media/image85.png" Id="Rc5db7b392cf64dcb" /><Relationship Type="http://schemas.openxmlformats.org/officeDocument/2006/relationships/image" Target="/ppt/media/image86.png" Id="Rda9ddc3673954d59" /><Relationship Type="http://schemas.openxmlformats.org/officeDocument/2006/relationships/image" Target="/ppt/media/image87.png" Id="R872301f9774c4fca" /><Relationship Type="http://schemas.openxmlformats.org/officeDocument/2006/relationships/image" Target="/ppt/media/image88.png" Id="Rbb6c9021da56419a" /><Relationship Type="http://schemas.openxmlformats.org/officeDocument/2006/relationships/image" Target="/ppt/media/image89.png" Id="R208b11e1c7d34847" /><Relationship Type="http://schemas.openxmlformats.org/officeDocument/2006/relationships/image" Target="/ppt/media/image90.png" Id="R1548ded9dcc249c5" /><Relationship Type="http://schemas.openxmlformats.org/officeDocument/2006/relationships/notesSlide" Target="/ppt/notesSlides/notesSlide20.xml" Id="Raa53fcc63f864197" /></Relationships>
</file>

<file path=ppt/slides/slide1.xml><?xml version="1.0" encoding="utf-8"?>
<p:sld xmlns:p="http://schemas.openxmlformats.org/presentationml/2006/main">
  <p:cSld>
    <p:bg>
      <p:bgPr>
        <a:solidFill xmlns:a="http://schemas.openxmlformats.org/drawingml/2006/main">
          <a:srgbClr val="FAFBFC"/>
        </a:solidFill>
      </p:bgPr>
    </p:bg>
    <p:spTree>
      <p:nvGrpSpPr>
        <p:cNvPr id="1" name=""/>
        <p:cNvGrpSpPr/>
        <p:nvPr/>
      </p:nvGrpSpPr>
      <p:grpSpPr>
        <a:xfrm xmlns:a="http://schemas.openxmlformats.org/drawingml/2006/main"/>
      </p:grpSpPr>
      <p:sp>
        <p:nvSpPr>
          <p:cNvPr id="2" name="Connector 2">
            <a:extLst xmlns:a="http://schemas.openxmlformats.org/drawingml/2006/main">
              <a:ext uri="{FF2B5EF4-FFF2-40B4-BE49-F238E27FC236}">
                <a16:creationId xmlns:a16="http://schemas.microsoft.com/office/drawing/2014/main" id="{3488250C-8EC8-4FA6-8FBB-AC096604A8BE}"/>
              </a:ext>
            </a:extLst>
          </p:cNvPr>
          <p:cNvSpPr>
            <a:spLocks xmlns:a="http://schemas.openxmlformats.org/drawingml/2006/main" noGrp="1"/>
          </p:cNvSpPr>
          <p:nvPr/>
        </p:nvSpPr>
        <p:spPr>
          <a:xfrm xmlns:a="http://schemas.openxmlformats.org/drawingml/2006/main">
            <a:off x="609600" y="685800"/>
            <a:ext cx="838200" cy="0"/>
          </a:xfrm>
          <a:prstGeom xmlns:a="http://schemas.openxmlformats.org/drawingml/2006/main" prst="line">
            <a:avLst/>
          </a:prstGeom>
          <a:ln xmlns:a="http://schemas.openxmlformats.org/drawingml/2006/main" w="63500">
            <a:solidFill>
              <a:srgbClr val="D71920"/>
            </a:solidFill>
          </a:ln>
        </p:spPr>
      </p:sp>
      <p:sp>
        <p:nvSpPr>
          <p:cNvPr id="3" name="Text 3">
            <a:extLst xmlns:a="http://schemas.openxmlformats.org/drawingml/2006/main">
              <a:ext uri="{FF2B5EF4-FFF2-40B4-BE49-F238E27FC236}">
                <a16:creationId xmlns:a16="http://schemas.microsoft.com/office/drawing/2014/main" id="{1BD94C93-E796-4A01-B8C2-B910F5D4DC0C}"/>
              </a:ext>
            </a:extLst>
          </p:cNvPr>
          <p:cNvSpPr>
            <a:spLocks xmlns:a="http://schemas.openxmlformats.org/drawingml/2006/main" noGrp="1"/>
          </p:cNvSpPr>
          <p:nvPr/>
        </p:nvSpPr>
        <p:spPr>
          <a:xfrm xmlns:a="http://schemas.openxmlformats.org/drawingml/2006/main">
            <a:off x="609600" y="1047750"/>
            <a:ext cx="72390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spc="220">
                <a:solidFill>
                  <a:srgbClr val="981B1E"/>
                </a:solidFill>
                <a:latin typeface="Arial"/>
                <a:ea typeface="Arial"/>
                <a:cs typeface="Arial"/>
              </a:rPr>
              <a:t>CUSTOMER ACTIVITY ANALYTICS</a:t>
            </a:r>
            <a:endParaRPr sz="1500"/>
          </a:p>
        </p:txBody>
      </p:sp>
      <p:sp>
        <p:nvSpPr>
          <p:cNvPr id="4" name="Text 4">
            <a:extLst xmlns:a="http://schemas.openxmlformats.org/drawingml/2006/main">
              <a:ext uri="{FF2B5EF4-FFF2-40B4-BE49-F238E27FC236}">
                <a16:creationId xmlns:a16="http://schemas.microsoft.com/office/drawing/2014/main" id="{5C1A6CBB-5348-4AE2-A591-C183B7ADA904}"/>
              </a:ext>
            </a:extLst>
          </p:cNvPr>
          <p:cNvSpPr>
            <a:spLocks xmlns:a="http://schemas.openxmlformats.org/drawingml/2006/main" noGrp="1"/>
          </p:cNvSpPr>
          <p:nvPr/>
        </p:nvSpPr>
        <p:spPr>
          <a:xfrm xmlns:a="http://schemas.openxmlformats.org/drawingml/2006/main">
            <a:off x="590550" y="1600200"/>
            <a:ext cx="10287000" cy="1447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4300" b="1">
                <a:solidFill>
                  <a:srgbClr val="17212B"/>
                </a:solidFill>
                <a:latin typeface="Arial"/>
                <a:ea typeface="Arial"/>
                <a:cs typeface="Arial"/>
              </a:rPr>
              <a:t>A working operator path built through a controlled human-agent system</a:t>
            </a:r>
            <a:endParaRPr sz="4300"/>
          </a:p>
        </p:txBody>
      </p:sp>
      <p:sp>
        <p:nvSpPr>
          <p:cNvPr id="5" name="Text 5">
            <a:extLst xmlns:a="http://schemas.openxmlformats.org/drawingml/2006/main">
              <a:ext uri="{FF2B5EF4-FFF2-40B4-BE49-F238E27FC236}">
                <a16:creationId xmlns:a16="http://schemas.microsoft.com/office/drawing/2014/main" id="{53A73E76-93BA-4768-8ACF-4BF4DBADC782}"/>
              </a:ext>
            </a:extLst>
          </p:cNvPr>
          <p:cNvSpPr>
            <a:spLocks xmlns:a="http://schemas.openxmlformats.org/drawingml/2006/main" noGrp="1"/>
          </p:cNvSpPr>
          <p:nvPr/>
        </p:nvSpPr>
        <p:spPr>
          <a:xfrm xmlns:a="http://schemas.openxmlformats.org/drawingml/2006/main">
            <a:off x="628650" y="3333750"/>
            <a:ext cx="895350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2200" b="0">
                <a:solidFill>
                  <a:srgbClr val="5D6873"/>
                </a:solidFill>
                <a:latin typeface="Arial"/>
                <a:ea typeface="Arial"/>
                <a:cs typeface="Arial"/>
              </a:rPr>
              <a:t>Five-day, production-shaped demonstrator for a Swissquote interview exercise</a:t>
            </a:r>
            <a:endParaRPr sz="2200"/>
          </a:p>
        </p:txBody>
      </p:sp>
      <p:sp>
        <p:nvSpPr>
          <p:cNvPr id="6" name="Connector 6">
            <a:extLst xmlns:a="http://schemas.openxmlformats.org/drawingml/2006/main">
              <a:ext uri="{FF2B5EF4-FFF2-40B4-BE49-F238E27FC236}">
                <a16:creationId xmlns:a16="http://schemas.microsoft.com/office/drawing/2014/main" id="{DD44D018-B84C-4726-A98B-A0640E27D727}"/>
              </a:ext>
            </a:extLst>
          </p:cNvPr>
          <p:cNvSpPr>
            <a:spLocks xmlns:a="http://schemas.openxmlformats.org/drawingml/2006/main" noGrp="1"/>
          </p:cNvSpPr>
          <p:nvPr/>
        </p:nvSpPr>
        <p:spPr>
          <a:xfrm xmlns:a="http://schemas.openxmlformats.org/drawingml/2006/main">
            <a:off x="628650" y="4476750"/>
            <a:ext cx="10839450" cy="0"/>
          </a:xfrm>
          <a:prstGeom xmlns:a="http://schemas.openxmlformats.org/drawingml/2006/main" prst="line">
            <a:avLst/>
          </a:prstGeom>
          <a:ln xmlns:a="http://schemas.openxmlformats.org/drawingml/2006/main" w="12700">
            <a:solidFill>
              <a:srgbClr val="D9DEE3"/>
            </a:solidFill>
          </a:ln>
        </p:spPr>
      </p:sp>
      <p:sp>
        <p:nvSpPr>
          <p:cNvPr id="7" name="Text 7">
            <a:extLst xmlns:a="http://schemas.openxmlformats.org/drawingml/2006/main">
              <a:ext uri="{FF2B5EF4-FFF2-40B4-BE49-F238E27FC236}">
                <a16:creationId xmlns:a16="http://schemas.microsoft.com/office/drawing/2014/main" id="{8718F194-A776-474C-8CDF-86741B038AC1}"/>
              </a:ext>
            </a:extLst>
          </p:cNvPr>
          <p:cNvSpPr>
            <a:spLocks xmlns:a="http://schemas.openxmlformats.org/drawingml/2006/main" noGrp="1"/>
          </p:cNvSpPr>
          <p:nvPr/>
        </p:nvSpPr>
        <p:spPr>
          <a:xfrm xmlns:a="http://schemas.openxmlformats.org/drawingml/2006/main">
            <a:off x="628650" y="4800600"/>
            <a:ext cx="314325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spc="140">
                <a:solidFill>
                  <a:srgbClr val="D71920"/>
                </a:solidFill>
                <a:latin typeface="Arial"/>
                <a:ea typeface="Arial"/>
                <a:cs typeface="Arial"/>
              </a:rPr>
              <a:t>PRODUCT PROOF</a:t>
            </a:r>
            <a:endParaRPr sz="1200"/>
          </a:p>
        </p:txBody>
      </p:sp>
      <p:sp>
        <p:nvSpPr>
          <p:cNvPr id="8" name="Text 8">
            <a:extLst xmlns:a="http://schemas.openxmlformats.org/drawingml/2006/main">
              <a:ext uri="{FF2B5EF4-FFF2-40B4-BE49-F238E27FC236}">
                <a16:creationId xmlns:a16="http://schemas.microsoft.com/office/drawing/2014/main" id="{1B6B5A2B-6622-4D7D-B94F-25D098C5ECDA}"/>
              </a:ext>
            </a:extLst>
          </p:cNvPr>
          <p:cNvSpPr>
            <a:spLocks xmlns:a="http://schemas.openxmlformats.org/drawingml/2006/main" noGrp="1"/>
          </p:cNvSpPr>
          <p:nvPr/>
        </p:nvSpPr>
        <p:spPr>
          <a:xfrm xmlns:a="http://schemas.openxmlformats.org/drawingml/2006/main">
            <a:off x="628650" y="5105400"/>
            <a:ext cx="428625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900" b="1">
                <a:solidFill>
                  <a:srgbClr val="17212B"/>
                </a:solidFill>
                <a:latin typeface="Arial"/>
                <a:ea typeface="Arial"/>
                <a:cs typeface="Arial"/>
              </a:rPr>
              <a:t>Customer activity, evidence, analysis and history</a:t>
            </a:r>
            <a:endParaRPr sz="1900"/>
          </a:p>
        </p:txBody>
      </p:sp>
      <p:sp>
        <p:nvSpPr>
          <p:cNvPr id="9" name="Text 9">
            <a:extLst xmlns:a="http://schemas.openxmlformats.org/drawingml/2006/main">
              <a:ext uri="{FF2B5EF4-FFF2-40B4-BE49-F238E27FC236}">
                <a16:creationId xmlns:a16="http://schemas.microsoft.com/office/drawing/2014/main" id="{78FE835D-EA83-4F3C-BC62-1166E91BE412}"/>
              </a:ext>
            </a:extLst>
          </p:cNvPr>
          <p:cNvSpPr>
            <a:spLocks xmlns:a="http://schemas.openxmlformats.org/drawingml/2006/main" noGrp="1"/>
          </p:cNvSpPr>
          <p:nvPr/>
        </p:nvSpPr>
        <p:spPr>
          <a:xfrm xmlns:a="http://schemas.openxmlformats.org/drawingml/2006/main">
            <a:off x="6191250" y="4800600"/>
            <a:ext cx="314325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spc="140">
                <a:solidFill>
                  <a:srgbClr val="2A5B84"/>
                </a:solidFill>
                <a:latin typeface="Arial"/>
                <a:ea typeface="Arial"/>
                <a:cs typeface="Arial"/>
              </a:rPr>
              <a:t>METHOD PROOF</a:t>
            </a:r>
            <a:endParaRPr sz="1200"/>
          </a:p>
        </p:txBody>
      </p:sp>
      <p:sp>
        <p:nvSpPr>
          <p:cNvPr id="10" name="Text 10">
            <a:extLst xmlns:a="http://schemas.openxmlformats.org/drawingml/2006/main">
              <a:ext uri="{FF2B5EF4-FFF2-40B4-BE49-F238E27FC236}">
                <a16:creationId xmlns:a16="http://schemas.microsoft.com/office/drawing/2014/main" id="{B25DA0FA-BFC7-4896-A08C-FD0CB9C25DAD}"/>
              </a:ext>
            </a:extLst>
          </p:cNvPr>
          <p:cNvSpPr>
            <a:spLocks xmlns:a="http://schemas.openxmlformats.org/drawingml/2006/main" noGrp="1"/>
          </p:cNvSpPr>
          <p:nvPr/>
        </p:nvSpPr>
        <p:spPr>
          <a:xfrm xmlns:a="http://schemas.openxmlformats.org/drawingml/2006/main">
            <a:off x="6191250" y="5105400"/>
            <a:ext cx="4667250" cy="552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900" b="1">
                <a:solidFill>
                  <a:srgbClr val="17212B"/>
                </a:solidFill>
                <a:latin typeface="Arial"/>
                <a:ea typeface="Arial"/>
                <a:cs typeface="Arial"/>
              </a:rPr>
              <a:t>Specifications, work graph, ratchets and review</a:t>
            </a:r>
            <a:endParaRPr sz="1900"/>
          </a:p>
        </p:txBody>
      </p:sp>
      <p:sp>
        <p:nvSpPr>
          <p:cNvPr id="11" name="Text 11">
            <a:extLst xmlns:a="http://schemas.openxmlformats.org/drawingml/2006/main">
              <a:ext uri="{FF2B5EF4-FFF2-40B4-BE49-F238E27FC236}">
                <a16:creationId xmlns:a16="http://schemas.microsoft.com/office/drawing/2014/main" id="{9283853B-FD34-4C78-9107-03AF5D059709}"/>
              </a:ext>
            </a:extLst>
          </p:cNvPr>
          <p:cNvSpPr>
            <a:spLocks xmlns:a="http://schemas.openxmlformats.org/drawingml/2006/main" noGrp="1"/>
          </p:cNvSpPr>
          <p:nvPr/>
        </p:nvSpPr>
        <p:spPr>
          <a:xfrm xmlns:a="http://schemas.openxmlformats.org/drawingml/2006/main">
            <a:off x="628650" y="6019800"/>
            <a:ext cx="5524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0">
                <a:solidFill>
                  <a:srgbClr val="5D6873"/>
                </a:solidFill>
                <a:latin typeface="Arial"/>
                <a:ea typeface="Arial"/>
                <a:cs typeface="Arial"/>
              </a:rPr>
              <a:t>Nicolas Cazin · final reviewer deck</a:t>
            </a:r>
            <a:endParaRPr sz="1300"/>
          </a:p>
        </p:txBody>
      </p:sp>
      <p:sp>
        <p:nvSpPr>
          <p:cNvPr id="12" name="Text 12">
            <a:extLst xmlns:a="http://schemas.openxmlformats.org/drawingml/2006/main">
              <a:ext uri="{FF2B5EF4-FFF2-40B4-BE49-F238E27FC236}">
                <a16:creationId xmlns:a16="http://schemas.microsoft.com/office/drawing/2014/main" id="{8E8E45C2-AEBC-47F4-86BC-405EB9CE32DA}"/>
              </a:ext>
            </a:extLst>
          </p:cNvPr>
          <p:cNvSpPr>
            <a:spLocks xmlns:a="http://schemas.openxmlformats.org/drawingml/2006/main" noGrp="1"/>
          </p:cNvSpPr>
          <p:nvPr/>
        </p:nvSpPr>
        <p:spPr>
          <a:xfrm xmlns:a="http://schemas.openxmlformats.org/drawingml/2006/main">
            <a:off x="9353550" y="6019800"/>
            <a:ext cx="2095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300" b="0">
                <a:solidFill>
                  <a:srgbClr val="5D6873"/>
                </a:solidFill>
                <a:latin typeface="Arial"/>
                <a:ea typeface="Arial"/>
                <a:cs typeface="Arial"/>
              </a:rPr>
              <a:t>submission-v1 at final freeze</a:t>
            </a:r>
            <a:endParaRPr sz="1300"/>
          </a:p>
        </p:txBody>
      </p:sp>
    </p:spTree>
    <p:extLst>
      <p:ext uri="{BB962C8B-B14F-4D97-AF65-F5344CB8AC3E}">
        <p14:creationId xmlns:p14="http://schemas.microsoft.com/office/powerpoint/2010/main" val="916178158"/>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386580EA-A9D1-4B8F-A524-8DFB0B6F4E46}"/>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ANSWER FIRST</a:t>
            </a:r>
            <a:endParaRPr sz="1100"/>
          </a:p>
        </p:txBody>
      </p:sp>
      <p:sp>
        <p:nvSpPr>
          <p:cNvPr id="3" name="Text 3">
            <a:extLst xmlns:a="http://schemas.openxmlformats.org/drawingml/2006/main">
              <a:ext uri="{FF2B5EF4-FFF2-40B4-BE49-F238E27FC236}">
                <a16:creationId xmlns:a16="http://schemas.microsoft.com/office/drawing/2014/main" id="{5AD420E5-6B15-4642-BBCE-E68AB269DFDA}"/>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R5 proves the full local-model operator path and the controlled delivery system</a:t>
            </a:r>
            <a:endParaRPr sz="3000"/>
          </a:p>
        </p:txBody>
      </p:sp>
      <p:sp>
        <p:nvSpPr>
          <p:cNvPr id="4" name="Shape 4">
            <a:extLst xmlns:a="http://schemas.openxmlformats.org/drawingml/2006/main">
              <a:ext uri="{FF2B5EF4-FFF2-40B4-BE49-F238E27FC236}">
                <a16:creationId xmlns:a16="http://schemas.microsoft.com/office/drawing/2014/main" id="{C93CDCDA-AF1F-4284-A4B9-5F0A079A96AA}"/>
              </a:ext>
            </a:extLst>
          </p:cNvPr>
          <p:cNvSpPr>
            <a:spLocks xmlns:a="http://schemas.openxmlformats.org/drawingml/2006/main" noGrp="1"/>
          </p:cNvSpPr>
          <p:nvPr/>
        </p:nvSpPr>
        <p:spPr>
          <a:xfrm xmlns:a="http://schemas.openxmlformats.org/drawingml/2006/main">
            <a:off x="552450" y="1600200"/>
            <a:ext cx="6191250" cy="3867150"/>
          </a:xfrm>
          <a:prstGeom xmlns:a="http://schemas.openxmlformats.org/drawingml/2006/main" prst="rect">
            <a:avLst/>
          </a:prstGeom>
          <a:solidFill xmlns:a="http://schemas.openxmlformats.org/drawingml/2006/main">
            <a:srgbClr val="FFFFFF"/>
          </a:solidFill>
          <a:ln xmlns:a="http://schemas.openxmlformats.org/drawingml/2006/main" w="12700">
            <a:solidFill>
              <a:srgbClr val="D9DEE3"/>
            </a:solidFill>
          </a:ln>
        </p:spPr>
      </p:sp>
      <p:pic>
        <p:nvPicPr>
          <p:cNvPr id="25" name="Picture 5"/>
          <p:cNvPicPr>
            <a:picLocks xmlns:a="http://schemas.openxmlformats.org/drawingml/2006/main" noChangeAspect="1"/>
          </p:cNvPicPr>
          <p:nvPr/>
        </p:nvPicPr>
        <p:blipFill>
          <a:blip xmlns:r="http://schemas.openxmlformats.org/officeDocument/2006/relationships" xmlns:a="http://schemas.openxmlformats.org/drawingml/2006/main" r:embed="R7f4fbda23b1b435c"/>
          <a:stretch xmlns:a="http://schemas.openxmlformats.org/drawingml/2006/main">
            <a:fillRect l="0" t="0" r="0" b="0"/>
          </a:stretch>
        </p:blipFill>
        <p:spPr>
          <a:xfrm xmlns:a="http://schemas.openxmlformats.org/drawingml/2006/main">
            <a:off x="666750" y="1714500"/>
            <a:ext cx="5962650" cy="3714750"/>
          </a:xfrm>
          <a:prstGeom xmlns:a="http://schemas.openxmlformats.org/drawingml/2006/main" prst="rect">
            <a:avLst/>
          </a:prstGeom>
          <a:ln xmlns:a="http://schemas.openxmlformats.org/drawingml/2006/main">
            <a:noFill/>
          </a:ln>
        </p:spPr>
      </p:pic>
      <p:sp>
        <p:nvSpPr>
          <p:cNvPr id="6" name="Text 6">
            <a:extLst xmlns:a="http://schemas.openxmlformats.org/drawingml/2006/main">
              <a:ext uri="{FF2B5EF4-FFF2-40B4-BE49-F238E27FC236}">
                <a16:creationId xmlns:a16="http://schemas.microsoft.com/office/drawing/2014/main" id="{A499B1E1-1779-427C-B6D0-4651A001AE02}"/>
              </a:ext>
            </a:extLst>
          </p:cNvPr>
          <p:cNvSpPr>
            <a:spLocks xmlns:a="http://schemas.openxmlformats.org/drawingml/2006/main" noGrp="1"/>
          </p:cNvSpPr>
          <p:nvPr/>
        </p:nvSpPr>
        <p:spPr>
          <a:xfrm xmlns:a="http://schemas.openxmlformats.org/drawingml/2006/main">
            <a:off x="781050" y="1828800"/>
            <a:ext cx="1962150" cy="285750"/>
          </a:xfrm>
          <a:prstGeom xmlns:a="http://schemas.openxmlformats.org/drawingml/2006/main" prst="rect">
            <a:avLst/>
          </a:prstGeom>
          <a:solidFill xmlns:a="http://schemas.openxmlformats.org/drawingml/2006/main">
            <a:srgbClr val="981B1E"/>
          </a:solidFill>
          <a:ln xmlns:a="http://schemas.openxmlformats.org/drawingml/2006/main">
            <a:noFill/>
          </a:ln>
        </p:spPr>
        <p:txBody>
          <a:bodyPr xmlns:a="http://schemas.openxmlformats.org/drawingml/2006/main" wrap="square" lIns="66675" tIns="66675" rIns="66675" bIns="66675" anchor="ctr"/>
          <a:lstStyle xmlns:a="http://schemas.openxmlformats.org/drawingml/2006/main"/>
          <a:p xmlns:a="http://schemas.openxmlformats.org/drawingml/2006/main">
            <a:pPr algn="l">
              <a:buNone/>
            </a:pPr>
            <a:r>
              <a:rPr sz="1100" b="1">
                <a:solidFill>
                  <a:srgbClr val="FFFFFF"/>
                </a:solidFill>
                <a:latin typeface="Arial"/>
                <a:ea typeface="Arial"/>
                <a:cs typeface="Arial"/>
              </a:rPr>
              <a:t>R5 · AUTHENTIC CI CAPTURE</a:t>
            </a:r>
            <a:endParaRPr sz="1100"/>
          </a:p>
        </p:txBody>
      </p:sp>
      <p:sp>
        <p:nvSpPr>
          <p:cNvPr id="7" name="Connector 7">
            <a:extLst xmlns:a="http://schemas.openxmlformats.org/drawingml/2006/main">
              <a:ext uri="{FF2B5EF4-FFF2-40B4-BE49-F238E27FC236}">
                <a16:creationId xmlns:a16="http://schemas.microsoft.com/office/drawing/2014/main" id="{D6605510-5825-4CD2-BDAC-AD4A92DA7A33}"/>
              </a:ext>
            </a:extLst>
          </p:cNvPr>
          <p:cNvSpPr>
            <a:spLocks xmlns:a="http://schemas.openxmlformats.org/drawingml/2006/main" noGrp="1"/>
          </p:cNvSpPr>
          <p:nvPr/>
        </p:nvSpPr>
        <p:spPr>
          <a:xfrm xmlns:a="http://schemas.openxmlformats.org/drawingml/2006/main">
            <a:off x="7105650" y="1809750"/>
            <a:ext cx="0" cy="3429000"/>
          </a:xfrm>
          <a:prstGeom xmlns:a="http://schemas.openxmlformats.org/drawingml/2006/main" prst="line">
            <a:avLst/>
          </a:prstGeom>
          <a:ln xmlns:a="http://schemas.openxmlformats.org/drawingml/2006/main" w="25400">
            <a:solidFill>
              <a:srgbClr val="D9DEE3"/>
            </a:solidFill>
          </a:ln>
        </p:spPr>
      </p:sp>
      <p:sp>
        <p:nvSpPr>
          <p:cNvPr id="8" name="Shape 8">
            <a:extLst xmlns:a="http://schemas.openxmlformats.org/drawingml/2006/main">
              <a:ext uri="{FF2B5EF4-FFF2-40B4-BE49-F238E27FC236}">
                <a16:creationId xmlns:a16="http://schemas.microsoft.com/office/drawing/2014/main" id="{E5E63D66-740C-409A-9D09-D5ABF5507BE4}"/>
              </a:ext>
            </a:extLst>
          </p:cNvPr>
          <p:cNvSpPr>
            <a:spLocks xmlns:a="http://schemas.openxmlformats.org/drawingml/2006/main" noGrp="1"/>
          </p:cNvSpPr>
          <p:nvPr/>
        </p:nvSpPr>
        <p:spPr>
          <a:xfrm xmlns:a="http://schemas.openxmlformats.org/drawingml/2006/main">
            <a:off x="7543800" y="1752600"/>
            <a:ext cx="552450" cy="552450"/>
          </a:xfrm>
          <a:prstGeom xmlns:a="http://schemas.openxmlformats.org/drawingml/2006/main" prst="ellipse">
            <a:avLst/>
          </a:prstGeom>
          <a:solidFill xmlns:a="http://schemas.openxmlformats.org/drawingml/2006/main">
            <a:srgbClr val="D71920"/>
          </a:solidFill>
          <a:ln xmlns:a="http://schemas.openxmlformats.org/drawingml/2006/main" w="12700">
            <a:solidFill>
              <a:srgbClr val="D71920"/>
            </a:solidFill>
          </a:ln>
        </p:spPr>
      </p:sp>
      <p:sp>
        <p:nvSpPr>
          <p:cNvPr id="9" name="Text 9">
            <a:extLst xmlns:a="http://schemas.openxmlformats.org/drawingml/2006/main">
              <a:ext uri="{FF2B5EF4-FFF2-40B4-BE49-F238E27FC236}">
                <a16:creationId xmlns:a16="http://schemas.microsoft.com/office/drawing/2014/main" id="{E678A265-2A48-4220-B89F-65FA9C2316B7}"/>
              </a:ext>
            </a:extLst>
          </p:cNvPr>
          <p:cNvSpPr>
            <a:spLocks xmlns:a="http://schemas.openxmlformats.org/drawingml/2006/main" noGrp="1"/>
          </p:cNvSpPr>
          <p:nvPr/>
        </p:nvSpPr>
        <p:spPr>
          <a:xfrm xmlns:a="http://schemas.openxmlformats.org/drawingml/2006/main">
            <a:off x="7543800" y="1876425"/>
            <a:ext cx="55245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2000" b="1">
                <a:solidFill>
                  <a:srgbClr val="FFFFFF"/>
                </a:solidFill>
                <a:latin typeface="Arial"/>
                <a:ea typeface="Arial"/>
                <a:cs typeface="Arial"/>
              </a:rPr>
              <a:t>1</a:t>
            </a:r>
            <a:endParaRPr sz="2000"/>
          </a:p>
        </p:txBody>
      </p:sp>
      <p:sp>
        <p:nvSpPr>
          <p:cNvPr id="10" name="Text 10">
            <a:extLst xmlns:a="http://schemas.openxmlformats.org/drawingml/2006/main">
              <a:ext uri="{FF2B5EF4-FFF2-40B4-BE49-F238E27FC236}">
                <a16:creationId xmlns:a16="http://schemas.microsoft.com/office/drawing/2014/main" id="{F003A49F-08D2-42DD-86E2-4826228AB3C3}"/>
              </a:ext>
            </a:extLst>
          </p:cNvPr>
          <p:cNvSpPr>
            <a:spLocks xmlns:a="http://schemas.openxmlformats.org/drawingml/2006/main" noGrp="1"/>
          </p:cNvSpPr>
          <p:nvPr/>
        </p:nvSpPr>
        <p:spPr>
          <a:xfrm xmlns:a="http://schemas.openxmlformats.org/drawingml/2006/main">
            <a:off x="8324850" y="1733550"/>
            <a:ext cx="285750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2200" b="1">
                <a:solidFill>
                  <a:srgbClr val="17212B"/>
                </a:solidFill>
                <a:latin typeface="Arial"/>
                <a:ea typeface="Arial"/>
                <a:cs typeface="Arial"/>
              </a:rPr>
              <a:t>Product proof</a:t>
            </a:r>
            <a:endParaRPr sz="2200"/>
          </a:p>
        </p:txBody>
      </p:sp>
      <p:sp>
        <p:nvSpPr>
          <p:cNvPr id="11" name="Text 11">
            <a:extLst xmlns:a="http://schemas.openxmlformats.org/drawingml/2006/main">
              <a:ext uri="{FF2B5EF4-FFF2-40B4-BE49-F238E27FC236}">
                <a16:creationId xmlns:a16="http://schemas.microsoft.com/office/drawing/2014/main" id="{1B54776C-080A-4B75-B8CC-9464E5FB93C8}"/>
              </a:ext>
            </a:extLst>
          </p:cNvPr>
          <p:cNvSpPr>
            <a:spLocks xmlns:a="http://schemas.openxmlformats.org/drawingml/2006/main" noGrp="1"/>
          </p:cNvSpPr>
          <p:nvPr/>
        </p:nvSpPr>
        <p:spPr>
          <a:xfrm xmlns:a="http://schemas.openxmlformats.org/drawingml/2006/main">
            <a:off x="8324850" y="2133600"/>
            <a:ext cx="3028950" cy="8191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600" b="0">
                <a:solidFill>
                  <a:srgbClr val="5D6873"/>
                </a:solidFill>
                <a:latin typeface="Arial"/>
                <a:ea typeface="Arial"/>
                <a:cs typeface="Arial"/>
              </a:rPr>
              <a:t>R5 combines authenticated review, three detector artifacts, pgvector grounding and local LM Studio synthesis.</a:t>
            </a:r>
            <a:endParaRPr sz="1600"/>
          </a:p>
        </p:txBody>
      </p:sp>
      <p:sp>
        <p:nvSpPr>
          <p:cNvPr id="12" name="Shape 12">
            <a:extLst xmlns:a="http://schemas.openxmlformats.org/drawingml/2006/main">
              <a:ext uri="{FF2B5EF4-FFF2-40B4-BE49-F238E27FC236}">
                <a16:creationId xmlns:a16="http://schemas.microsoft.com/office/drawing/2014/main" id="{78B5D543-B220-4D7C-9554-8A4BB15AEDA5}"/>
              </a:ext>
            </a:extLst>
          </p:cNvPr>
          <p:cNvSpPr>
            <a:spLocks xmlns:a="http://schemas.openxmlformats.org/drawingml/2006/main" noGrp="1"/>
          </p:cNvSpPr>
          <p:nvPr/>
        </p:nvSpPr>
        <p:spPr>
          <a:xfrm xmlns:a="http://schemas.openxmlformats.org/drawingml/2006/main">
            <a:off x="7543800" y="3219450"/>
            <a:ext cx="552450" cy="552450"/>
          </a:xfrm>
          <a:prstGeom xmlns:a="http://schemas.openxmlformats.org/drawingml/2006/main" prst="ellipse">
            <a:avLst/>
          </a:prstGeom>
          <a:solidFill xmlns:a="http://schemas.openxmlformats.org/drawingml/2006/main">
            <a:srgbClr val="2A5B84"/>
          </a:solidFill>
          <a:ln xmlns:a="http://schemas.openxmlformats.org/drawingml/2006/main" w="12700">
            <a:solidFill>
              <a:srgbClr val="2A5B84"/>
            </a:solidFill>
          </a:ln>
        </p:spPr>
      </p:sp>
      <p:sp>
        <p:nvSpPr>
          <p:cNvPr id="13" name="Text 13">
            <a:extLst xmlns:a="http://schemas.openxmlformats.org/drawingml/2006/main">
              <a:ext uri="{FF2B5EF4-FFF2-40B4-BE49-F238E27FC236}">
                <a16:creationId xmlns:a16="http://schemas.microsoft.com/office/drawing/2014/main" id="{0BB640C1-03E9-4E9E-8B21-35763D529EF8}"/>
              </a:ext>
            </a:extLst>
          </p:cNvPr>
          <p:cNvSpPr>
            <a:spLocks xmlns:a="http://schemas.openxmlformats.org/drawingml/2006/main" noGrp="1"/>
          </p:cNvSpPr>
          <p:nvPr/>
        </p:nvSpPr>
        <p:spPr>
          <a:xfrm xmlns:a="http://schemas.openxmlformats.org/drawingml/2006/main">
            <a:off x="7543800" y="3343275"/>
            <a:ext cx="55245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2000" b="1">
                <a:solidFill>
                  <a:srgbClr val="FFFFFF"/>
                </a:solidFill>
                <a:latin typeface="Arial"/>
                <a:ea typeface="Arial"/>
                <a:cs typeface="Arial"/>
              </a:rPr>
              <a:t>2</a:t>
            </a:r>
            <a:endParaRPr sz="2000"/>
          </a:p>
        </p:txBody>
      </p:sp>
      <p:sp>
        <p:nvSpPr>
          <p:cNvPr id="14" name="Text 14">
            <a:extLst xmlns:a="http://schemas.openxmlformats.org/drawingml/2006/main">
              <a:ext uri="{FF2B5EF4-FFF2-40B4-BE49-F238E27FC236}">
                <a16:creationId xmlns:a16="http://schemas.microsoft.com/office/drawing/2014/main" id="{F5D646F3-1345-45DD-ADC7-650EA00ADF8F}"/>
              </a:ext>
            </a:extLst>
          </p:cNvPr>
          <p:cNvSpPr>
            <a:spLocks xmlns:a="http://schemas.openxmlformats.org/drawingml/2006/main" noGrp="1"/>
          </p:cNvSpPr>
          <p:nvPr/>
        </p:nvSpPr>
        <p:spPr>
          <a:xfrm xmlns:a="http://schemas.openxmlformats.org/drawingml/2006/main">
            <a:off x="8324850" y="3200400"/>
            <a:ext cx="285750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2200" b="1">
                <a:solidFill>
                  <a:srgbClr val="17212B"/>
                </a:solidFill>
                <a:latin typeface="Arial"/>
                <a:ea typeface="Arial"/>
                <a:cs typeface="Arial"/>
              </a:rPr>
              <a:t>Method proof</a:t>
            </a:r>
            <a:endParaRPr sz="2200"/>
          </a:p>
        </p:txBody>
      </p:sp>
      <p:sp>
        <p:nvSpPr>
          <p:cNvPr id="15" name="Text 15">
            <a:extLst xmlns:a="http://schemas.openxmlformats.org/drawingml/2006/main">
              <a:ext uri="{FF2B5EF4-FFF2-40B4-BE49-F238E27FC236}">
                <a16:creationId xmlns:a16="http://schemas.microsoft.com/office/drawing/2014/main" id="{58E3934D-4E4B-4363-946F-5984B3ACDEA9}"/>
              </a:ext>
            </a:extLst>
          </p:cNvPr>
          <p:cNvSpPr>
            <a:spLocks xmlns:a="http://schemas.openxmlformats.org/drawingml/2006/main" noGrp="1"/>
          </p:cNvSpPr>
          <p:nvPr/>
        </p:nvSpPr>
        <p:spPr>
          <a:xfrm xmlns:a="http://schemas.openxmlformats.org/drawingml/2006/main">
            <a:off x="8324850" y="3600450"/>
            <a:ext cx="3028950" cy="876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700" b="0">
                <a:solidFill>
                  <a:srgbClr val="5D6873"/>
                </a:solidFill>
                <a:latin typeface="Arial"/>
                <a:ea typeface="Arial"/>
                <a:cs typeface="Arial"/>
              </a:rPr>
              <a:t>One human coordinated parallel agents through specifications, GitHub checks and reviewed evidence.</a:t>
            </a:r>
            <a:endParaRPr sz="1700"/>
          </a:p>
        </p:txBody>
      </p:sp>
      <p:sp>
        <p:nvSpPr>
          <p:cNvPr id="16" name="Shape 16">
            <a:extLst xmlns:a="http://schemas.openxmlformats.org/drawingml/2006/main">
              <a:ext uri="{FF2B5EF4-FFF2-40B4-BE49-F238E27FC236}">
                <a16:creationId xmlns:a16="http://schemas.microsoft.com/office/drawing/2014/main" id="{3291B55D-CBCE-453C-B6B2-4AD7749FA11A}"/>
              </a:ext>
            </a:extLst>
          </p:cNvPr>
          <p:cNvSpPr>
            <a:spLocks xmlns:a="http://schemas.openxmlformats.org/drawingml/2006/main" noGrp="1"/>
          </p:cNvSpPr>
          <p:nvPr/>
        </p:nvSpPr>
        <p:spPr>
          <a:xfrm xmlns:a="http://schemas.openxmlformats.org/drawingml/2006/main">
            <a:off x="7429500" y="4743450"/>
            <a:ext cx="4000500" cy="723900"/>
          </a:xfrm>
          <a:prstGeom xmlns:a="http://schemas.openxmlformats.org/drawingml/2006/main" prst="roundRect">
            <a:avLst/>
          </a:prstGeom>
          <a:solidFill xmlns:a="http://schemas.openxmlformats.org/drawingml/2006/main">
            <a:srgbClr val="17212B"/>
          </a:solidFill>
          <a:ln xmlns:a="http://schemas.openxmlformats.org/drawingml/2006/main" w="12700">
            <a:solidFill>
              <a:srgbClr val="17212B"/>
            </a:solidFill>
          </a:ln>
        </p:spPr>
      </p:sp>
      <p:sp>
        <p:nvSpPr>
          <p:cNvPr id="17" name="Text 17">
            <a:extLst xmlns:a="http://schemas.openxmlformats.org/drawingml/2006/main">
              <a:ext uri="{FF2B5EF4-FFF2-40B4-BE49-F238E27FC236}">
                <a16:creationId xmlns:a16="http://schemas.microsoft.com/office/drawing/2014/main" id="{5E597B4D-487D-43A8-B24C-B76D0746585E}"/>
              </a:ext>
            </a:extLst>
          </p:cNvPr>
          <p:cNvSpPr>
            <a:spLocks xmlns:a="http://schemas.openxmlformats.org/drawingml/2006/main" noGrp="1"/>
          </p:cNvSpPr>
          <p:nvPr/>
        </p:nvSpPr>
        <p:spPr>
          <a:xfrm xmlns:a="http://schemas.openxmlformats.org/drawingml/2006/main">
            <a:off x="7658100" y="4876800"/>
            <a:ext cx="35433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600" b="1">
                <a:solidFill>
                  <a:srgbClr val="FFFFFF"/>
                </a:solidFill>
                <a:latin typeface="Arial"/>
                <a:ea typeface="Arial"/>
                <a:cs typeface="Arial"/>
              </a:rPr>
              <a:t>The human remains accountable for both customer review and accepted engineering change</a:t>
            </a:r>
            <a:endParaRPr sz="1600"/>
          </a:p>
        </p:txBody>
      </p:sp>
      <p:sp>
        <p:nvSpPr>
          <p:cNvPr id="18" name="Connector 18">
            <a:extLst xmlns:a="http://schemas.openxmlformats.org/drawingml/2006/main">
              <a:ext uri="{FF2B5EF4-FFF2-40B4-BE49-F238E27FC236}">
                <a16:creationId xmlns:a16="http://schemas.microsoft.com/office/drawing/2014/main" id="{59913219-7622-48B2-B439-8EF525FF1DD7}"/>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D9DEE3"/>
            </a:solidFill>
          </a:ln>
        </p:spPr>
      </p:sp>
      <p:sp>
        <p:nvSpPr>
          <p:cNvPr id="19" name="Text 19">
            <a:extLst xmlns:a="http://schemas.openxmlformats.org/drawingml/2006/main">
              <a:ext uri="{FF2B5EF4-FFF2-40B4-BE49-F238E27FC236}">
                <a16:creationId xmlns:a16="http://schemas.microsoft.com/office/drawing/2014/main" id="{DFB80634-2287-4006-9C42-992B77364FD0}"/>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CUSTOMER ACTIVITY ANALYTICS</a:t>
            </a:r>
            <a:endParaRPr sz="1000"/>
          </a:p>
        </p:txBody>
      </p:sp>
      <p:sp>
        <p:nvSpPr>
          <p:cNvPr id="20" name="Text 20">
            <a:extLst xmlns:a="http://schemas.openxmlformats.org/drawingml/2006/main">
              <a:ext uri="{FF2B5EF4-FFF2-40B4-BE49-F238E27FC236}">
                <a16:creationId xmlns:a16="http://schemas.microsoft.com/office/drawing/2014/main" id="{64989FB1-2DF4-4013-B6CB-5C0F8C42A981}"/>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2</a:t>
            </a:r>
            <a:endParaRPr sz="1000"/>
          </a:p>
        </p:txBody>
      </p:sp>
    </p:spTree>
    <p:extLst>
      <p:ext uri="{BB962C8B-B14F-4D97-AF65-F5344CB8AC3E}">
        <p14:creationId xmlns:p14="http://schemas.microsoft.com/office/powerpoint/2010/main" val="625102730"/>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F24CFD0E-D34D-4B9E-B379-C3BE74D39FE7}"/>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CUSTOMER ACTIVITY ANALYTICS LOOP</a:t>
            </a:r>
            <a:endParaRPr sz="1100"/>
          </a:p>
        </p:txBody>
      </p:sp>
      <p:sp>
        <p:nvSpPr>
          <p:cNvPr id="3" name="Text 3">
            <a:extLst xmlns:a="http://schemas.openxmlformats.org/drawingml/2006/main">
              <a:ext uri="{FF2B5EF4-FFF2-40B4-BE49-F238E27FC236}">
                <a16:creationId xmlns:a16="http://schemas.microsoft.com/office/drawing/2014/main" id="{090D3B17-4E3F-406D-A7EF-51F6879F15F9}"/>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The operator moves from source facts to a recommendation and back to reviewable history</a:t>
            </a:r>
            <a:endParaRPr sz="3000"/>
          </a:p>
        </p:txBody>
      </p:sp>
      <p:sp>
        <p:nvSpPr>
          <p:cNvPr id="4" name="Connector 4">
            <a:extLst xmlns:a="http://schemas.openxmlformats.org/drawingml/2006/main">
              <a:ext uri="{FF2B5EF4-FFF2-40B4-BE49-F238E27FC236}">
                <a16:creationId xmlns:a16="http://schemas.microsoft.com/office/drawing/2014/main" id="{F5B12438-9DCF-44DA-97D9-B248DFAAFDB3}"/>
              </a:ext>
            </a:extLst>
          </p:cNvPr>
          <p:cNvSpPr>
            <a:spLocks xmlns:a="http://schemas.openxmlformats.org/drawingml/2006/main" noGrp="1"/>
          </p:cNvSpPr>
          <p:nvPr/>
        </p:nvSpPr>
        <p:spPr>
          <a:xfrm xmlns:a="http://schemas.openxmlformats.org/drawingml/2006/main">
            <a:off x="2324100" y="2876550"/>
            <a:ext cx="533400" cy="0"/>
          </a:xfrm>
          <a:prstGeom xmlns:a="http://schemas.openxmlformats.org/drawingml/2006/main" prst="line">
            <a:avLst/>
          </a:prstGeom>
          <a:ln xmlns:a="http://schemas.openxmlformats.org/drawingml/2006/main" w="38100">
            <a:solidFill>
              <a:srgbClr val="D71920"/>
            </a:solidFill>
            <a:tailEnd type="triangle"/>
          </a:ln>
        </p:spPr>
      </p:sp>
      <p:sp>
        <p:nvSpPr>
          <p:cNvPr id="5" name="Connector 5">
            <a:extLst xmlns:a="http://schemas.openxmlformats.org/drawingml/2006/main">
              <a:ext uri="{FF2B5EF4-FFF2-40B4-BE49-F238E27FC236}">
                <a16:creationId xmlns:a16="http://schemas.microsoft.com/office/drawing/2014/main" id="{4FF500B9-E283-4A8F-9DAF-D25A6F14D6E4}"/>
              </a:ext>
            </a:extLst>
          </p:cNvPr>
          <p:cNvSpPr>
            <a:spLocks xmlns:a="http://schemas.openxmlformats.org/drawingml/2006/main" noGrp="1"/>
          </p:cNvSpPr>
          <p:nvPr/>
        </p:nvSpPr>
        <p:spPr>
          <a:xfrm xmlns:a="http://schemas.openxmlformats.org/drawingml/2006/main">
            <a:off x="4610100" y="2876550"/>
            <a:ext cx="533400" cy="0"/>
          </a:xfrm>
          <a:prstGeom xmlns:a="http://schemas.openxmlformats.org/drawingml/2006/main" prst="line">
            <a:avLst/>
          </a:prstGeom>
          <a:ln xmlns:a="http://schemas.openxmlformats.org/drawingml/2006/main" w="38100">
            <a:solidFill>
              <a:srgbClr val="D71920"/>
            </a:solidFill>
            <a:tailEnd type="triangle"/>
          </a:ln>
        </p:spPr>
      </p:sp>
      <p:sp>
        <p:nvSpPr>
          <p:cNvPr id="6" name="Connector 6">
            <a:extLst xmlns:a="http://schemas.openxmlformats.org/drawingml/2006/main">
              <a:ext uri="{FF2B5EF4-FFF2-40B4-BE49-F238E27FC236}">
                <a16:creationId xmlns:a16="http://schemas.microsoft.com/office/drawing/2014/main" id="{C1682C4B-2A71-4F03-BBDD-10827F796FC9}"/>
              </a:ext>
            </a:extLst>
          </p:cNvPr>
          <p:cNvSpPr>
            <a:spLocks xmlns:a="http://schemas.openxmlformats.org/drawingml/2006/main" noGrp="1"/>
          </p:cNvSpPr>
          <p:nvPr/>
        </p:nvSpPr>
        <p:spPr>
          <a:xfrm xmlns:a="http://schemas.openxmlformats.org/drawingml/2006/main">
            <a:off x="6896100" y="2876550"/>
            <a:ext cx="533400" cy="0"/>
          </a:xfrm>
          <a:prstGeom xmlns:a="http://schemas.openxmlformats.org/drawingml/2006/main" prst="line">
            <a:avLst/>
          </a:prstGeom>
          <a:ln xmlns:a="http://schemas.openxmlformats.org/drawingml/2006/main" w="38100">
            <a:solidFill>
              <a:srgbClr val="D71920"/>
            </a:solidFill>
            <a:tailEnd type="triangle"/>
          </a:ln>
        </p:spPr>
      </p:sp>
      <p:sp>
        <p:nvSpPr>
          <p:cNvPr id="7" name="Connector 7">
            <a:extLst xmlns:a="http://schemas.openxmlformats.org/drawingml/2006/main">
              <a:ext uri="{FF2B5EF4-FFF2-40B4-BE49-F238E27FC236}">
                <a16:creationId xmlns:a16="http://schemas.microsoft.com/office/drawing/2014/main" id="{37AE1536-F87C-4F59-AEFA-F89D0CCA579F}"/>
              </a:ext>
            </a:extLst>
          </p:cNvPr>
          <p:cNvSpPr>
            <a:spLocks xmlns:a="http://schemas.openxmlformats.org/drawingml/2006/main" noGrp="1"/>
          </p:cNvSpPr>
          <p:nvPr/>
        </p:nvSpPr>
        <p:spPr>
          <a:xfrm xmlns:a="http://schemas.openxmlformats.org/drawingml/2006/main">
            <a:off x="9182100" y="2876550"/>
            <a:ext cx="533400" cy="0"/>
          </a:xfrm>
          <a:prstGeom xmlns:a="http://schemas.openxmlformats.org/drawingml/2006/main" prst="line">
            <a:avLst/>
          </a:prstGeom>
          <a:ln xmlns:a="http://schemas.openxmlformats.org/drawingml/2006/main" w="38100">
            <a:solidFill>
              <a:srgbClr val="D71920"/>
            </a:solidFill>
            <a:tailEnd type="triangle"/>
          </a:ln>
        </p:spPr>
      </p:sp>
      <p:sp>
        <p:nvSpPr>
          <p:cNvPr id="8" name="Connector 8">
            <a:extLst xmlns:a="http://schemas.openxmlformats.org/drawingml/2006/main">
              <a:ext uri="{FF2B5EF4-FFF2-40B4-BE49-F238E27FC236}">
                <a16:creationId xmlns:a16="http://schemas.microsoft.com/office/drawing/2014/main" id="{BF4FCAA3-247B-400D-BE1B-958398344A01}"/>
              </a:ext>
            </a:extLst>
          </p:cNvPr>
          <p:cNvSpPr>
            <a:spLocks xmlns:a="http://schemas.openxmlformats.org/drawingml/2006/main" noGrp="1"/>
          </p:cNvSpPr>
          <p:nvPr/>
        </p:nvSpPr>
        <p:spPr>
          <a:xfrm xmlns:a="http://schemas.openxmlformats.org/drawingml/2006/main">
            <a:off x="10591800" y="4171950"/>
            <a:ext cx="0" cy="685800"/>
          </a:xfrm>
          <a:prstGeom xmlns:a="http://schemas.openxmlformats.org/drawingml/2006/main" prst="line">
            <a:avLst/>
          </a:prstGeom>
          <a:ln xmlns:a="http://schemas.openxmlformats.org/drawingml/2006/main" w="25400">
            <a:solidFill>
              <a:srgbClr val="2A5B84"/>
            </a:solidFill>
          </a:ln>
        </p:spPr>
      </p:sp>
      <p:sp>
        <p:nvSpPr>
          <p:cNvPr id="9" name="Connector 9">
            <a:extLst xmlns:a="http://schemas.openxmlformats.org/drawingml/2006/main">
              <a:ext uri="{FF2B5EF4-FFF2-40B4-BE49-F238E27FC236}">
                <a16:creationId xmlns:a16="http://schemas.microsoft.com/office/drawing/2014/main" id="{9FC4AAC0-181A-4429-9123-F70DA906576A}"/>
              </a:ext>
            </a:extLst>
          </p:cNvPr>
          <p:cNvSpPr>
            <a:spLocks xmlns:a="http://schemas.openxmlformats.org/drawingml/2006/main" noGrp="1"/>
          </p:cNvSpPr>
          <p:nvPr/>
        </p:nvSpPr>
        <p:spPr>
          <a:xfrm xmlns:a="http://schemas.openxmlformats.org/drawingml/2006/main" flipH="1">
            <a:off x="3733800" y="4857750"/>
            <a:ext cx="6858000" cy="0"/>
          </a:xfrm>
          <a:prstGeom xmlns:a="http://schemas.openxmlformats.org/drawingml/2006/main" prst="line">
            <a:avLst/>
          </a:prstGeom>
          <a:ln xmlns:a="http://schemas.openxmlformats.org/drawingml/2006/main" w="25400">
            <a:solidFill>
              <a:srgbClr val="2A5B84"/>
            </a:solidFill>
          </a:ln>
        </p:spPr>
      </p:sp>
      <p:sp>
        <p:nvSpPr>
          <p:cNvPr id="10" name="Connector 10">
            <a:extLst xmlns:a="http://schemas.openxmlformats.org/drawingml/2006/main">
              <a:ext uri="{FF2B5EF4-FFF2-40B4-BE49-F238E27FC236}">
                <a16:creationId xmlns:a16="http://schemas.microsoft.com/office/drawing/2014/main" id="{95FC7AB0-7BC0-441E-BD3E-A3CB08E904EC}"/>
              </a:ext>
            </a:extLst>
          </p:cNvPr>
          <p:cNvSpPr>
            <a:spLocks xmlns:a="http://schemas.openxmlformats.org/drawingml/2006/main" noGrp="1"/>
          </p:cNvSpPr>
          <p:nvPr/>
        </p:nvSpPr>
        <p:spPr>
          <a:xfrm xmlns:a="http://schemas.openxmlformats.org/drawingml/2006/main" flipV="1">
            <a:off x="3733800" y="4171950"/>
            <a:ext cx="0" cy="685800"/>
          </a:xfrm>
          <a:prstGeom xmlns:a="http://schemas.openxmlformats.org/drawingml/2006/main" prst="line">
            <a:avLst/>
          </a:prstGeom>
          <a:ln xmlns:a="http://schemas.openxmlformats.org/drawingml/2006/main" w="25400">
            <a:solidFill>
              <a:srgbClr val="2A5B84"/>
            </a:solidFill>
            <a:tailEnd type="triangle"/>
          </a:ln>
        </p:spPr>
      </p:sp>
      <p:sp>
        <p:nvSpPr>
          <p:cNvPr id="11" name="Shape 11">
            <a:extLst xmlns:a="http://schemas.openxmlformats.org/drawingml/2006/main">
              <a:ext uri="{FF2B5EF4-FFF2-40B4-BE49-F238E27FC236}">
                <a16:creationId xmlns:a16="http://schemas.microsoft.com/office/drawing/2014/main" id="{8555793F-69C5-4B10-B059-CA0E24808E2B}"/>
              </a:ext>
            </a:extLst>
          </p:cNvPr>
          <p:cNvSpPr>
            <a:spLocks xmlns:a="http://schemas.openxmlformats.org/drawingml/2006/main" noGrp="1"/>
          </p:cNvSpPr>
          <p:nvPr/>
        </p:nvSpPr>
        <p:spPr>
          <a:xfrm xmlns:a="http://schemas.openxmlformats.org/drawingml/2006/main">
            <a:off x="571500" y="2133600"/>
            <a:ext cx="1752600" cy="203835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12" name="Shape 12">
            <a:extLst xmlns:a="http://schemas.openxmlformats.org/drawingml/2006/main">
              <a:ext uri="{FF2B5EF4-FFF2-40B4-BE49-F238E27FC236}">
                <a16:creationId xmlns:a16="http://schemas.microsoft.com/office/drawing/2014/main" id="{3F81D7A2-43EC-4A8B-853C-E1228400F1EC}"/>
              </a:ext>
            </a:extLst>
          </p:cNvPr>
          <p:cNvSpPr>
            <a:spLocks xmlns:a="http://schemas.openxmlformats.org/drawingml/2006/main" noGrp="1"/>
          </p:cNvSpPr>
          <p:nvPr/>
        </p:nvSpPr>
        <p:spPr>
          <a:xfrm xmlns:a="http://schemas.openxmlformats.org/drawingml/2006/main">
            <a:off x="571500" y="2133600"/>
            <a:ext cx="1752600" cy="57150"/>
          </a:xfrm>
          <a:prstGeom xmlns:a="http://schemas.openxmlformats.org/drawingml/2006/main" prst="rect">
            <a:avLst/>
          </a:prstGeom>
          <a:solidFill xmlns:a="http://schemas.openxmlformats.org/drawingml/2006/main">
            <a:srgbClr val="D71920"/>
          </a:solidFill>
          <a:ln xmlns:a="http://schemas.openxmlformats.org/drawingml/2006/main" w="12700">
            <a:solidFill>
              <a:srgbClr val="D71920"/>
            </a:solidFill>
          </a:ln>
        </p:spPr>
      </p:sp>
      <p:sp>
        <p:nvSpPr>
          <p:cNvPr id="13" name="Text 13">
            <a:extLst xmlns:a="http://schemas.openxmlformats.org/drawingml/2006/main">
              <a:ext uri="{FF2B5EF4-FFF2-40B4-BE49-F238E27FC236}">
                <a16:creationId xmlns:a16="http://schemas.microsoft.com/office/drawing/2014/main" id="{83B9C259-DF2E-4712-8646-A21B89C34376}"/>
              </a:ext>
            </a:extLst>
          </p:cNvPr>
          <p:cNvSpPr>
            <a:spLocks xmlns:a="http://schemas.openxmlformats.org/drawingml/2006/main" noGrp="1"/>
          </p:cNvSpPr>
          <p:nvPr/>
        </p:nvSpPr>
        <p:spPr>
          <a:xfrm xmlns:a="http://schemas.openxmlformats.org/drawingml/2006/main">
            <a:off x="723900" y="2286000"/>
            <a:ext cx="381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a:solidFill>
                  <a:srgbClr val="D71920"/>
                </a:solidFill>
                <a:latin typeface="Arial"/>
                <a:ea typeface="Arial"/>
                <a:cs typeface="Arial"/>
              </a:rPr>
              <a:t>01</a:t>
            </a:r>
            <a:endParaRPr sz="1200"/>
          </a:p>
        </p:txBody>
      </p:sp>
      <p:sp>
        <p:nvSpPr>
          <p:cNvPr id="14" name="Shape 14">
            <a:extLst xmlns:a="http://schemas.openxmlformats.org/drawingml/2006/main">
              <a:ext uri="{FF2B5EF4-FFF2-40B4-BE49-F238E27FC236}">
                <a16:creationId xmlns:a16="http://schemas.microsoft.com/office/drawing/2014/main" id="{E87AC434-03B0-49D9-8E3B-16B17E8EB0FF}"/>
              </a:ext>
            </a:extLst>
          </p:cNvPr>
          <p:cNvSpPr>
            <a:spLocks xmlns:a="http://schemas.openxmlformats.org/drawingml/2006/main" noGrp="1"/>
          </p:cNvSpPr>
          <p:nvPr/>
        </p:nvSpPr>
        <p:spPr>
          <a:xfrm xmlns:a="http://schemas.openxmlformats.org/drawingml/2006/main">
            <a:off x="1143000" y="2343150"/>
            <a:ext cx="609600" cy="609600"/>
          </a:xfrm>
          <a:prstGeom xmlns:a="http://schemas.openxmlformats.org/drawingml/2006/main" prst="ellipse">
            <a:avLst/>
          </a:prstGeom>
          <a:solidFill xmlns:a="http://schemas.openxmlformats.org/drawingml/2006/main">
            <a:srgbClr val="F4F6F8"/>
          </a:solidFill>
          <a:ln xmlns:a="http://schemas.openxmlformats.org/drawingml/2006/main" w="19050">
            <a:solidFill>
              <a:srgbClr val="D71920"/>
            </a:solidFill>
          </a:ln>
        </p:spPr>
      </p:sp>
      <p:pic>
        <p:nvPicPr>
          <p:cNvPr id="73" name="Picture 15"/>
          <p:cNvPicPr>
            <a:picLocks xmlns:a="http://schemas.openxmlformats.org/drawingml/2006/main" noChangeAspect="1"/>
          </p:cNvPicPr>
          <p:nvPr/>
        </p:nvPicPr>
        <p:blipFill>
          <a:blip xmlns:r="http://schemas.openxmlformats.org/officeDocument/2006/relationships" xmlns:a="http://schemas.openxmlformats.org/drawingml/2006/main" r:embed="R201242fb975f4908"/>
          <a:stretch xmlns:a="http://schemas.openxmlformats.org/drawingml/2006/main">
            <a:fillRect l="0" t="0" r="0" b="0"/>
          </a:stretch>
        </p:blipFill>
        <p:spPr>
          <a:xfrm xmlns:a="http://schemas.openxmlformats.org/drawingml/2006/main">
            <a:off x="1295400" y="2495550"/>
            <a:ext cx="304800" cy="304800"/>
          </a:xfrm>
          <a:prstGeom xmlns:a="http://schemas.openxmlformats.org/drawingml/2006/main" prst="rect">
            <a:avLst/>
          </a:prstGeom>
          <a:ln xmlns:a="http://schemas.openxmlformats.org/drawingml/2006/main">
            <a:noFill/>
          </a:ln>
        </p:spPr>
      </p:pic>
      <p:sp>
        <p:nvSpPr>
          <p:cNvPr id="16" name="Text 16">
            <a:extLst xmlns:a="http://schemas.openxmlformats.org/drawingml/2006/main">
              <a:ext uri="{FF2B5EF4-FFF2-40B4-BE49-F238E27FC236}">
                <a16:creationId xmlns:a16="http://schemas.microsoft.com/office/drawing/2014/main" id="{5DC3E02D-4EF3-430C-8D2C-4565B26A15EC}"/>
              </a:ext>
            </a:extLst>
          </p:cNvPr>
          <p:cNvSpPr>
            <a:spLocks xmlns:a="http://schemas.openxmlformats.org/drawingml/2006/main" noGrp="1"/>
          </p:cNvSpPr>
          <p:nvPr/>
        </p:nvSpPr>
        <p:spPr>
          <a:xfrm xmlns:a="http://schemas.openxmlformats.org/drawingml/2006/main">
            <a:off x="723900" y="3105150"/>
            <a:ext cx="14478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900" b="1">
                <a:solidFill>
                  <a:srgbClr val="17212B"/>
                </a:solidFill>
                <a:latin typeface="Arial"/>
                <a:ea typeface="Arial"/>
                <a:cs typeface="Arial"/>
              </a:rPr>
              <a:t>Identify</a:t>
            </a:r>
            <a:endParaRPr sz="1900"/>
          </a:p>
        </p:txBody>
      </p:sp>
      <p:sp>
        <p:nvSpPr>
          <p:cNvPr id="17" name="Text 17">
            <a:extLst xmlns:a="http://schemas.openxmlformats.org/drawingml/2006/main">
              <a:ext uri="{FF2B5EF4-FFF2-40B4-BE49-F238E27FC236}">
                <a16:creationId xmlns:a16="http://schemas.microsoft.com/office/drawing/2014/main" id="{D12CB48E-5BDF-4B7E-9448-5326A9BF0118}"/>
              </a:ext>
            </a:extLst>
          </p:cNvPr>
          <p:cNvSpPr>
            <a:spLocks xmlns:a="http://schemas.openxmlformats.org/drawingml/2006/main" noGrp="1"/>
          </p:cNvSpPr>
          <p:nvPr/>
        </p:nvSpPr>
        <p:spPr>
          <a:xfrm xmlns:a="http://schemas.openxmlformats.org/drawingml/2006/main">
            <a:off x="723900" y="3486150"/>
            <a:ext cx="14478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400" b="0">
                <a:solidFill>
                  <a:srgbClr val="5D6873"/>
                </a:solidFill>
                <a:latin typeface="Arial"/>
                <a:ea typeface="Arial"/>
                <a:cs typeface="Arial"/>
              </a:rPr>
              <a:t>Authenticated operator</a:t>
            </a:r>
            <a:endParaRPr sz="1400"/>
          </a:p>
        </p:txBody>
      </p:sp>
      <p:sp>
        <p:nvSpPr>
          <p:cNvPr id="18" name="Shape 18">
            <a:extLst xmlns:a="http://schemas.openxmlformats.org/drawingml/2006/main">
              <a:ext uri="{FF2B5EF4-FFF2-40B4-BE49-F238E27FC236}">
                <a16:creationId xmlns:a16="http://schemas.microsoft.com/office/drawing/2014/main" id="{24F1086E-C7E3-48CF-B732-EC74162719D2}"/>
              </a:ext>
            </a:extLst>
          </p:cNvPr>
          <p:cNvSpPr>
            <a:spLocks xmlns:a="http://schemas.openxmlformats.org/drawingml/2006/main" noGrp="1"/>
          </p:cNvSpPr>
          <p:nvPr/>
        </p:nvSpPr>
        <p:spPr>
          <a:xfrm xmlns:a="http://schemas.openxmlformats.org/drawingml/2006/main">
            <a:off x="2857500" y="2133600"/>
            <a:ext cx="1752600" cy="203835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19" name="Shape 19">
            <a:extLst xmlns:a="http://schemas.openxmlformats.org/drawingml/2006/main">
              <a:ext uri="{FF2B5EF4-FFF2-40B4-BE49-F238E27FC236}">
                <a16:creationId xmlns:a16="http://schemas.microsoft.com/office/drawing/2014/main" id="{5D41568F-A147-418A-BFB8-A5303A0742A7}"/>
              </a:ext>
            </a:extLst>
          </p:cNvPr>
          <p:cNvSpPr>
            <a:spLocks xmlns:a="http://schemas.openxmlformats.org/drawingml/2006/main" noGrp="1"/>
          </p:cNvSpPr>
          <p:nvPr/>
        </p:nvSpPr>
        <p:spPr>
          <a:xfrm xmlns:a="http://schemas.openxmlformats.org/drawingml/2006/main">
            <a:off x="2857500" y="2133600"/>
            <a:ext cx="1752600" cy="57150"/>
          </a:xfrm>
          <a:prstGeom xmlns:a="http://schemas.openxmlformats.org/drawingml/2006/main" prst="rect">
            <a:avLst/>
          </a:prstGeom>
          <a:solidFill xmlns:a="http://schemas.openxmlformats.org/drawingml/2006/main">
            <a:srgbClr val="2A5B84"/>
          </a:solidFill>
          <a:ln xmlns:a="http://schemas.openxmlformats.org/drawingml/2006/main" w="12700">
            <a:solidFill>
              <a:srgbClr val="2A5B84"/>
            </a:solidFill>
          </a:ln>
        </p:spPr>
      </p:sp>
      <p:sp>
        <p:nvSpPr>
          <p:cNvPr id="20" name="Text 20">
            <a:extLst xmlns:a="http://schemas.openxmlformats.org/drawingml/2006/main">
              <a:ext uri="{FF2B5EF4-FFF2-40B4-BE49-F238E27FC236}">
                <a16:creationId xmlns:a16="http://schemas.microsoft.com/office/drawing/2014/main" id="{5110625C-2885-4C45-AA31-69676A198FC6}"/>
              </a:ext>
            </a:extLst>
          </p:cNvPr>
          <p:cNvSpPr>
            <a:spLocks xmlns:a="http://schemas.openxmlformats.org/drawingml/2006/main" noGrp="1"/>
          </p:cNvSpPr>
          <p:nvPr/>
        </p:nvSpPr>
        <p:spPr>
          <a:xfrm xmlns:a="http://schemas.openxmlformats.org/drawingml/2006/main">
            <a:off x="3009900" y="2286000"/>
            <a:ext cx="381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a:solidFill>
                  <a:srgbClr val="2A5B84"/>
                </a:solidFill>
                <a:latin typeface="Arial"/>
                <a:ea typeface="Arial"/>
                <a:cs typeface="Arial"/>
              </a:rPr>
              <a:t>02</a:t>
            </a:r>
            <a:endParaRPr sz="1200"/>
          </a:p>
        </p:txBody>
      </p:sp>
      <p:sp>
        <p:nvSpPr>
          <p:cNvPr id="21" name="Shape 21">
            <a:extLst xmlns:a="http://schemas.openxmlformats.org/drawingml/2006/main">
              <a:ext uri="{FF2B5EF4-FFF2-40B4-BE49-F238E27FC236}">
                <a16:creationId xmlns:a16="http://schemas.microsoft.com/office/drawing/2014/main" id="{B4EC8CC4-7F43-499B-8588-D6BF9651F4DE}"/>
              </a:ext>
            </a:extLst>
          </p:cNvPr>
          <p:cNvSpPr>
            <a:spLocks xmlns:a="http://schemas.openxmlformats.org/drawingml/2006/main" noGrp="1"/>
          </p:cNvSpPr>
          <p:nvPr/>
        </p:nvSpPr>
        <p:spPr>
          <a:xfrm xmlns:a="http://schemas.openxmlformats.org/drawingml/2006/main">
            <a:off x="3429000" y="2343150"/>
            <a:ext cx="609600" cy="609600"/>
          </a:xfrm>
          <a:prstGeom xmlns:a="http://schemas.openxmlformats.org/drawingml/2006/main" prst="ellipse">
            <a:avLst/>
          </a:prstGeom>
          <a:solidFill xmlns:a="http://schemas.openxmlformats.org/drawingml/2006/main">
            <a:srgbClr val="F4F6F8"/>
          </a:solidFill>
          <a:ln xmlns:a="http://schemas.openxmlformats.org/drawingml/2006/main" w="19050">
            <a:solidFill>
              <a:srgbClr val="2A5B84"/>
            </a:solidFill>
          </a:ln>
        </p:spPr>
      </p:sp>
      <p:pic>
        <p:nvPicPr>
          <p:cNvPr id="80" name="Picture 22"/>
          <p:cNvPicPr>
            <a:picLocks xmlns:a="http://schemas.openxmlformats.org/drawingml/2006/main" noChangeAspect="1"/>
          </p:cNvPicPr>
          <p:nvPr/>
        </p:nvPicPr>
        <p:blipFill>
          <a:blip xmlns:r="http://schemas.openxmlformats.org/officeDocument/2006/relationships" xmlns:a="http://schemas.openxmlformats.org/drawingml/2006/main" r:embed="Rff0941d969f94251"/>
          <a:stretch xmlns:a="http://schemas.openxmlformats.org/drawingml/2006/main">
            <a:fillRect l="0" t="0" r="0" b="0"/>
          </a:stretch>
        </p:blipFill>
        <p:spPr>
          <a:xfrm xmlns:a="http://schemas.openxmlformats.org/drawingml/2006/main">
            <a:off x="3581400" y="2495550"/>
            <a:ext cx="304800" cy="304800"/>
          </a:xfrm>
          <a:prstGeom xmlns:a="http://schemas.openxmlformats.org/drawingml/2006/main" prst="rect">
            <a:avLst/>
          </a:prstGeom>
          <a:ln xmlns:a="http://schemas.openxmlformats.org/drawingml/2006/main">
            <a:noFill/>
          </a:ln>
        </p:spPr>
      </p:pic>
      <p:sp>
        <p:nvSpPr>
          <p:cNvPr id="23" name="Text 23">
            <a:extLst xmlns:a="http://schemas.openxmlformats.org/drawingml/2006/main">
              <a:ext uri="{FF2B5EF4-FFF2-40B4-BE49-F238E27FC236}">
                <a16:creationId xmlns:a16="http://schemas.microsoft.com/office/drawing/2014/main" id="{98AB0BB4-F393-4F55-9BE8-1696528FF2DC}"/>
              </a:ext>
            </a:extLst>
          </p:cNvPr>
          <p:cNvSpPr>
            <a:spLocks xmlns:a="http://schemas.openxmlformats.org/drawingml/2006/main" noGrp="1"/>
          </p:cNvSpPr>
          <p:nvPr/>
        </p:nvSpPr>
        <p:spPr>
          <a:xfrm xmlns:a="http://schemas.openxmlformats.org/drawingml/2006/main">
            <a:off x="3009900" y="3105150"/>
            <a:ext cx="14478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900" b="1">
                <a:solidFill>
                  <a:srgbClr val="17212B"/>
                </a:solidFill>
                <a:latin typeface="Arial"/>
                <a:ea typeface="Arial"/>
                <a:cs typeface="Arial"/>
              </a:rPr>
              <a:t>Review</a:t>
            </a:r>
            <a:endParaRPr sz="1900"/>
          </a:p>
        </p:txBody>
      </p:sp>
      <p:sp>
        <p:nvSpPr>
          <p:cNvPr id="24" name="Text 24">
            <a:extLst xmlns:a="http://schemas.openxmlformats.org/drawingml/2006/main">
              <a:ext uri="{FF2B5EF4-FFF2-40B4-BE49-F238E27FC236}">
                <a16:creationId xmlns:a16="http://schemas.microsoft.com/office/drawing/2014/main" id="{D8718CCD-AD2D-4CBF-B325-7D3EC4C4913C}"/>
              </a:ext>
            </a:extLst>
          </p:cNvPr>
          <p:cNvSpPr>
            <a:spLocks xmlns:a="http://schemas.openxmlformats.org/drawingml/2006/main" noGrp="1"/>
          </p:cNvSpPr>
          <p:nvPr/>
        </p:nvSpPr>
        <p:spPr>
          <a:xfrm xmlns:a="http://schemas.openxmlformats.org/drawingml/2006/main">
            <a:off x="3009900" y="3486150"/>
            <a:ext cx="14478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400" b="0">
                <a:solidFill>
                  <a:srgbClr val="5D6873"/>
                </a:solidFill>
                <a:latin typeface="Arial"/>
                <a:ea typeface="Arial"/>
                <a:cs typeface="Arial"/>
              </a:rPr>
              <a:t>Activity facts and source risk</a:t>
            </a:r>
            <a:endParaRPr sz="1400"/>
          </a:p>
        </p:txBody>
      </p:sp>
      <p:sp>
        <p:nvSpPr>
          <p:cNvPr id="25" name="Shape 25">
            <a:extLst xmlns:a="http://schemas.openxmlformats.org/drawingml/2006/main">
              <a:ext uri="{FF2B5EF4-FFF2-40B4-BE49-F238E27FC236}">
                <a16:creationId xmlns:a16="http://schemas.microsoft.com/office/drawing/2014/main" id="{7E380E0B-FF25-4DFD-BBAA-1E5D0E7157EB}"/>
              </a:ext>
            </a:extLst>
          </p:cNvPr>
          <p:cNvSpPr>
            <a:spLocks xmlns:a="http://schemas.openxmlformats.org/drawingml/2006/main" noGrp="1"/>
          </p:cNvSpPr>
          <p:nvPr/>
        </p:nvSpPr>
        <p:spPr>
          <a:xfrm xmlns:a="http://schemas.openxmlformats.org/drawingml/2006/main">
            <a:off x="5143500" y="2133600"/>
            <a:ext cx="1752600" cy="203835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26" name="Shape 26">
            <a:extLst xmlns:a="http://schemas.openxmlformats.org/drawingml/2006/main">
              <a:ext uri="{FF2B5EF4-FFF2-40B4-BE49-F238E27FC236}">
                <a16:creationId xmlns:a16="http://schemas.microsoft.com/office/drawing/2014/main" id="{3BE91377-EF68-4FEE-836A-AFE9A33B9895}"/>
              </a:ext>
            </a:extLst>
          </p:cNvPr>
          <p:cNvSpPr>
            <a:spLocks xmlns:a="http://schemas.openxmlformats.org/drawingml/2006/main" noGrp="1"/>
          </p:cNvSpPr>
          <p:nvPr/>
        </p:nvSpPr>
        <p:spPr>
          <a:xfrm xmlns:a="http://schemas.openxmlformats.org/drawingml/2006/main">
            <a:off x="5143500" y="2133600"/>
            <a:ext cx="1752600" cy="57150"/>
          </a:xfrm>
          <a:prstGeom xmlns:a="http://schemas.openxmlformats.org/drawingml/2006/main" prst="rect">
            <a:avLst/>
          </a:prstGeom>
          <a:solidFill xmlns:a="http://schemas.openxmlformats.org/drawingml/2006/main">
            <a:srgbClr val="981B1E"/>
          </a:solidFill>
          <a:ln xmlns:a="http://schemas.openxmlformats.org/drawingml/2006/main" w="12700">
            <a:solidFill>
              <a:srgbClr val="981B1E"/>
            </a:solidFill>
          </a:ln>
        </p:spPr>
      </p:sp>
      <p:sp>
        <p:nvSpPr>
          <p:cNvPr id="27" name="Text 27">
            <a:extLst xmlns:a="http://schemas.openxmlformats.org/drawingml/2006/main">
              <a:ext uri="{FF2B5EF4-FFF2-40B4-BE49-F238E27FC236}">
                <a16:creationId xmlns:a16="http://schemas.microsoft.com/office/drawing/2014/main" id="{6B0BCF52-ECDC-48A9-BFF9-573AC4E2233B}"/>
              </a:ext>
            </a:extLst>
          </p:cNvPr>
          <p:cNvSpPr>
            <a:spLocks xmlns:a="http://schemas.openxmlformats.org/drawingml/2006/main" noGrp="1"/>
          </p:cNvSpPr>
          <p:nvPr/>
        </p:nvSpPr>
        <p:spPr>
          <a:xfrm xmlns:a="http://schemas.openxmlformats.org/drawingml/2006/main">
            <a:off x="5295900" y="2286000"/>
            <a:ext cx="381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a:solidFill>
                  <a:srgbClr val="981B1E"/>
                </a:solidFill>
                <a:latin typeface="Arial"/>
                <a:ea typeface="Arial"/>
                <a:cs typeface="Arial"/>
              </a:rPr>
              <a:t>03</a:t>
            </a:r>
            <a:endParaRPr sz="1200"/>
          </a:p>
        </p:txBody>
      </p:sp>
      <p:sp>
        <p:nvSpPr>
          <p:cNvPr id="28" name="Shape 28">
            <a:extLst xmlns:a="http://schemas.openxmlformats.org/drawingml/2006/main">
              <a:ext uri="{FF2B5EF4-FFF2-40B4-BE49-F238E27FC236}">
                <a16:creationId xmlns:a16="http://schemas.microsoft.com/office/drawing/2014/main" id="{F1208182-96B6-4641-827F-E0C8BAA2705D}"/>
              </a:ext>
            </a:extLst>
          </p:cNvPr>
          <p:cNvSpPr>
            <a:spLocks xmlns:a="http://schemas.openxmlformats.org/drawingml/2006/main" noGrp="1"/>
          </p:cNvSpPr>
          <p:nvPr/>
        </p:nvSpPr>
        <p:spPr>
          <a:xfrm xmlns:a="http://schemas.openxmlformats.org/drawingml/2006/main">
            <a:off x="5715000" y="2343150"/>
            <a:ext cx="609600" cy="609600"/>
          </a:xfrm>
          <a:prstGeom xmlns:a="http://schemas.openxmlformats.org/drawingml/2006/main" prst="ellipse">
            <a:avLst/>
          </a:prstGeom>
          <a:solidFill xmlns:a="http://schemas.openxmlformats.org/drawingml/2006/main">
            <a:srgbClr val="F4F6F8"/>
          </a:solidFill>
          <a:ln xmlns:a="http://schemas.openxmlformats.org/drawingml/2006/main" w="19050">
            <a:solidFill>
              <a:srgbClr val="981B1E"/>
            </a:solidFill>
          </a:ln>
        </p:spPr>
      </p:sp>
      <p:pic>
        <p:nvPicPr>
          <p:cNvPr id="87" name="Picture 29"/>
          <p:cNvPicPr>
            <a:picLocks xmlns:a="http://schemas.openxmlformats.org/drawingml/2006/main" noChangeAspect="1"/>
          </p:cNvPicPr>
          <p:nvPr/>
        </p:nvPicPr>
        <p:blipFill>
          <a:blip xmlns:r="http://schemas.openxmlformats.org/officeDocument/2006/relationships" xmlns:a="http://schemas.openxmlformats.org/drawingml/2006/main" r:embed="R61ef9cc9834a4ba9"/>
          <a:stretch xmlns:a="http://schemas.openxmlformats.org/drawingml/2006/main">
            <a:fillRect l="0" t="0" r="0" b="0"/>
          </a:stretch>
        </p:blipFill>
        <p:spPr>
          <a:xfrm xmlns:a="http://schemas.openxmlformats.org/drawingml/2006/main">
            <a:off x="5867400" y="2495550"/>
            <a:ext cx="304800" cy="304800"/>
          </a:xfrm>
          <a:prstGeom xmlns:a="http://schemas.openxmlformats.org/drawingml/2006/main" prst="rect">
            <a:avLst/>
          </a:prstGeom>
          <a:ln xmlns:a="http://schemas.openxmlformats.org/drawingml/2006/main">
            <a:noFill/>
          </a:ln>
        </p:spPr>
      </p:pic>
      <p:sp>
        <p:nvSpPr>
          <p:cNvPr id="30" name="Text 30">
            <a:extLst xmlns:a="http://schemas.openxmlformats.org/drawingml/2006/main">
              <a:ext uri="{FF2B5EF4-FFF2-40B4-BE49-F238E27FC236}">
                <a16:creationId xmlns:a16="http://schemas.microsoft.com/office/drawing/2014/main" id="{2F3B5C90-AD94-4C50-9032-B189EA910DB7}"/>
              </a:ext>
            </a:extLst>
          </p:cNvPr>
          <p:cNvSpPr>
            <a:spLocks xmlns:a="http://schemas.openxmlformats.org/drawingml/2006/main" noGrp="1"/>
          </p:cNvSpPr>
          <p:nvPr/>
        </p:nvSpPr>
        <p:spPr>
          <a:xfrm xmlns:a="http://schemas.openxmlformats.org/drawingml/2006/main">
            <a:off x="5295900" y="3105150"/>
            <a:ext cx="14478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900" b="1">
                <a:solidFill>
                  <a:srgbClr val="17212B"/>
                </a:solidFill>
                <a:latin typeface="Arial"/>
                <a:ea typeface="Arial"/>
                <a:cs typeface="Arial"/>
              </a:rPr>
              <a:t>Analyze</a:t>
            </a:r>
            <a:endParaRPr sz="1900"/>
          </a:p>
        </p:txBody>
      </p:sp>
      <p:sp>
        <p:nvSpPr>
          <p:cNvPr id="31" name="Text 31">
            <a:extLst xmlns:a="http://schemas.openxmlformats.org/drawingml/2006/main">
              <a:ext uri="{FF2B5EF4-FFF2-40B4-BE49-F238E27FC236}">
                <a16:creationId xmlns:a16="http://schemas.microsoft.com/office/drawing/2014/main" id="{04C4862C-185E-43EA-AA46-ADD0DF390547}"/>
              </a:ext>
            </a:extLst>
          </p:cNvPr>
          <p:cNvSpPr>
            <a:spLocks xmlns:a="http://schemas.openxmlformats.org/drawingml/2006/main" noGrp="1"/>
          </p:cNvSpPr>
          <p:nvPr/>
        </p:nvSpPr>
        <p:spPr>
          <a:xfrm xmlns:a="http://schemas.openxmlformats.org/drawingml/2006/main">
            <a:off x="5295900" y="3486150"/>
            <a:ext cx="14478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400" b="0">
                <a:solidFill>
                  <a:srgbClr val="5D6873"/>
                </a:solidFill>
                <a:latin typeface="Arial"/>
                <a:ea typeface="Arial"/>
                <a:cs typeface="Arial"/>
              </a:rPr>
              <a:t>Bounded evidence pipeline</a:t>
            </a:r>
            <a:endParaRPr sz="1400"/>
          </a:p>
        </p:txBody>
      </p:sp>
      <p:sp>
        <p:nvSpPr>
          <p:cNvPr id="32" name="Shape 32">
            <a:extLst xmlns:a="http://schemas.openxmlformats.org/drawingml/2006/main">
              <a:ext uri="{FF2B5EF4-FFF2-40B4-BE49-F238E27FC236}">
                <a16:creationId xmlns:a16="http://schemas.microsoft.com/office/drawing/2014/main" id="{9E125142-D077-44F9-97D6-7327D34398A9}"/>
              </a:ext>
            </a:extLst>
          </p:cNvPr>
          <p:cNvSpPr>
            <a:spLocks xmlns:a="http://schemas.openxmlformats.org/drawingml/2006/main" noGrp="1"/>
          </p:cNvSpPr>
          <p:nvPr/>
        </p:nvSpPr>
        <p:spPr>
          <a:xfrm xmlns:a="http://schemas.openxmlformats.org/drawingml/2006/main">
            <a:off x="7429500" y="2133600"/>
            <a:ext cx="1752600" cy="203835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33" name="Shape 33">
            <a:extLst xmlns:a="http://schemas.openxmlformats.org/drawingml/2006/main">
              <a:ext uri="{FF2B5EF4-FFF2-40B4-BE49-F238E27FC236}">
                <a16:creationId xmlns:a16="http://schemas.microsoft.com/office/drawing/2014/main" id="{0E79608F-E23C-4FF8-A448-9EEB8C3A1143}"/>
              </a:ext>
            </a:extLst>
          </p:cNvPr>
          <p:cNvSpPr>
            <a:spLocks xmlns:a="http://schemas.openxmlformats.org/drawingml/2006/main" noGrp="1"/>
          </p:cNvSpPr>
          <p:nvPr/>
        </p:nvSpPr>
        <p:spPr>
          <a:xfrm xmlns:a="http://schemas.openxmlformats.org/drawingml/2006/main">
            <a:off x="7429500" y="2133600"/>
            <a:ext cx="1752600" cy="57150"/>
          </a:xfrm>
          <a:prstGeom xmlns:a="http://schemas.openxmlformats.org/drawingml/2006/main" prst="rect">
            <a:avLst/>
          </a:prstGeom>
          <a:solidFill xmlns:a="http://schemas.openxmlformats.org/drawingml/2006/main">
            <a:srgbClr val="1F7A5A"/>
          </a:solidFill>
          <a:ln xmlns:a="http://schemas.openxmlformats.org/drawingml/2006/main" w="12700">
            <a:solidFill>
              <a:srgbClr val="1F7A5A"/>
            </a:solidFill>
          </a:ln>
        </p:spPr>
      </p:sp>
      <p:sp>
        <p:nvSpPr>
          <p:cNvPr id="34" name="Text 34">
            <a:extLst xmlns:a="http://schemas.openxmlformats.org/drawingml/2006/main">
              <a:ext uri="{FF2B5EF4-FFF2-40B4-BE49-F238E27FC236}">
                <a16:creationId xmlns:a16="http://schemas.microsoft.com/office/drawing/2014/main" id="{4A6EB0A6-FAD3-4A39-9822-DBADBE6B6F04}"/>
              </a:ext>
            </a:extLst>
          </p:cNvPr>
          <p:cNvSpPr>
            <a:spLocks xmlns:a="http://schemas.openxmlformats.org/drawingml/2006/main" noGrp="1"/>
          </p:cNvSpPr>
          <p:nvPr/>
        </p:nvSpPr>
        <p:spPr>
          <a:xfrm xmlns:a="http://schemas.openxmlformats.org/drawingml/2006/main">
            <a:off x="7581900" y="2286000"/>
            <a:ext cx="381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a:solidFill>
                  <a:srgbClr val="1F7A5A"/>
                </a:solidFill>
                <a:latin typeface="Arial"/>
                <a:ea typeface="Arial"/>
                <a:cs typeface="Arial"/>
              </a:rPr>
              <a:t>04</a:t>
            </a:r>
            <a:endParaRPr sz="1200"/>
          </a:p>
        </p:txBody>
      </p:sp>
      <p:sp>
        <p:nvSpPr>
          <p:cNvPr id="35" name="Shape 35">
            <a:extLst xmlns:a="http://schemas.openxmlformats.org/drawingml/2006/main">
              <a:ext uri="{FF2B5EF4-FFF2-40B4-BE49-F238E27FC236}">
                <a16:creationId xmlns:a16="http://schemas.microsoft.com/office/drawing/2014/main" id="{FAACB2B9-E647-4DBC-924D-74F09D90C6E7}"/>
              </a:ext>
            </a:extLst>
          </p:cNvPr>
          <p:cNvSpPr>
            <a:spLocks xmlns:a="http://schemas.openxmlformats.org/drawingml/2006/main" noGrp="1"/>
          </p:cNvSpPr>
          <p:nvPr/>
        </p:nvSpPr>
        <p:spPr>
          <a:xfrm xmlns:a="http://schemas.openxmlformats.org/drawingml/2006/main">
            <a:off x="8001000" y="2343150"/>
            <a:ext cx="609600" cy="609600"/>
          </a:xfrm>
          <a:prstGeom xmlns:a="http://schemas.openxmlformats.org/drawingml/2006/main" prst="ellipse">
            <a:avLst/>
          </a:prstGeom>
          <a:solidFill xmlns:a="http://schemas.openxmlformats.org/drawingml/2006/main">
            <a:srgbClr val="F4F6F8"/>
          </a:solidFill>
          <a:ln xmlns:a="http://schemas.openxmlformats.org/drawingml/2006/main" w="19050">
            <a:solidFill>
              <a:srgbClr val="1F7A5A"/>
            </a:solidFill>
          </a:ln>
        </p:spPr>
      </p:sp>
      <p:pic>
        <p:nvPicPr>
          <p:cNvPr id="94" name="Picture 36"/>
          <p:cNvPicPr>
            <a:picLocks xmlns:a="http://schemas.openxmlformats.org/drawingml/2006/main" noChangeAspect="1"/>
          </p:cNvPicPr>
          <p:nvPr/>
        </p:nvPicPr>
        <p:blipFill>
          <a:blip xmlns:r="http://schemas.openxmlformats.org/officeDocument/2006/relationships" xmlns:a="http://schemas.openxmlformats.org/drawingml/2006/main" r:embed="R8a2d7a3fb2c041a9"/>
          <a:stretch xmlns:a="http://schemas.openxmlformats.org/drawingml/2006/main">
            <a:fillRect l="0" t="0" r="0" b="0"/>
          </a:stretch>
        </p:blipFill>
        <p:spPr>
          <a:xfrm xmlns:a="http://schemas.openxmlformats.org/drawingml/2006/main">
            <a:off x="8153400" y="2495550"/>
            <a:ext cx="304800" cy="304800"/>
          </a:xfrm>
          <a:prstGeom xmlns:a="http://schemas.openxmlformats.org/drawingml/2006/main" prst="rect">
            <a:avLst/>
          </a:prstGeom>
          <a:ln xmlns:a="http://schemas.openxmlformats.org/drawingml/2006/main">
            <a:noFill/>
          </a:ln>
        </p:spPr>
      </p:pic>
      <p:sp>
        <p:nvSpPr>
          <p:cNvPr id="37" name="Text 37">
            <a:extLst xmlns:a="http://schemas.openxmlformats.org/drawingml/2006/main">
              <a:ext uri="{FF2B5EF4-FFF2-40B4-BE49-F238E27FC236}">
                <a16:creationId xmlns:a16="http://schemas.microsoft.com/office/drawing/2014/main" id="{B43A2C12-2B6F-4289-AA58-E8BE26E43B68}"/>
              </a:ext>
            </a:extLst>
          </p:cNvPr>
          <p:cNvSpPr>
            <a:spLocks xmlns:a="http://schemas.openxmlformats.org/drawingml/2006/main" noGrp="1"/>
          </p:cNvSpPr>
          <p:nvPr/>
        </p:nvSpPr>
        <p:spPr>
          <a:xfrm xmlns:a="http://schemas.openxmlformats.org/drawingml/2006/main">
            <a:off x="7581900" y="3105150"/>
            <a:ext cx="14478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900" b="1">
                <a:solidFill>
                  <a:srgbClr val="17212B"/>
                </a:solidFill>
                <a:latin typeface="Arial"/>
                <a:ea typeface="Arial"/>
                <a:cs typeface="Arial"/>
              </a:rPr>
              <a:t>Inspect</a:t>
            </a:r>
            <a:endParaRPr sz="1900"/>
          </a:p>
        </p:txBody>
      </p:sp>
      <p:sp>
        <p:nvSpPr>
          <p:cNvPr id="38" name="Text 38">
            <a:extLst xmlns:a="http://schemas.openxmlformats.org/drawingml/2006/main">
              <a:ext uri="{FF2B5EF4-FFF2-40B4-BE49-F238E27FC236}">
                <a16:creationId xmlns:a16="http://schemas.microsoft.com/office/drawing/2014/main" id="{6FFD9D6C-FBA5-4477-ADDC-4278E29E2E9F}"/>
              </a:ext>
            </a:extLst>
          </p:cNvPr>
          <p:cNvSpPr>
            <a:spLocks xmlns:a="http://schemas.openxmlformats.org/drawingml/2006/main" noGrp="1"/>
          </p:cNvSpPr>
          <p:nvPr/>
        </p:nvSpPr>
        <p:spPr>
          <a:xfrm xmlns:a="http://schemas.openxmlformats.org/drawingml/2006/main">
            <a:off x="7581900" y="3486150"/>
            <a:ext cx="14478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400" b="0">
                <a:solidFill>
                  <a:srgbClr val="5D6873"/>
                </a:solidFill>
                <a:latin typeface="Arial"/>
                <a:ea typeface="Arial"/>
                <a:cs typeface="Arial"/>
              </a:rPr>
              <a:t>Grounding and provenance</a:t>
            </a:r>
            <a:endParaRPr sz="1400"/>
          </a:p>
        </p:txBody>
      </p:sp>
      <p:sp>
        <p:nvSpPr>
          <p:cNvPr id="39" name="Shape 39">
            <a:extLst xmlns:a="http://schemas.openxmlformats.org/drawingml/2006/main">
              <a:ext uri="{FF2B5EF4-FFF2-40B4-BE49-F238E27FC236}">
                <a16:creationId xmlns:a16="http://schemas.microsoft.com/office/drawing/2014/main" id="{215C4C81-47F5-45ED-9AD2-D28DD5D2AE0E}"/>
              </a:ext>
            </a:extLst>
          </p:cNvPr>
          <p:cNvSpPr>
            <a:spLocks xmlns:a="http://schemas.openxmlformats.org/drawingml/2006/main" noGrp="1"/>
          </p:cNvSpPr>
          <p:nvPr/>
        </p:nvSpPr>
        <p:spPr>
          <a:xfrm xmlns:a="http://schemas.openxmlformats.org/drawingml/2006/main">
            <a:off x="9715500" y="2133600"/>
            <a:ext cx="1752600" cy="2038350"/>
          </a:xfrm>
          <a:prstGeom xmlns:a="http://schemas.openxmlformats.org/drawingml/2006/main" prst="roundRect">
            <a:avLst/>
          </a:prstGeom>
          <a:solidFill xmlns:a="http://schemas.openxmlformats.org/drawingml/2006/main">
            <a:srgbClr val="FCEBEC"/>
          </a:solidFill>
          <a:ln xmlns:a="http://schemas.openxmlformats.org/drawingml/2006/main" w="25400">
            <a:solidFill>
              <a:srgbClr val="D71920"/>
            </a:solidFill>
          </a:ln>
        </p:spPr>
      </p:sp>
      <p:sp>
        <p:nvSpPr>
          <p:cNvPr id="40" name="Shape 40">
            <a:extLst xmlns:a="http://schemas.openxmlformats.org/drawingml/2006/main">
              <a:ext uri="{FF2B5EF4-FFF2-40B4-BE49-F238E27FC236}">
                <a16:creationId xmlns:a16="http://schemas.microsoft.com/office/drawing/2014/main" id="{8EE69E11-92F6-4770-8694-0A322A4AACD6}"/>
              </a:ext>
            </a:extLst>
          </p:cNvPr>
          <p:cNvSpPr>
            <a:spLocks xmlns:a="http://schemas.openxmlformats.org/drawingml/2006/main" noGrp="1"/>
          </p:cNvSpPr>
          <p:nvPr/>
        </p:nvSpPr>
        <p:spPr>
          <a:xfrm xmlns:a="http://schemas.openxmlformats.org/drawingml/2006/main">
            <a:off x="9715500" y="2133600"/>
            <a:ext cx="1752600" cy="57150"/>
          </a:xfrm>
          <a:prstGeom xmlns:a="http://schemas.openxmlformats.org/drawingml/2006/main" prst="rect">
            <a:avLst/>
          </a:prstGeom>
          <a:solidFill xmlns:a="http://schemas.openxmlformats.org/drawingml/2006/main">
            <a:srgbClr val="D71920"/>
          </a:solidFill>
          <a:ln xmlns:a="http://schemas.openxmlformats.org/drawingml/2006/main" w="12700">
            <a:solidFill>
              <a:srgbClr val="D71920"/>
            </a:solidFill>
          </a:ln>
        </p:spPr>
      </p:sp>
      <p:sp>
        <p:nvSpPr>
          <p:cNvPr id="41" name="Text 41">
            <a:extLst xmlns:a="http://schemas.openxmlformats.org/drawingml/2006/main">
              <a:ext uri="{FF2B5EF4-FFF2-40B4-BE49-F238E27FC236}">
                <a16:creationId xmlns:a16="http://schemas.microsoft.com/office/drawing/2014/main" id="{A098E11C-3A54-4DFE-8AA6-A22F1AF5668B}"/>
              </a:ext>
            </a:extLst>
          </p:cNvPr>
          <p:cNvSpPr>
            <a:spLocks xmlns:a="http://schemas.openxmlformats.org/drawingml/2006/main" noGrp="1"/>
          </p:cNvSpPr>
          <p:nvPr/>
        </p:nvSpPr>
        <p:spPr>
          <a:xfrm xmlns:a="http://schemas.openxmlformats.org/drawingml/2006/main">
            <a:off x="9867900" y="2286000"/>
            <a:ext cx="381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a:solidFill>
                  <a:srgbClr val="D71920"/>
                </a:solidFill>
                <a:latin typeface="Arial"/>
                <a:ea typeface="Arial"/>
                <a:cs typeface="Arial"/>
              </a:rPr>
              <a:t>05</a:t>
            </a:r>
            <a:endParaRPr sz="1200"/>
          </a:p>
        </p:txBody>
      </p:sp>
      <p:sp>
        <p:nvSpPr>
          <p:cNvPr id="42" name="Shape 42">
            <a:extLst xmlns:a="http://schemas.openxmlformats.org/drawingml/2006/main">
              <a:ext uri="{FF2B5EF4-FFF2-40B4-BE49-F238E27FC236}">
                <a16:creationId xmlns:a16="http://schemas.microsoft.com/office/drawing/2014/main" id="{DA9D9506-C1FF-4C5F-A934-B7C288D2655F}"/>
              </a:ext>
            </a:extLst>
          </p:cNvPr>
          <p:cNvSpPr>
            <a:spLocks xmlns:a="http://schemas.openxmlformats.org/drawingml/2006/main" noGrp="1"/>
          </p:cNvSpPr>
          <p:nvPr/>
        </p:nvSpPr>
        <p:spPr>
          <a:xfrm xmlns:a="http://schemas.openxmlformats.org/drawingml/2006/main">
            <a:off x="10287000" y="2343150"/>
            <a:ext cx="609600" cy="609600"/>
          </a:xfrm>
          <a:prstGeom xmlns:a="http://schemas.openxmlformats.org/drawingml/2006/main" prst="ellipse">
            <a:avLst/>
          </a:prstGeom>
          <a:solidFill xmlns:a="http://schemas.openxmlformats.org/drawingml/2006/main">
            <a:srgbClr val="FFFFFF"/>
          </a:solidFill>
          <a:ln xmlns:a="http://schemas.openxmlformats.org/drawingml/2006/main" w="19050">
            <a:solidFill>
              <a:srgbClr val="D71920"/>
            </a:solidFill>
          </a:ln>
        </p:spPr>
      </p:sp>
      <p:pic>
        <p:nvPicPr>
          <p:cNvPr id="101" name="Picture 43"/>
          <p:cNvPicPr>
            <a:picLocks xmlns:a="http://schemas.openxmlformats.org/drawingml/2006/main" noChangeAspect="1"/>
          </p:cNvPicPr>
          <p:nvPr/>
        </p:nvPicPr>
        <p:blipFill>
          <a:blip xmlns:r="http://schemas.openxmlformats.org/officeDocument/2006/relationships" xmlns:a="http://schemas.openxmlformats.org/drawingml/2006/main" r:embed="R4b1e217055a14962"/>
          <a:stretch xmlns:a="http://schemas.openxmlformats.org/drawingml/2006/main">
            <a:fillRect l="0" t="0" r="0" b="0"/>
          </a:stretch>
        </p:blipFill>
        <p:spPr>
          <a:xfrm xmlns:a="http://schemas.openxmlformats.org/drawingml/2006/main">
            <a:off x="10439400" y="2495550"/>
            <a:ext cx="304800" cy="304800"/>
          </a:xfrm>
          <a:prstGeom xmlns:a="http://schemas.openxmlformats.org/drawingml/2006/main" prst="rect">
            <a:avLst/>
          </a:prstGeom>
          <a:ln xmlns:a="http://schemas.openxmlformats.org/drawingml/2006/main">
            <a:noFill/>
          </a:ln>
        </p:spPr>
      </p:pic>
      <p:sp>
        <p:nvSpPr>
          <p:cNvPr id="44" name="Text 44">
            <a:extLst xmlns:a="http://schemas.openxmlformats.org/drawingml/2006/main">
              <a:ext uri="{FF2B5EF4-FFF2-40B4-BE49-F238E27FC236}">
                <a16:creationId xmlns:a16="http://schemas.microsoft.com/office/drawing/2014/main" id="{61F254AE-27D7-401E-A071-892D7E651101}"/>
              </a:ext>
            </a:extLst>
          </p:cNvPr>
          <p:cNvSpPr>
            <a:spLocks xmlns:a="http://schemas.openxmlformats.org/drawingml/2006/main" noGrp="1"/>
          </p:cNvSpPr>
          <p:nvPr/>
        </p:nvSpPr>
        <p:spPr>
          <a:xfrm xmlns:a="http://schemas.openxmlformats.org/drawingml/2006/main">
            <a:off x="9867900" y="3105150"/>
            <a:ext cx="14478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900" b="1">
                <a:solidFill>
                  <a:srgbClr val="17212B"/>
                </a:solidFill>
                <a:latin typeface="Arial"/>
                <a:ea typeface="Arial"/>
                <a:cs typeface="Arial"/>
              </a:rPr>
              <a:t>Reopen</a:t>
            </a:r>
            <a:endParaRPr sz="1900"/>
          </a:p>
        </p:txBody>
      </p:sp>
      <p:sp>
        <p:nvSpPr>
          <p:cNvPr id="45" name="Text 45">
            <a:extLst xmlns:a="http://schemas.openxmlformats.org/drawingml/2006/main">
              <a:ext uri="{FF2B5EF4-FFF2-40B4-BE49-F238E27FC236}">
                <a16:creationId xmlns:a16="http://schemas.microsoft.com/office/drawing/2014/main" id="{475B577B-E395-4948-9D8F-19AEE97AB260}"/>
              </a:ext>
            </a:extLst>
          </p:cNvPr>
          <p:cNvSpPr>
            <a:spLocks xmlns:a="http://schemas.openxmlformats.org/drawingml/2006/main" noGrp="1"/>
          </p:cNvSpPr>
          <p:nvPr/>
        </p:nvSpPr>
        <p:spPr>
          <a:xfrm xmlns:a="http://schemas.openxmlformats.org/drawingml/2006/main">
            <a:off x="9867900" y="3486150"/>
            <a:ext cx="14478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400" b="0">
                <a:solidFill>
                  <a:srgbClr val="5D6873"/>
                </a:solidFill>
                <a:latin typeface="Arial"/>
                <a:ea typeface="Arial"/>
                <a:cs typeface="Arial"/>
              </a:rPr>
              <a:t>Persisted review context</a:t>
            </a:r>
            <a:endParaRPr sz="1400"/>
          </a:p>
        </p:txBody>
      </p:sp>
      <p:sp>
        <p:nvSpPr>
          <p:cNvPr id="46" name="Text 46">
            <a:extLst xmlns:a="http://schemas.openxmlformats.org/drawingml/2006/main">
              <a:ext uri="{FF2B5EF4-FFF2-40B4-BE49-F238E27FC236}">
                <a16:creationId xmlns:a16="http://schemas.microsoft.com/office/drawing/2014/main" id="{374E684A-AF29-46D8-8631-F476A68AD663}"/>
              </a:ext>
            </a:extLst>
          </p:cNvPr>
          <p:cNvSpPr>
            <a:spLocks xmlns:a="http://schemas.openxmlformats.org/drawingml/2006/main" noGrp="1"/>
          </p:cNvSpPr>
          <p:nvPr/>
        </p:nvSpPr>
        <p:spPr>
          <a:xfrm xmlns:a="http://schemas.openxmlformats.org/drawingml/2006/main">
            <a:off x="4762500" y="4591050"/>
            <a:ext cx="4762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400" b="1">
                <a:solidFill>
                  <a:srgbClr val="2A5B84"/>
                </a:solidFill>
                <a:latin typeface="Arial"/>
                <a:ea typeface="Arial"/>
                <a:cs typeface="Arial"/>
              </a:rPr>
              <a:t>A later review resumes from retained context</a:t>
            </a:r>
            <a:endParaRPr sz="1400"/>
          </a:p>
        </p:txBody>
      </p:sp>
      <p:sp>
        <p:nvSpPr>
          <p:cNvPr id="47" name="Shape 47">
            <a:extLst xmlns:a="http://schemas.openxmlformats.org/drawingml/2006/main">
              <a:ext uri="{FF2B5EF4-FFF2-40B4-BE49-F238E27FC236}">
                <a16:creationId xmlns:a16="http://schemas.microsoft.com/office/drawing/2014/main" id="{40963933-56D5-46CC-8CD6-A5E7AC6BAF9A}"/>
              </a:ext>
            </a:extLst>
          </p:cNvPr>
          <p:cNvSpPr>
            <a:spLocks xmlns:a="http://schemas.openxmlformats.org/drawingml/2006/main" noGrp="1"/>
          </p:cNvSpPr>
          <p:nvPr/>
        </p:nvSpPr>
        <p:spPr>
          <a:xfrm xmlns:a="http://schemas.openxmlformats.org/drawingml/2006/main">
            <a:off x="1981200" y="5391150"/>
            <a:ext cx="8229600" cy="628650"/>
          </a:xfrm>
          <a:prstGeom xmlns:a="http://schemas.openxmlformats.org/drawingml/2006/main" prst="rect">
            <a:avLst/>
          </a:prstGeom>
          <a:solidFill xmlns:a="http://schemas.openxmlformats.org/drawingml/2006/main">
            <a:srgbClr val="F4F6F8"/>
          </a:solidFill>
          <a:ln xmlns:a="http://schemas.openxmlformats.org/drawingml/2006/main" w="12700">
            <a:solidFill>
              <a:srgbClr val="D9DEE3"/>
            </a:solidFill>
          </a:ln>
        </p:spPr>
      </p:sp>
      <p:sp>
        <p:nvSpPr>
          <p:cNvPr id="48" name="Shape 48">
            <a:extLst xmlns:a="http://schemas.openxmlformats.org/drawingml/2006/main">
              <a:ext uri="{FF2B5EF4-FFF2-40B4-BE49-F238E27FC236}">
                <a16:creationId xmlns:a16="http://schemas.microsoft.com/office/drawing/2014/main" id="{34DB2837-8CFC-48E4-B3A1-D0B43E8D729B}"/>
              </a:ext>
            </a:extLst>
          </p:cNvPr>
          <p:cNvSpPr>
            <a:spLocks xmlns:a="http://schemas.openxmlformats.org/drawingml/2006/main" noGrp="1"/>
          </p:cNvSpPr>
          <p:nvPr/>
        </p:nvSpPr>
        <p:spPr>
          <a:xfrm xmlns:a="http://schemas.openxmlformats.org/drawingml/2006/main">
            <a:off x="2152650" y="5495925"/>
            <a:ext cx="400050" cy="400050"/>
          </a:xfrm>
          <a:prstGeom xmlns:a="http://schemas.openxmlformats.org/drawingml/2006/main" prst="ellipse">
            <a:avLst/>
          </a:prstGeom>
          <a:solidFill xmlns:a="http://schemas.openxmlformats.org/drawingml/2006/main">
            <a:srgbClr val="FFFFFF"/>
          </a:solidFill>
          <a:ln xmlns:a="http://schemas.openxmlformats.org/drawingml/2006/main" w="19050">
            <a:solidFill>
              <a:srgbClr val="D71920"/>
            </a:solidFill>
          </a:ln>
        </p:spPr>
      </p:sp>
      <p:pic>
        <p:nvPicPr>
          <p:cNvPr id="107" name="Picture 49"/>
          <p:cNvPicPr>
            <a:picLocks xmlns:a="http://schemas.openxmlformats.org/drawingml/2006/main" noChangeAspect="1"/>
          </p:cNvPicPr>
          <p:nvPr/>
        </p:nvPicPr>
        <p:blipFill>
          <a:blip xmlns:r="http://schemas.openxmlformats.org/officeDocument/2006/relationships" xmlns:a="http://schemas.openxmlformats.org/drawingml/2006/main" r:embed="Rc9090e12db534f92"/>
          <a:stretch xmlns:a="http://schemas.openxmlformats.org/drawingml/2006/main">
            <a:fillRect l="0" t="0" r="0" b="0"/>
          </a:stretch>
        </p:blipFill>
        <p:spPr>
          <a:xfrm xmlns:a="http://schemas.openxmlformats.org/drawingml/2006/main">
            <a:off x="2257425" y="5600700"/>
            <a:ext cx="190500" cy="190500"/>
          </a:xfrm>
          <a:prstGeom xmlns:a="http://schemas.openxmlformats.org/drawingml/2006/main" prst="rect">
            <a:avLst/>
          </a:prstGeom>
          <a:ln xmlns:a="http://schemas.openxmlformats.org/drawingml/2006/main">
            <a:noFill/>
          </a:ln>
        </p:spPr>
      </p:pic>
      <p:sp>
        <p:nvSpPr>
          <p:cNvPr id="50" name="Text 50">
            <a:extLst xmlns:a="http://schemas.openxmlformats.org/drawingml/2006/main">
              <a:ext uri="{FF2B5EF4-FFF2-40B4-BE49-F238E27FC236}">
                <a16:creationId xmlns:a16="http://schemas.microsoft.com/office/drawing/2014/main" id="{FDEF7614-FD53-4C2C-9284-32DB4BA1D0BD}"/>
              </a:ext>
            </a:extLst>
          </p:cNvPr>
          <p:cNvSpPr>
            <a:spLocks xmlns:a="http://schemas.openxmlformats.org/drawingml/2006/main" noGrp="1"/>
          </p:cNvSpPr>
          <p:nvPr/>
        </p:nvSpPr>
        <p:spPr>
          <a:xfrm xmlns:a="http://schemas.openxmlformats.org/drawingml/2006/main">
            <a:off x="2743200" y="5524500"/>
            <a:ext cx="7239000" cy="3619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700" b="1">
                <a:solidFill>
                  <a:srgbClr val="17212B"/>
                </a:solidFill>
                <a:latin typeface="Arial"/>
                <a:ea typeface="Arial"/>
                <a:cs typeface="Arial"/>
              </a:rPr>
              <a:t>The recommendation remains advisory. The operator keeps the decision.</a:t>
            </a:r>
            <a:endParaRPr sz="1700"/>
          </a:p>
        </p:txBody>
      </p:sp>
      <p:sp>
        <p:nvSpPr>
          <p:cNvPr id="51" name="Connector 51">
            <a:extLst xmlns:a="http://schemas.openxmlformats.org/drawingml/2006/main">
              <a:ext uri="{FF2B5EF4-FFF2-40B4-BE49-F238E27FC236}">
                <a16:creationId xmlns:a16="http://schemas.microsoft.com/office/drawing/2014/main" id="{11BCD726-2F2D-455A-81F5-65CD20009727}"/>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D9DEE3"/>
            </a:solidFill>
          </a:ln>
        </p:spPr>
      </p:sp>
      <p:sp>
        <p:nvSpPr>
          <p:cNvPr id="52" name="Text 52">
            <a:extLst xmlns:a="http://schemas.openxmlformats.org/drawingml/2006/main">
              <a:ext uri="{FF2B5EF4-FFF2-40B4-BE49-F238E27FC236}">
                <a16:creationId xmlns:a16="http://schemas.microsoft.com/office/drawing/2014/main" id="{763A2BE0-0FE2-421D-A5A0-219FD00B3869}"/>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CUSTOMER ACTIVITY ANALYTICS</a:t>
            </a:r>
            <a:endParaRPr sz="1000"/>
          </a:p>
        </p:txBody>
      </p:sp>
      <p:sp>
        <p:nvSpPr>
          <p:cNvPr id="53" name="Text 53">
            <a:extLst xmlns:a="http://schemas.openxmlformats.org/drawingml/2006/main">
              <a:ext uri="{FF2B5EF4-FFF2-40B4-BE49-F238E27FC236}">
                <a16:creationId xmlns:a16="http://schemas.microsoft.com/office/drawing/2014/main" id="{D93C2C85-D2DB-4226-9DDA-16B94B4CD76C}"/>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3</a:t>
            </a:r>
            <a:endParaRPr sz="1000"/>
          </a:p>
        </p:txBody>
      </p:sp>
    </p:spTree>
    <p:extLst>
      <p:ext uri="{BB962C8B-B14F-4D97-AF65-F5344CB8AC3E}">
        <p14:creationId xmlns:p14="http://schemas.microsoft.com/office/powerpoint/2010/main" val="1376995202"/>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1466701C-2473-4969-8DA9-55C1AC0AD6E9}"/>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EXECUTABLE PRODUCT EVIDENCE</a:t>
            </a:r>
            <a:endParaRPr sz="1100"/>
          </a:p>
        </p:txBody>
      </p:sp>
      <p:sp>
        <p:nvSpPr>
          <p:cNvPr id="3" name="Text 3">
            <a:extLst xmlns:a="http://schemas.openxmlformats.org/drawingml/2006/main">
              <a:ext uri="{FF2B5EF4-FFF2-40B4-BE49-F238E27FC236}">
                <a16:creationId xmlns:a16="http://schemas.microsoft.com/office/drawing/2014/main" id="{4B1392EA-70EC-4A7C-BA3C-9023E3E1E374}"/>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R5 exposes three detector artifacts, policy grounding and local-model provenance</a:t>
            </a:r>
            <a:endParaRPr sz="3000"/>
          </a:p>
        </p:txBody>
      </p:sp>
      <p:sp>
        <p:nvSpPr>
          <p:cNvPr id="4" name="Shape 4">
            <a:extLst xmlns:a="http://schemas.openxmlformats.org/drawingml/2006/main">
              <a:ext uri="{FF2B5EF4-FFF2-40B4-BE49-F238E27FC236}">
                <a16:creationId xmlns:a16="http://schemas.microsoft.com/office/drawing/2014/main" id="{97877BD9-EC89-4A62-902F-9558B9C3EB33}"/>
              </a:ext>
            </a:extLst>
          </p:cNvPr>
          <p:cNvSpPr>
            <a:spLocks xmlns:a="http://schemas.openxmlformats.org/drawingml/2006/main" noGrp="1"/>
          </p:cNvSpPr>
          <p:nvPr/>
        </p:nvSpPr>
        <p:spPr>
          <a:xfrm xmlns:a="http://schemas.openxmlformats.org/drawingml/2006/main">
            <a:off x="552450" y="1619250"/>
            <a:ext cx="3448050" cy="3352800"/>
          </a:xfrm>
          <a:prstGeom xmlns:a="http://schemas.openxmlformats.org/drawingml/2006/main" prst="rect">
            <a:avLst/>
          </a:prstGeom>
          <a:solidFill xmlns:a="http://schemas.openxmlformats.org/drawingml/2006/main">
            <a:srgbClr val="FFFFFF"/>
          </a:solidFill>
          <a:ln xmlns:a="http://schemas.openxmlformats.org/drawingml/2006/main" w="12700">
            <a:solidFill>
              <a:srgbClr val="D9DEE3"/>
            </a:solidFill>
          </a:ln>
        </p:spPr>
      </p:sp>
      <p:pic>
        <p:nvPicPr>
          <p:cNvPr id="23" name="Picture 5"/>
          <p:cNvPicPr>
            <a:picLocks xmlns:a="http://schemas.openxmlformats.org/drawingml/2006/main" noChangeAspect="1"/>
          </p:cNvPicPr>
          <p:nvPr/>
        </p:nvPicPr>
        <p:blipFill>
          <a:blip xmlns:r="http://schemas.openxmlformats.org/officeDocument/2006/relationships" xmlns:a="http://schemas.openxmlformats.org/drawingml/2006/main" r:embed="R6d7b05e47f064744"/>
          <a:stretch xmlns:a="http://schemas.openxmlformats.org/drawingml/2006/main">
            <a:fillRect l="0" t="0" r="0" b="0"/>
          </a:stretch>
        </p:blipFill>
        <p:spPr>
          <a:xfrm xmlns:a="http://schemas.openxmlformats.org/drawingml/2006/main">
            <a:off x="628650" y="1714500"/>
            <a:ext cx="3295650" cy="3181350"/>
          </a:xfrm>
          <a:prstGeom xmlns:a="http://schemas.openxmlformats.org/drawingml/2006/main" prst="rect">
            <a:avLst/>
          </a:prstGeom>
          <a:ln xmlns:a="http://schemas.openxmlformats.org/drawingml/2006/main">
            <a:noFill/>
          </a:ln>
        </p:spPr>
      </p:pic>
      <p:sp>
        <p:nvSpPr>
          <p:cNvPr id="6" name="Text 6">
            <a:extLst xmlns:a="http://schemas.openxmlformats.org/drawingml/2006/main">
              <a:ext uri="{FF2B5EF4-FFF2-40B4-BE49-F238E27FC236}">
                <a16:creationId xmlns:a16="http://schemas.microsoft.com/office/drawing/2014/main" id="{F467B74B-CE48-4047-9555-4F3309CE6FA4}"/>
              </a:ext>
            </a:extLst>
          </p:cNvPr>
          <p:cNvSpPr>
            <a:spLocks xmlns:a="http://schemas.openxmlformats.org/drawingml/2006/main" noGrp="1"/>
          </p:cNvSpPr>
          <p:nvPr/>
        </p:nvSpPr>
        <p:spPr>
          <a:xfrm xmlns:a="http://schemas.openxmlformats.org/drawingml/2006/main">
            <a:off x="704850" y="1790700"/>
            <a:ext cx="2152650" cy="285750"/>
          </a:xfrm>
          <a:prstGeom xmlns:a="http://schemas.openxmlformats.org/drawingml/2006/main" prst="rect">
            <a:avLst/>
          </a:prstGeom>
          <a:solidFill xmlns:a="http://schemas.openxmlformats.org/drawingml/2006/main">
            <a:srgbClr val="D71920"/>
          </a:solidFill>
          <a:ln xmlns:a="http://schemas.openxmlformats.org/drawingml/2006/main">
            <a:noFill/>
          </a:ln>
        </p:spPr>
        <p:txBody>
          <a:bodyPr xmlns:a="http://schemas.openxmlformats.org/drawingml/2006/main" wrap="square" lIns="66675" tIns="66675" rIns="66675" bIns="66675" anchor="ctr"/>
          <a:lstStyle xmlns:a="http://schemas.openxmlformats.org/drawingml/2006/main"/>
          <a:p xmlns:a="http://schemas.openxmlformats.org/drawingml/2006/main">
            <a:pPr algn="l">
              <a:buNone/>
            </a:pPr>
            <a:r>
              <a:rPr sz="1100" b="1">
                <a:solidFill>
                  <a:srgbClr val="FFFFFF"/>
                </a:solidFill>
                <a:latin typeface="Arial"/>
                <a:ea typeface="Arial"/>
                <a:cs typeface="Arial"/>
              </a:rPr>
              <a:t>1  BAYESIAN + FUZZY</a:t>
            </a:r>
            <a:endParaRPr sz="1100"/>
          </a:p>
        </p:txBody>
      </p:sp>
      <p:sp>
        <p:nvSpPr>
          <p:cNvPr id="7" name="Shape 7">
            <a:extLst xmlns:a="http://schemas.openxmlformats.org/drawingml/2006/main">
              <a:ext uri="{FF2B5EF4-FFF2-40B4-BE49-F238E27FC236}">
                <a16:creationId xmlns:a16="http://schemas.microsoft.com/office/drawing/2014/main" id="{46B6379B-500B-4C19-8EE8-D6954A463C8F}"/>
              </a:ext>
            </a:extLst>
          </p:cNvPr>
          <p:cNvSpPr>
            <a:spLocks xmlns:a="http://schemas.openxmlformats.org/drawingml/2006/main" noGrp="1"/>
          </p:cNvSpPr>
          <p:nvPr/>
        </p:nvSpPr>
        <p:spPr>
          <a:xfrm xmlns:a="http://schemas.openxmlformats.org/drawingml/2006/main">
            <a:off x="4286250" y="1619250"/>
            <a:ext cx="3448050" cy="3352800"/>
          </a:xfrm>
          <a:prstGeom xmlns:a="http://schemas.openxmlformats.org/drawingml/2006/main" prst="rect">
            <a:avLst/>
          </a:prstGeom>
          <a:solidFill xmlns:a="http://schemas.openxmlformats.org/drawingml/2006/main">
            <a:srgbClr val="FFFFFF"/>
          </a:solidFill>
          <a:ln xmlns:a="http://schemas.openxmlformats.org/drawingml/2006/main" w="12700">
            <a:solidFill>
              <a:srgbClr val="D9DEE3"/>
            </a:solidFill>
          </a:ln>
        </p:spPr>
      </p:sp>
      <p:pic>
        <p:nvPicPr>
          <p:cNvPr id="26" name="Picture 8"/>
          <p:cNvPicPr>
            <a:picLocks xmlns:a="http://schemas.openxmlformats.org/drawingml/2006/main" noChangeAspect="1"/>
          </p:cNvPicPr>
          <p:nvPr/>
        </p:nvPicPr>
        <p:blipFill>
          <a:blip xmlns:r="http://schemas.openxmlformats.org/officeDocument/2006/relationships" xmlns:a="http://schemas.openxmlformats.org/drawingml/2006/main" r:embed="Rcd3f0beb4015409b"/>
          <a:stretch xmlns:a="http://schemas.openxmlformats.org/drawingml/2006/main">
            <a:fillRect l="0" t="0" r="0" b="0"/>
          </a:stretch>
        </p:blipFill>
        <p:spPr>
          <a:xfrm xmlns:a="http://schemas.openxmlformats.org/drawingml/2006/main">
            <a:off x="4362450" y="1714500"/>
            <a:ext cx="3295650" cy="3181350"/>
          </a:xfrm>
          <a:prstGeom xmlns:a="http://schemas.openxmlformats.org/drawingml/2006/main" prst="rect">
            <a:avLst/>
          </a:prstGeom>
          <a:ln xmlns:a="http://schemas.openxmlformats.org/drawingml/2006/main">
            <a:noFill/>
          </a:ln>
        </p:spPr>
      </p:pic>
      <p:sp>
        <p:nvSpPr>
          <p:cNvPr id="9" name="Text 9">
            <a:extLst xmlns:a="http://schemas.openxmlformats.org/drawingml/2006/main">
              <a:ext uri="{FF2B5EF4-FFF2-40B4-BE49-F238E27FC236}">
                <a16:creationId xmlns:a16="http://schemas.microsoft.com/office/drawing/2014/main" id="{711CF01B-225C-4C77-A6A6-34A93A756B27}"/>
              </a:ext>
            </a:extLst>
          </p:cNvPr>
          <p:cNvSpPr>
            <a:spLocks xmlns:a="http://schemas.openxmlformats.org/drawingml/2006/main" noGrp="1"/>
          </p:cNvSpPr>
          <p:nvPr/>
        </p:nvSpPr>
        <p:spPr>
          <a:xfrm xmlns:a="http://schemas.openxmlformats.org/drawingml/2006/main">
            <a:off x="4438650" y="1790700"/>
            <a:ext cx="2152650" cy="285750"/>
          </a:xfrm>
          <a:prstGeom xmlns:a="http://schemas.openxmlformats.org/drawingml/2006/main" prst="rect">
            <a:avLst/>
          </a:prstGeom>
          <a:solidFill xmlns:a="http://schemas.openxmlformats.org/drawingml/2006/main">
            <a:srgbClr val="1F7A5A"/>
          </a:solidFill>
          <a:ln xmlns:a="http://schemas.openxmlformats.org/drawingml/2006/main">
            <a:noFill/>
          </a:ln>
        </p:spPr>
        <p:txBody>
          <a:bodyPr xmlns:a="http://schemas.openxmlformats.org/drawingml/2006/main" wrap="square" lIns="66675" tIns="66675" rIns="66675" bIns="66675" anchor="ctr"/>
          <a:lstStyle xmlns:a="http://schemas.openxmlformats.org/drawingml/2006/main"/>
          <a:p xmlns:a="http://schemas.openxmlformats.org/drawingml/2006/main">
            <a:pPr algn="l">
              <a:buNone/>
            </a:pPr>
            <a:r>
              <a:rPr sz="1100" b="1">
                <a:solidFill>
                  <a:srgbClr val="FFFFFF"/>
                </a:solidFill>
                <a:latin typeface="Arial"/>
                <a:ea typeface="Arial"/>
                <a:cs typeface="Arial"/>
              </a:rPr>
              <a:t>2  FUZZY + FOREST</a:t>
            </a:r>
            <a:endParaRPr sz="1100"/>
          </a:p>
        </p:txBody>
      </p:sp>
      <p:sp>
        <p:nvSpPr>
          <p:cNvPr id="10" name="Shape 10">
            <a:extLst xmlns:a="http://schemas.openxmlformats.org/drawingml/2006/main">
              <a:ext uri="{FF2B5EF4-FFF2-40B4-BE49-F238E27FC236}">
                <a16:creationId xmlns:a16="http://schemas.microsoft.com/office/drawing/2014/main" id="{8E256CE6-F1BD-492A-BE02-628B18DEACAA}"/>
              </a:ext>
            </a:extLst>
          </p:cNvPr>
          <p:cNvSpPr>
            <a:spLocks xmlns:a="http://schemas.openxmlformats.org/drawingml/2006/main" noGrp="1"/>
          </p:cNvSpPr>
          <p:nvPr/>
        </p:nvSpPr>
        <p:spPr>
          <a:xfrm xmlns:a="http://schemas.openxmlformats.org/drawingml/2006/main">
            <a:off x="8020050" y="1619250"/>
            <a:ext cx="3448050" cy="3352800"/>
          </a:xfrm>
          <a:prstGeom xmlns:a="http://schemas.openxmlformats.org/drawingml/2006/main" prst="rect">
            <a:avLst/>
          </a:prstGeom>
          <a:solidFill xmlns:a="http://schemas.openxmlformats.org/drawingml/2006/main">
            <a:srgbClr val="FFFFFF"/>
          </a:solidFill>
          <a:ln xmlns:a="http://schemas.openxmlformats.org/drawingml/2006/main" w="12700">
            <a:solidFill>
              <a:srgbClr val="D9DEE3"/>
            </a:solidFill>
          </a:ln>
        </p:spPr>
      </p:sp>
      <p:pic>
        <p:nvPicPr>
          <p:cNvPr id="29" name="Picture 11"/>
          <p:cNvPicPr>
            <a:picLocks xmlns:a="http://schemas.openxmlformats.org/drawingml/2006/main" noChangeAspect="1"/>
          </p:cNvPicPr>
          <p:nvPr/>
        </p:nvPicPr>
        <p:blipFill>
          <a:blip xmlns:r="http://schemas.openxmlformats.org/officeDocument/2006/relationships" xmlns:a="http://schemas.openxmlformats.org/drawingml/2006/main" r:embed="R0c9c4ca340ca4294"/>
          <a:stretch xmlns:a="http://schemas.openxmlformats.org/drawingml/2006/main">
            <a:fillRect l="0" t="0" r="0" b="0"/>
          </a:stretch>
        </p:blipFill>
        <p:spPr>
          <a:xfrm xmlns:a="http://schemas.openxmlformats.org/drawingml/2006/main">
            <a:off x="8096250" y="1714500"/>
            <a:ext cx="3295650" cy="3181350"/>
          </a:xfrm>
          <a:prstGeom xmlns:a="http://schemas.openxmlformats.org/drawingml/2006/main" prst="rect">
            <a:avLst/>
          </a:prstGeom>
          <a:ln xmlns:a="http://schemas.openxmlformats.org/drawingml/2006/main">
            <a:noFill/>
          </a:ln>
        </p:spPr>
      </p:pic>
      <p:sp>
        <p:nvSpPr>
          <p:cNvPr id="12" name="Text 12">
            <a:extLst xmlns:a="http://schemas.openxmlformats.org/drawingml/2006/main">
              <a:ext uri="{FF2B5EF4-FFF2-40B4-BE49-F238E27FC236}">
                <a16:creationId xmlns:a16="http://schemas.microsoft.com/office/drawing/2014/main" id="{7222ABC8-F0A4-4AFF-853D-CB37357E82BC}"/>
              </a:ext>
            </a:extLst>
          </p:cNvPr>
          <p:cNvSpPr>
            <a:spLocks xmlns:a="http://schemas.openxmlformats.org/drawingml/2006/main" noGrp="1"/>
          </p:cNvSpPr>
          <p:nvPr/>
        </p:nvSpPr>
        <p:spPr>
          <a:xfrm xmlns:a="http://schemas.openxmlformats.org/drawingml/2006/main">
            <a:off x="8172450" y="1790700"/>
            <a:ext cx="2152650" cy="285750"/>
          </a:xfrm>
          <a:prstGeom xmlns:a="http://schemas.openxmlformats.org/drawingml/2006/main" prst="rect">
            <a:avLst/>
          </a:prstGeom>
          <a:solidFill xmlns:a="http://schemas.openxmlformats.org/drawingml/2006/main">
            <a:srgbClr val="2A5B84"/>
          </a:solidFill>
          <a:ln xmlns:a="http://schemas.openxmlformats.org/drawingml/2006/main">
            <a:noFill/>
          </a:ln>
        </p:spPr>
        <p:txBody>
          <a:bodyPr xmlns:a="http://schemas.openxmlformats.org/drawingml/2006/main" wrap="square" lIns="66675" tIns="66675" rIns="66675" bIns="66675" anchor="ctr"/>
          <a:lstStyle xmlns:a="http://schemas.openxmlformats.org/drawingml/2006/main"/>
          <a:p xmlns:a="http://schemas.openxmlformats.org/drawingml/2006/main">
            <a:pPr algn="l">
              <a:buNone/>
            </a:pPr>
            <a:r>
              <a:rPr sz="1100" b="1">
                <a:solidFill>
                  <a:srgbClr val="FFFFFF"/>
                </a:solidFill>
                <a:latin typeface="Arial"/>
                <a:ea typeface="Arial"/>
                <a:cs typeface="Arial"/>
              </a:rPr>
              <a:t>3  POLICY + LOCAL MODEL</a:t>
            </a:r>
            <a:endParaRPr sz="1100"/>
          </a:p>
        </p:txBody>
      </p:sp>
      <p:sp>
        <p:nvSpPr>
          <p:cNvPr id="13" name="Text 13">
            <a:extLst xmlns:a="http://schemas.openxmlformats.org/drawingml/2006/main">
              <a:ext uri="{FF2B5EF4-FFF2-40B4-BE49-F238E27FC236}">
                <a16:creationId xmlns:a16="http://schemas.microsoft.com/office/drawing/2014/main" id="{CC59CDC9-A345-4FA7-A074-7C0FC4B056A7}"/>
              </a:ext>
            </a:extLst>
          </p:cNvPr>
          <p:cNvSpPr>
            <a:spLocks xmlns:a="http://schemas.openxmlformats.org/drawingml/2006/main" noGrp="1"/>
          </p:cNvSpPr>
          <p:nvPr/>
        </p:nvSpPr>
        <p:spPr>
          <a:xfrm xmlns:a="http://schemas.openxmlformats.org/drawingml/2006/main">
            <a:off x="552450" y="5219700"/>
            <a:ext cx="10915650" cy="609600"/>
          </a:xfrm>
          <a:prstGeom xmlns:a="http://schemas.openxmlformats.org/drawingml/2006/main" prst="rect">
            <a:avLst/>
          </a:prstGeom>
          <a:solidFill xmlns:a="http://schemas.openxmlformats.org/drawingml/2006/main">
            <a:srgbClr val="EAF1F7"/>
          </a:solidFill>
          <a:ln xmlns:a="http://schemas.openxmlformats.org/drawingml/2006/main">
            <a:noFill/>
          </a:ln>
        </p:spPr>
        <p:txBody>
          <a:bodyPr xmlns:a="http://schemas.openxmlformats.org/drawingml/2006/main" wrap="square" lIns="95250" tIns="95250" rIns="95250" bIns="95250" anchor="ctr"/>
          <a:lstStyle xmlns:a="http://schemas.openxmlformats.org/drawingml/2006/main"/>
          <a:p xmlns:a="http://schemas.openxmlformats.org/drawingml/2006/main">
            <a:pPr algn="ctr">
              <a:buNone/>
            </a:pPr>
            <a:r>
              <a:rPr sz="1500" b="1">
                <a:solidFill>
                  <a:srgbClr val="17212B"/>
                </a:solidFill>
                <a:latin typeface="Arial"/>
                <a:ea typeface="Arial"/>
                <a:cs typeface="Arial"/>
              </a:rPr>
              <a:t>CI uses a deterministic LM Studio contract double. The WatchInfra rehearsal proves the same immutable candidate against the real process and Developer Logs.</a:t>
            </a:r>
            <a:endParaRPr sz="1500"/>
          </a:p>
        </p:txBody>
      </p:sp>
      <p:sp>
        <p:nvSpPr>
          <p:cNvPr id="14" name="Connector 14">
            <a:extLst xmlns:a="http://schemas.openxmlformats.org/drawingml/2006/main">
              <a:ext uri="{FF2B5EF4-FFF2-40B4-BE49-F238E27FC236}">
                <a16:creationId xmlns:a16="http://schemas.microsoft.com/office/drawing/2014/main" id="{E2B9C8FC-4D82-48F3-88CA-244F8DA95AEB}"/>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D9DEE3"/>
            </a:solidFill>
          </a:ln>
        </p:spPr>
      </p:sp>
      <p:sp>
        <p:nvSpPr>
          <p:cNvPr id="15" name="Text 15">
            <a:extLst xmlns:a="http://schemas.openxmlformats.org/drawingml/2006/main">
              <a:ext uri="{FF2B5EF4-FFF2-40B4-BE49-F238E27FC236}">
                <a16:creationId xmlns:a16="http://schemas.microsoft.com/office/drawing/2014/main" id="{4CA647B9-9B74-4C05-8421-730AB0AF5A40}"/>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CUSTOMER ACTIVITY ANALYTICS</a:t>
            </a:r>
            <a:endParaRPr sz="1000"/>
          </a:p>
        </p:txBody>
      </p:sp>
      <p:sp>
        <p:nvSpPr>
          <p:cNvPr id="16" name="Text 16">
            <a:extLst xmlns:a="http://schemas.openxmlformats.org/drawingml/2006/main">
              <a:ext uri="{FF2B5EF4-FFF2-40B4-BE49-F238E27FC236}">
                <a16:creationId xmlns:a16="http://schemas.microsoft.com/office/drawing/2014/main" id="{018316C5-7A7E-4CDD-AF6C-C15B7E05C657}"/>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4</a:t>
            </a:r>
            <a:endParaRPr sz="1000"/>
          </a:p>
        </p:txBody>
      </p:sp>
    </p:spTree>
    <p:extLst>
      <p:ext uri="{BB962C8B-B14F-4D97-AF65-F5344CB8AC3E}">
        <p14:creationId xmlns:p14="http://schemas.microsoft.com/office/powerpoint/2010/main" val="1168236645"/>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3880CF75-60A9-4E71-8817-28C4BA823F9A}"/>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APPLICATION DATA FLOW</a:t>
            </a:r>
            <a:endParaRPr sz="1100"/>
          </a:p>
        </p:txBody>
      </p:sp>
      <p:sp>
        <p:nvSpPr>
          <p:cNvPr id="3" name="Text 3">
            <a:extLst xmlns:a="http://schemas.openxmlformats.org/drawingml/2006/main">
              <a:ext uri="{FF2B5EF4-FFF2-40B4-BE49-F238E27FC236}">
                <a16:creationId xmlns:a16="http://schemas.microsoft.com/office/drawing/2014/main" id="{BFC21631-15D4-45A9-BF01-66ADFDBBE6B0}"/>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Trust comes from separating detection, grounding and synthesis</a:t>
            </a:r>
            <a:endParaRPr sz="3000"/>
          </a:p>
        </p:txBody>
      </p:sp>
      <p:sp>
        <p:nvSpPr>
          <p:cNvPr id="4" name="Shape 4">
            <a:extLst xmlns:a="http://schemas.openxmlformats.org/drawingml/2006/main">
              <a:ext uri="{FF2B5EF4-FFF2-40B4-BE49-F238E27FC236}">
                <a16:creationId xmlns:a16="http://schemas.microsoft.com/office/drawing/2014/main" id="{8CD99533-F6D5-4F41-A272-0BB1656CE339}"/>
              </a:ext>
            </a:extLst>
          </p:cNvPr>
          <p:cNvSpPr>
            <a:spLocks xmlns:a="http://schemas.openxmlformats.org/drawingml/2006/main" noGrp="1"/>
          </p:cNvSpPr>
          <p:nvPr/>
        </p:nvSpPr>
        <p:spPr>
          <a:xfrm xmlns:a="http://schemas.openxmlformats.org/drawingml/2006/main">
            <a:off x="552450" y="1809750"/>
            <a:ext cx="11087100" cy="2743200"/>
          </a:xfrm>
          <a:prstGeom xmlns:a="http://schemas.openxmlformats.org/drawingml/2006/main" prst="rect">
            <a:avLst/>
          </a:prstGeom>
          <a:solidFill xmlns:a="http://schemas.openxmlformats.org/drawingml/2006/main">
            <a:srgbClr val="F4F6F8"/>
          </a:solidFill>
          <a:ln xmlns:a="http://schemas.openxmlformats.org/drawingml/2006/main" w="12700">
            <a:solidFill>
              <a:srgbClr val="D9DEE3"/>
            </a:solidFill>
          </a:ln>
        </p:spPr>
      </p:sp>
      <p:sp>
        <p:nvSpPr>
          <p:cNvPr id="5" name="Connector 5">
            <a:extLst xmlns:a="http://schemas.openxmlformats.org/drawingml/2006/main">
              <a:ext uri="{FF2B5EF4-FFF2-40B4-BE49-F238E27FC236}">
                <a16:creationId xmlns:a16="http://schemas.microsoft.com/office/drawing/2014/main" id="{A45B583B-C1FB-4824-9EF8-F137D88068E9}"/>
              </a:ext>
            </a:extLst>
          </p:cNvPr>
          <p:cNvSpPr>
            <a:spLocks xmlns:a="http://schemas.openxmlformats.org/drawingml/2006/main" noGrp="1"/>
          </p:cNvSpPr>
          <p:nvPr/>
        </p:nvSpPr>
        <p:spPr>
          <a:xfrm xmlns:a="http://schemas.openxmlformats.org/drawingml/2006/main">
            <a:off x="1504950" y="2619375"/>
            <a:ext cx="895350" cy="0"/>
          </a:xfrm>
          <a:prstGeom xmlns:a="http://schemas.openxmlformats.org/drawingml/2006/main" prst="line">
            <a:avLst/>
          </a:prstGeom>
          <a:ln xmlns:a="http://schemas.openxmlformats.org/drawingml/2006/main" w="38100">
            <a:solidFill>
              <a:srgbClr val="D9DEE3"/>
            </a:solidFill>
            <a:tailEnd type="triangle"/>
          </a:ln>
        </p:spPr>
      </p:sp>
      <p:sp>
        <p:nvSpPr>
          <p:cNvPr id="6" name="Text 6">
            <a:extLst xmlns:a="http://schemas.openxmlformats.org/drawingml/2006/main">
              <a:ext uri="{FF2B5EF4-FFF2-40B4-BE49-F238E27FC236}">
                <a16:creationId xmlns:a16="http://schemas.microsoft.com/office/drawing/2014/main" id="{23B59F4D-DEFA-443D-84B9-35BB2B2EAEBD}"/>
              </a:ext>
            </a:extLst>
          </p:cNvPr>
          <p:cNvSpPr>
            <a:spLocks xmlns:a="http://schemas.openxmlformats.org/drawingml/2006/main" noGrp="1"/>
          </p:cNvSpPr>
          <p:nvPr/>
        </p:nvSpPr>
        <p:spPr>
          <a:xfrm xmlns:a="http://schemas.openxmlformats.org/drawingml/2006/main">
            <a:off x="971550" y="1962150"/>
            <a:ext cx="3429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1">
                <a:solidFill>
                  <a:srgbClr val="17212B"/>
                </a:solidFill>
                <a:latin typeface="Arial"/>
                <a:ea typeface="Arial"/>
                <a:cs typeface="Arial"/>
              </a:rPr>
              <a:t>01</a:t>
            </a:r>
            <a:endParaRPr sz="1000"/>
          </a:p>
        </p:txBody>
      </p:sp>
      <p:sp>
        <p:nvSpPr>
          <p:cNvPr id="7" name="Shape 7">
            <a:extLst xmlns:a="http://schemas.openxmlformats.org/drawingml/2006/main">
              <a:ext uri="{FF2B5EF4-FFF2-40B4-BE49-F238E27FC236}">
                <a16:creationId xmlns:a16="http://schemas.microsoft.com/office/drawing/2014/main" id="{949B4792-CB63-43F1-93A3-EC1E6CC6BCFD}"/>
              </a:ext>
            </a:extLst>
          </p:cNvPr>
          <p:cNvSpPr>
            <a:spLocks xmlns:a="http://schemas.openxmlformats.org/drawingml/2006/main" noGrp="1"/>
          </p:cNvSpPr>
          <p:nvPr/>
        </p:nvSpPr>
        <p:spPr>
          <a:xfrm xmlns:a="http://schemas.openxmlformats.org/drawingml/2006/main">
            <a:off x="781050" y="2247900"/>
            <a:ext cx="723900" cy="723900"/>
          </a:xfrm>
          <a:prstGeom xmlns:a="http://schemas.openxmlformats.org/drawingml/2006/main" prst="ellipse">
            <a:avLst/>
          </a:prstGeom>
          <a:solidFill xmlns:a="http://schemas.openxmlformats.org/drawingml/2006/main">
            <a:srgbClr val="FFFFFF"/>
          </a:solidFill>
          <a:ln xmlns:a="http://schemas.openxmlformats.org/drawingml/2006/main" w="19050">
            <a:solidFill>
              <a:srgbClr val="17212B"/>
            </a:solidFill>
          </a:ln>
        </p:spPr>
      </p:sp>
      <p:pic>
        <p:nvPicPr>
          <p:cNvPr id="74" name="Picture 8"/>
          <p:cNvPicPr>
            <a:picLocks xmlns:a="http://schemas.openxmlformats.org/drawingml/2006/main" noChangeAspect="1"/>
          </p:cNvPicPr>
          <p:nvPr/>
        </p:nvPicPr>
        <p:blipFill>
          <a:blip xmlns:r="http://schemas.openxmlformats.org/officeDocument/2006/relationships" xmlns:a="http://schemas.openxmlformats.org/drawingml/2006/main" r:embed="Re183660558024f44"/>
          <a:stretch xmlns:a="http://schemas.openxmlformats.org/drawingml/2006/main">
            <a:fillRect l="0" t="0" r="0" b="0"/>
          </a:stretch>
        </p:blipFill>
        <p:spPr>
          <a:xfrm xmlns:a="http://schemas.openxmlformats.org/drawingml/2006/main">
            <a:off x="962025" y="2428875"/>
            <a:ext cx="361950" cy="361950"/>
          </a:xfrm>
          <a:prstGeom xmlns:a="http://schemas.openxmlformats.org/drawingml/2006/main" prst="rect">
            <a:avLst/>
          </a:prstGeom>
          <a:ln xmlns:a="http://schemas.openxmlformats.org/drawingml/2006/main">
            <a:noFill/>
          </a:ln>
        </p:spPr>
      </p:pic>
      <p:sp>
        <p:nvSpPr>
          <p:cNvPr id="9" name="Text 9">
            <a:extLst xmlns:a="http://schemas.openxmlformats.org/drawingml/2006/main">
              <a:ext uri="{FF2B5EF4-FFF2-40B4-BE49-F238E27FC236}">
                <a16:creationId xmlns:a16="http://schemas.microsoft.com/office/drawing/2014/main" id="{673D3749-474D-4D4D-92A8-F609EA01E87C}"/>
              </a:ext>
            </a:extLst>
          </p:cNvPr>
          <p:cNvSpPr>
            <a:spLocks xmlns:a="http://schemas.openxmlformats.org/drawingml/2006/main" noGrp="1"/>
          </p:cNvSpPr>
          <p:nvPr/>
        </p:nvSpPr>
        <p:spPr>
          <a:xfrm xmlns:a="http://schemas.openxmlformats.org/drawingml/2006/main">
            <a:off x="457200" y="3143250"/>
            <a:ext cx="1371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spc="30">
                <a:solidFill>
                  <a:srgbClr val="17212B"/>
                </a:solidFill>
                <a:latin typeface="Arial"/>
                <a:ea typeface="Arial"/>
                <a:cs typeface="Arial"/>
              </a:rPr>
              <a:t>SOURCE</a:t>
            </a:r>
            <a:endParaRPr sz="1300"/>
          </a:p>
        </p:txBody>
      </p:sp>
      <p:sp>
        <p:nvSpPr>
          <p:cNvPr id="10" name="Text 10">
            <a:extLst xmlns:a="http://schemas.openxmlformats.org/drawingml/2006/main">
              <a:ext uri="{FF2B5EF4-FFF2-40B4-BE49-F238E27FC236}">
                <a16:creationId xmlns:a16="http://schemas.microsoft.com/office/drawing/2014/main" id="{38BFE943-8DFF-4CD3-B41E-8AC06FA50B0F}"/>
              </a:ext>
            </a:extLst>
          </p:cNvPr>
          <p:cNvSpPr>
            <a:spLocks xmlns:a="http://schemas.openxmlformats.org/drawingml/2006/main" noGrp="1"/>
          </p:cNvSpPr>
          <p:nvPr/>
        </p:nvSpPr>
        <p:spPr>
          <a:xfrm xmlns:a="http://schemas.openxmlformats.org/drawingml/2006/main">
            <a:off x="457200" y="3448050"/>
            <a:ext cx="13716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17212B"/>
                </a:solidFill>
                <a:latin typeface="Arial"/>
                <a:ea typeface="Arial"/>
                <a:cs typeface="Arial"/>
              </a:rPr>
              <a:t>Customer snapshot</a:t>
            </a:r>
            <a:endParaRPr sz="1300"/>
          </a:p>
          <a:p xmlns:a="http://schemas.openxmlformats.org/drawingml/2006/main">
            <a:pPr algn="ctr">
              <a:buNone/>
            </a:pPr>
            <a:r>
              <a:rPr sz="1300" b="0">
                <a:solidFill>
                  <a:srgbClr val="17212B"/>
                </a:solidFill>
                <a:latin typeface="Arial"/>
                <a:ea typeface="Arial"/>
                <a:cs typeface="Arial"/>
              </a:rPr>
              <a:t>and source risk</a:t>
            </a:r>
            <a:endParaRPr sz="1300"/>
          </a:p>
        </p:txBody>
      </p:sp>
      <p:sp>
        <p:nvSpPr>
          <p:cNvPr id="11" name="Connector 11">
            <a:extLst xmlns:a="http://schemas.openxmlformats.org/drawingml/2006/main">
              <a:ext uri="{FF2B5EF4-FFF2-40B4-BE49-F238E27FC236}">
                <a16:creationId xmlns:a16="http://schemas.microsoft.com/office/drawing/2014/main" id="{CF5A1F4C-C297-4398-BB35-7E1606158E9D}"/>
              </a:ext>
            </a:extLst>
          </p:cNvPr>
          <p:cNvSpPr>
            <a:spLocks xmlns:a="http://schemas.openxmlformats.org/drawingml/2006/main" noGrp="1"/>
          </p:cNvSpPr>
          <p:nvPr/>
        </p:nvSpPr>
        <p:spPr>
          <a:xfrm xmlns:a="http://schemas.openxmlformats.org/drawingml/2006/main">
            <a:off x="3124200" y="2619375"/>
            <a:ext cx="895350" cy="0"/>
          </a:xfrm>
          <a:prstGeom xmlns:a="http://schemas.openxmlformats.org/drawingml/2006/main" prst="line">
            <a:avLst/>
          </a:prstGeom>
          <a:ln xmlns:a="http://schemas.openxmlformats.org/drawingml/2006/main" w="38100">
            <a:solidFill>
              <a:srgbClr val="D9DEE3"/>
            </a:solidFill>
            <a:tailEnd type="triangle"/>
          </a:ln>
        </p:spPr>
      </p:sp>
      <p:sp>
        <p:nvSpPr>
          <p:cNvPr id="12" name="Text 12">
            <a:extLst xmlns:a="http://schemas.openxmlformats.org/drawingml/2006/main">
              <a:ext uri="{FF2B5EF4-FFF2-40B4-BE49-F238E27FC236}">
                <a16:creationId xmlns:a16="http://schemas.microsoft.com/office/drawing/2014/main" id="{324A928B-F67D-4F63-890F-6EC2FC7FDD9A}"/>
              </a:ext>
            </a:extLst>
          </p:cNvPr>
          <p:cNvSpPr>
            <a:spLocks xmlns:a="http://schemas.openxmlformats.org/drawingml/2006/main" noGrp="1"/>
          </p:cNvSpPr>
          <p:nvPr/>
        </p:nvSpPr>
        <p:spPr>
          <a:xfrm xmlns:a="http://schemas.openxmlformats.org/drawingml/2006/main">
            <a:off x="2590800" y="1962150"/>
            <a:ext cx="3429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1">
                <a:solidFill>
                  <a:srgbClr val="D71920"/>
                </a:solidFill>
                <a:latin typeface="Arial"/>
                <a:ea typeface="Arial"/>
                <a:cs typeface="Arial"/>
              </a:rPr>
              <a:t>02</a:t>
            </a:r>
            <a:endParaRPr sz="1000"/>
          </a:p>
        </p:txBody>
      </p:sp>
      <p:sp>
        <p:nvSpPr>
          <p:cNvPr id="13" name="Shape 13">
            <a:extLst xmlns:a="http://schemas.openxmlformats.org/drawingml/2006/main">
              <a:ext uri="{FF2B5EF4-FFF2-40B4-BE49-F238E27FC236}">
                <a16:creationId xmlns:a16="http://schemas.microsoft.com/office/drawing/2014/main" id="{E2274AB5-9873-4AD0-904B-1E3FA54C06B0}"/>
              </a:ext>
            </a:extLst>
          </p:cNvPr>
          <p:cNvSpPr>
            <a:spLocks xmlns:a="http://schemas.openxmlformats.org/drawingml/2006/main" noGrp="1"/>
          </p:cNvSpPr>
          <p:nvPr/>
        </p:nvSpPr>
        <p:spPr>
          <a:xfrm xmlns:a="http://schemas.openxmlformats.org/drawingml/2006/main">
            <a:off x="2400300" y="2247900"/>
            <a:ext cx="723900" cy="723900"/>
          </a:xfrm>
          <a:prstGeom xmlns:a="http://schemas.openxmlformats.org/drawingml/2006/main" prst="ellipse">
            <a:avLst/>
          </a:prstGeom>
          <a:solidFill xmlns:a="http://schemas.openxmlformats.org/drawingml/2006/main">
            <a:srgbClr val="FFFFFF"/>
          </a:solidFill>
          <a:ln xmlns:a="http://schemas.openxmlformats.org/drawingml/2006/main" w="19050">
            <a:solidFill>
              <a:srgbClr val="D71920"/>
            </a:solidFill>
          </a:ln>
        </p:spPr>
      </p:sp>
      <p:pic>
        <p:nvPicPr>
          <p:cNvPr id="80" name="Picture 14"/>
          <p:cNvPicPr>
            <a:picLocks xmlns:a="http://schemas.openxmlformats.org/drawingml/2006/main" noChangeAspect="1"/>
          </p:cNvPicPr>
          <p:nvPr/>
        </p:nvPicPr>
        <p:blipFill>
          <a:blip xmlns:r="http://schemas.openxmlformats.org/officeDocument/2006/relationships" xmlns:a="http://schemas.openxmlformats.org/drawingml/2006/main" r:embed="R74ff6349ec9b401b"/>
          <a:stretch xmlns:a="http://schemas.openxmlformats.org/drawingml/2006/main">
            <a:fillRect l="0" t="0" r="0" b="0"/>
          </a:stretch>
        </p:blipFill>
        <p:spPr>
          <a:xfrm xmlns:a="http://schemas.openxmlformats.org/drawingml/2006/main">
            <a:off x="2581275" y="2428875"/>
            <a:ext cx="361950" cy="361950"/>
          </a:xfrm>
          <a:prstGeom xmlns:a="http://schemas.openxmlformats.org/drawingml/2006/main" prst="rect">
            <a:avLst/>
          </a:prstGeom>
          <a:ln xmlns:a="http://schemas.openxmlformats.org/drawingml/2006/main">
            <a:noFill/>
          </a:ln>
        </p:spPr>
      </p:pic>
      <p:sp>
        <p:nvSpPr>
          <p:cNvPr id="15" name="Text 15">
            <a:extLst xmlns:a="http://schemas.openxmlformats.org/drawingml/2006/main">
              <a:ext uri="{FF2B5EF4-FFF2-40B4-BE49-F238E27FC236}">
                <a16:creationId xmlns:a16="http://schemas.microsoft.com/office/drawing/2014/main" id="{7FCDD2E1-B236-41F4-A4D7-2C9F04DCCFFF}"/>
              </a:ext>
            </a:extLst>
          </p:cNvPr>
          <p:cNvSpPr>
            <a:spLocks xmlns:a="http://schemas.openxmlformats.org/drawingml/2006/main" noGrp="1"/>
          </p:cNvSpPr>
          <p:nvPr/>
        </p:nvSpPr>
        <p:spPr>
          <a:xfrm xmlns:a="http://schemas.openxmlformats.org/drawingml/2006/main">
            <a:off x="2076450" y="3143250"/>
            <a:ext cx="1371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spc="30">
                <a:solidFill>
                  <a:srgbClr val="D71920"/>
                </a:solidFill>
                <a:latin typeface="Arial"/>
                <a:ea typeface="Arial"/>
                <a:cs typeface="Arial"/>
              </a:rPr>
              <a:t>DETECT</a:t>
            </a:r>
            <a:endParaRPr sz="1300"/>
          </a:p>
        </p:txBody>
      </p:sp>
      <p:sp>
        <p:nvSpPr>
          <p:cNvPr id="16" name="Text 16">
            <a:extLst xmlns:a="http://schemas.openxmlformats.org/drawingml/2006/main">
              <a:ext uri="{FF2B5EF4-FFF2-40B4-BE49-F238E27FC236}">
                <a16:creationId xmlns:a16="http://schemas.microsoft.com/office/drawing/2014/main" id="{C25B4EBA-EDCB-4D45-B1A3-81F684B8146C}"/>
              </a:ext>
            </a:extLst>
          </p:cNvPr>
          <p:cNvSpPr>
            <a:spLocks xmlns:a="http://schemas.openxmlformats.org/drawingml/2006/main" noGrp="1"/>
          </p:cNvSpPr>
          <p:nvPr/>
        </p:nvSpPr>
        <p:spPr>
          <a:xfrm xmlns:a="http://schemas.openxmlformats.org/drawingml/2006/main">
            <a:off x="2076450" y="3448050"/>
            <a:ext cx="13716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17212B"/>
                </a:solidFill>
                <a:latin typeface="Arial"/>
                <a:ea typeface="Arial"/>
                <a:cs typeface="Arial"/>
              </a:rPr>
              <a:t>Derived signals</a:t>
            </a:r>
            <a:endParaRPr sz="1300"/>
          </a:p>
          <a:p xmlns:a="http://schemas.openxmlformats.org/drawingml/2006/main">
            <a:pPr algn="ctr">
              <a:buNone/>
            </a:pPr>
            <a:r>
              <a:rPr sz="1300" b="0">
                <a:solidFill>
                  <a:srgbClr val="17212B"/>
                </a:solidFill>
                <a:latin typeface="Arial"/>
                <a:ea typeface="Arial"/>
                <a:cs typeface="Arial"/>
              </a:rPr>
              <a:t>with provenance</a:t>
            </a:r>
            <a:endParaRPr sz="1300"/>
          </a:p>
        </p:txBody>
      </p:sp>
      <p:sp>
        <p:nvSpPr>
          <p:cNvPr id="17" name="Connector 17">
            <a:extLst xmlns:a="http://schemas.openxmlformats.org/drawingml/2006/main">
              <a:ext uri="{FF2B5EF4-FFF2-40B4-BE49-F238E27FC236}">
                <a16:creationId xmlns:a16="http://schemas.microsoft.com/office/drawing/2014/main" id="{F3F93BA1-6479-4343-A5FC-CE7E0413DD8B}"/>
              </a:ext>
            </a:extLst>
          </p:cNvPr>
          <p:cNvSpPr>
            <a:spLocks xmlns:a="http://schemas.openxmlformats.org/drawingml/2006/main" noGrp="1"/>
          </p:cNvSpPr>
          <p:nvPr/>
        </p:nvSpPr>
        <p:spPr>
          <a:xfrm xmlns:a="http://schemas.openxmlformats.org/drawingml/2006/main">
            <a:off x="4743450" y="2619375"/>
            <a:ext cx="895350" cy="0"/>
          </a:xfrm>
          <a:prstGeom xmlns:a="http://schemas.openxmlformats.org/drawingml/2006/main" prst="line">
            <a:avLst/>
          </a:prstGeom>
          <a:ln xmlns:a="http://schemas.openxmlformats.org/drawingml/2006/main" w="38100">
            <a:solidFill>
              <a:srgbClr val="D9DEE3"/>
            </a:solidFill>
            <a:tailEnd type="triangle"/>
          </a:ln>
        </p:spPr>
      </p:sp>
      <p:sp>
        <p:nvSpPr>
          <p:cNvPr id="18" name="Text 18">
            <a:extLst xmlns:a="http://schemas.openxmlformats.org/drawingml/2006/main">
              <a:ext uri="{FF2B5EF4-FFF2-40B4-BE49-F238E27FC236}">
                <a16:creationId xmlns:a16="http://schemas.microsoft.com/office/drawing/2014/main" id="{32C1D039-9BE0-482A-B80A-E9A66BAE56B7}"/>
              </a:ext>
            </a:extLst>
          </p:cNvPr>
          <p:cNvSpPr>
            <a:spLocks xmlns:a="http://schemas.openxmlformats.org/drawingml/2006/main" noGrp="1"/>
          </p:cNvSpPr>
          <p:nvPr/>
        </p:nvSpPr>
        <p:spPr>
          <a:xfrm xmlns:a="http://schemas.openxmlformats.org/drawingml/2006/main">
            <a:off x="4210050" y="1962150"/>
            <a:ext cx="3429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1">
                <a:solidFill>
                  <a:srgbClr val="2A5B84"/>
                </a:solidFill>
                <a:latin typeface="Arial"/>
                <a:ea typeface="Arial"/>
                <a:cs typeface="Arial"/>
              </a:rPr>
              <a:t>03</a:t>
            </a:r>
            <a:endParaRPr sz="1000"/>
          </a:p>
        </p:txBody>
      </p:sp>
      <p:sp>
        <p:nvSpPr>
          <p:cNvPr id="19" name="Shape 19">
            <a:extLst xmlns:a="http://schemas.openxmlformats.org/drawingml/2006/main">
              <a:ext uri="{FF2B5EF4-FFF2-40B4-BE49-F238E27FC236}">
                <a16:creationId xmlns:a16="http://schemas.microsoft.com/office/drawing/2014/main" id="{F204EC86-02CE-432C-B30D-5A51566125B9}"/>
              </a:ext>
            </a:extLst>
          </p:cNvPr>
          <p:cNvSpPr>
            <a:spLocks xmlns:a="http://schemas.openxmlformats.org/drawingml/2006/main" noGrp="1"/>
          </p:cNvSpPr>
          <p:nvPr/>
        </p:nvSpPr>
        <p:spPr>
          <a:xfrm xmlns:a="http://schemas.openxmlformats.org/drawingml/2006/main">
            <a:off x="4019550" y="2247900"/>
            <a:ext cx="723900" cy="723900"/>
          </a:xfrm>
          <a:prstGeom xmlns:a="http://schemas.openxmlformats.org/drawingml/2006/main" prst="ellipse">
            <a:avLst/>
          </a:prstGeom>
          <a:solidFill xmlns:a="http://schemas.openxmlformats.org/drawingml/2006/main">
            <a:srgbClr val="FFFFFF"/>
          </a:solidFill>
          <a:ln xmlns:a="http://schemas.openxmlformats.org/drawingml/2006/main" w="19050">
            <a:solidFill>
              <a:srgbClr val="2A5B84"/>
            </a:solidFill>
          </a:ln>
        </p:spPr>
      </p:sp>
      <p:pic>
        <p:nvPicPr>
          <p:cNvPr id="86" name="Picture 20"/>
          <p:cNvPicPr>
            <a:picLocks xmlns:a="http://schemas.openxmlformats.org/drawingml/2006/main" noChangeAspect="1"/>
          </p:cNvPicPr>
          <p:nvPr/>
        </p:nvPicPr>
        <p:blipFill>
          <a:blip xmlns:r="http://schemas.openxmlformats.org/officeDocument/2006/relationships" xmlns:a="http://schemas.openxmlformats.org/drawingml/2006/main" r:embed="R1d266b2e70ac4153"/>
          <a:stretch xmlns:a="http://schemas.openxmlformats.org/drawingml/2006/main">
            <a:fillRect l="0" t="0" r="0" b="0"/>
          </a:stretch>
        </p:blipFill>
        <p:spPr>
          <a:xfrm xmlns:a="http://schemas.openxmlformats.org/drawingml/2006/main">
            <a:off x="4200525" y="2428875"/>
            <a:ext cx="361950" cy="361950"/>
          </a:xfrm>
          <a:prstGeom xmlns:a="http://schemas.openxmlformats.org/drawingml/2006/main" prst="rect">
            <a:avLst/>
          </a:prstGeom>
          <a:ln xmlns:a="http://schemas.openxmlformats.org/drawingml/2006/main">
            <a:noFill/>
          </a:ln>
        </p:spPr>
      </p:pic>
      <p:sp>
        <p:nvSpPr>
          <p:cNvPr id="21" name="Text 21">
            <a:extLst xmlns:a="http://schemas.openxmlformats.org/drawingml/2006/main">
              <a:ext uri="{FF2B5EF4-FFF2-40B4-BE49-F238E27FC236}">
                <a16:creationId xmlns:a16="http://schemas.microsoft.com/office/drawing/2014/main" id="{CD318807-29BA-473F-89AE-54CB8A1FC069}"/>
              </a:ext>
            </a:extLst>
          </p:cNvPr>
          <p:cNvSpPr>
            <a:spLocks xmlns:a="http://schemas.openxmlformats.org/drawingml/2006/main" noGrp="1"/>
          </p:cNvSpPr>
          <p:nvPr/>
        </p:nvSpPr>
        <p:spPr>
          <a:xfrm xmlns:a="http://schemas.openxmlformats.org/drawingml/2006/main">
            <a:off x="3695700" y="3143250"/>
            <a:ext cx="1371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spc="30">
                <a:solidFill>
                  <a:srgbClr val="2A5B84"/>
                </a:solidFill>
                <a:latin typeface="Arial"/>
                <a:ea typeface="Arial"/>
                <a:cs typeface="Arial"/>
              </a:rPr>
              <a:t>RETRIEVE</a:t>
            </a:r>
            <a:endParaRPr sz="1300"/>
          </a:p>
        </p:txBody>
      </p:sp>
      <p:sp>
        <p:nvSpPr>
          <p:cNvPr id="22" name="Text 22">
            <a:extLst xmlns:a="http://schemas.openxmlformats.org/drawingml/2006/main">
              <a:ext uri="{FF2B5EF4-FFF2-40B4-BE49-F238E27FC236}">
                <a16:creationId xmlns:a16="http://schemas.microsoft.com/office/drawing/2014/main" id="{AA323DF4-8B0D-4711-8ABE-7B19A736CDBC}"/>
              </a:ext>
            </a:extLst>
          </p:cNvPr>
          <p:cNvSpPr>
            <a:spLocks xmlns:a="http://schemas.openxmlformats.org/drawingml/2006/main" noGrp="1"/>
          </p:cNvSpPr>
          <p:nvPr/>
        </p:nvSpPr>
        <p:spPr>
          <a:xfrm xmlns:a="http://schemas.openxmlformats.org/drawingml/2006/main">
            <a:off x="3695700" y="3448050"/>
            <a:ext cx="13716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17212B"/>
                </a:solidFill>
                <a:latin typeface="Arial"/>
                <a:ea typeface="Arial"/>
                <a:cs typeface="Arial"/>
              </a:rPr>
              <a:t>Relevant synthetic</a:t>
            </a:r>
            <a:endParaRPr sz="1300"/>
          </a:p>
          <a:p xmlns:a="http://schemas.openxmlformats.org/drawingml/2006/main">
            <a:pPr algn="ctr">
              <a:buNone/>
            </a:pPr>
            <a:r>
              <a:rPr sz="1300" b="0">
                <a:solidFill>
                  <a:srgbClr val="17212B"/>
                </a:solidFill>
                <a:latin typeface="Arial"/>
                <a:ea typeface="Arial"/>
                <a:cs typeface="Arial"/>
              </a:rPr>
              <a:t>policy chunks</a:t>
            </a:r>
            <a:endParaRPr sz="1300"/>
          </a:p>
        </p:txBody>
      </p:sp>
      <p:sp>
        <p:nvSpPr>
          <p:cNvPr id="23" name="Connector 23">
            <a:extLst xmlns:a="http://schemas.openxmlformats.org/drawingml/2006/main">
              <a:ext uri="{FF2B5EF4-FFF2-40B4-BE49-F238E27FC236}">
                <a16:creationId xmlns:a16="http://schemas.microsoft.com/office/drawing/2014/main" id="{090483E1-E22B-425A-9142-38F50C15171D}"/>
              </a:ext>
            </a:extLst>
          </p:cNvPr>
          <p:cNvSpPr>
            <a:spLocks xmlns:a="http://schemas.openxmlformats.org/drawingml/2006/main" noGrp="1"/>
          </p:cNvSpPr>
          <p:nvPr/>
        </p:nvSpPr>
        <p:spPr>
          <a:xfrm xmlns:a="http://schemas.openxmlformats.org/drawingml/2006/main">
            <a:off x="6362700" y="2619375"/>
            <a:ext cx="895350" cy="0"/>
          </a:xfrm>
          <a:prstGeom xmlns:a="http://schemas.openxmlformats.org/drawingml/2006/main" prst="line">
            <a:avLst/>
          </a:prstGeom>
          <a:ln xmlns:a="http://schemas.openxmlformats.org/drawingml/2006/main" w="38100">
            <a:solidFill>
              <a:srgbClr val="D9DEE3"/>
            </a:solidFill>
            <a:tailEnd type="triangle"/>
          </a:ln>
        </p:spPr>
      </p:sp>
      <p:sp>
        <p:nvSpPr>
          <p:cNvPr id="24" name="Text 24">
            <a:extLst xmlns:a="http://schemas.openxmlformats.org/drawingml/2006/main">
              <a:ext uri="{FF2B5EF4-FFF2-40B4-BE49-F238E27FC236}">
                <a16:creationId xmlns:a16="http://schemas.microsoft.com/office/drawing/2014/main" id="{273F20AF-6EC2-47E5-8DC8-F5F44728FB25}"/>
              </a:ext>
            </a:extLst>
          </p:cNvPr>
          <p:cNvSpPr>
            <a:spLocks xmlns:a="http://schemas.openxmlformats.org/drawingml/2006/main" noGrp="1"/>
          </p:cNvSpPr>
          <p:nvPr/>
        </p:nvSpPr>
        <p:spPr>
          <a:xfrm xmlns:a="http://schemas.openxmlformats.org/drawingml/2006/main">
            <a:off x="5829300" y="1962150"/>
            <a:ext cx="3429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1">
                <a:solidFill>
                  <a:srgbClr val="384754"/>
                </a:solidFill>
                <a:latin typeface="Arial"/>
                <a:ea typeface="Arial"/>
                <a:cs typeface="Arial"/>
              </a:rPr>
              <a:t>04</a:t>
            </a:r>
            <a:endParaRPr sz="1000"/>
          </a:p>
        </p:txBody>
      </p:sp>
      <p:sp>
        <p:nvSpPr>
          <p:cNvPr id="25" name="Shape 25">
            <a:extLst xmlns:a="http://schemas.openxmlformats.org/drawingml/2006/main">
              <a:ext uri="{FF2B5EF4-FFF2-40B4-BE49-F238E27FC236}">
                <a16:creationId xmlns:a16="http://schemas.microsoft.com/office/drawing/2014/main" id="{13E423D0-7B90-490E-A33B-581560E31C6B}"/>
              </a:ext>
            </a:extLst>
          </p:cNvPr>
          <p:cNvSpPr>
            <a:spLocks xmlns:a="http://schemas.openxmlformats.org/drawingml/2006/main" noGrp="1"/>
          </p:cNvSpPr>
          <p:nvPr/>
        </p:nvSpPr>
        <p:spPr>
          <a:xfrm xmlns:a="http://schemas.openxmlformats.org/drawingml/2006/main">
            <a:off x="5638800" y="2247900"/>
            <a:ext cx="723900" cy="723900"/>
          </a:xfrm>
          <a:prstGeom xmlns:a="http://schemas.openxmlformats.org/drawingml/2006/main" prst="ellipse">
            <a:avLst/>
          </a:prstGeom>
          <a:solidFill xmlns:a="http://schemas.openxmlformats.org/drawingml/2006/main">
            <a:srgbClr val="FFFFFF"/>
          </a:solidFill>
          <a:ln xmlns:a="http://schemas.openxmlformats.org/drawingml/2006/main" w="19050">
            <a:solidFill>
              <a:srgbClr val="384754"/>
            </a:solidFill>
          </a:ln>
        </p:spPr>
      </p:sp>
      <p:pic>
        <p:nvPicPr>
          <p:cNvPr id="92" name="Picture 26"/>
          <p:cNvPicPr>
            <a:picLocks xmlns:a="http://schemas.openxmlformats.org/drawingml/2006/main" noChangeAspect="1"/>
          </p:cNvPicPr>
          <p:nvPr/>
        </p:nvPicPr>
        <p:blipFill>
          <a:blip xmlns:r="http://schemas.openxmlformats.org/officeDocument/2006/relationships" xmlns:a="http://schemas.openxmlformats.org/drawingml/2006/main" r:embed="Rc8b7f540c7ee4777"/>
          <a:stretch xmlns:a="http://schemas.openxmlformats.org/drawingml/2006/main">
            <a:fillRect l="0" t="0" r="0" b="0"/>
          </a:stretch>
        </p:blipFill>
        <p:spPr>
          <a:xfrm xmlns:a="http://schemas.openxmlformats.org/drawingml/2006/main">
            <a:off x="5819775" y="2428875"/>
            <a:ext cx="361950" cy="361950"/>
          </a:xfrm>
          <a:prstGeom xmlns:a="http://schemas.openxmlformats.org/drawingml/2006/main" prst="rect">
            <a:avLst/>
          </a:prstGeom>
          <a:ln xmlns:a="http://schemas.openxmlformats.org/drawingml/2006/main">
            <a:noFill/>
          </a:ln>
        </p:spPr>
      </p:pic>
      <p:sp>
        <p:nvSpPr>
          <p:cNvPr id="27" name="Text 27">
            <a:extLst xmlns:a="http://schemas.openxmlformats.org/drawingml/2006/main">
              <a:ext uri="{FF2B5EF4-FFF2-40B4-BE49-F238E27FC236}">
                <a16:creationId xmlns:a16="http://schemas.microsoft.com/office/drawing/2014/main" id="{331656D6-14D7-4791-B730-42EF216827DF}"/>
              </a:ext>
            </a:extLst>
          </p:cNvPr>
          <p:cNvSpPr>
            <a:spLocks xmlns:a="http://schemas.openxmlformats.org/drawingml/2006/main" noGrp="1"/>
          </p:cNvSpPr>
          <p:nvPr/>
        </p:nvSpPr>
        <p:spPr>
          <a:xfrm xmlns:a="http://schemas.openxmlformats.org/drawingml/2006/main">
            <a:off x="5314950" y="3143250"/>
            <a:ext cx="1371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spc="30">
                <a:solidFill>
                  <a:srgbClr val="384754"/>
                </a:solidFill>
                <a:latin typeface="Arial"/>
                <a:ea typeface="Arial"/>
                <a:cs typeface="Arial"/>
              </a:rPr>
              <a:t>ENVELOPE</a:t>
            </a:r>
            <a:endParaRPr sz="1300"/>
          </a:p>
        </p:txBody>
      </p:sp>
      <p:sp>
        <p:nvSpPr>
          <p:cNvPr id="28" name="Text 28">
            <a:extLst xmlns:a="http://schemas.openxmlformats.org/drawingml/2006/main">
              <a:ext uri="{FF2B5EF4-FFF2-40B4-BE49-F238E27FC236}">
                <a16:creationId xmlns:a16="http://schemas.microsoft.com/office/drawing/2014/main" id="{2564C446-EEFE-445C-90A6-C7D6BAC66096}"/>
              </a:ext>
            </a:extLst>
          </p:cNvPr>
          <p:cNvSpPr>
            <a:spLocks xmlns:a="http://schemas.openxmlformats.org/drawingml/2006/main" noGrp="1"/>
          </p:cNvSpPr>
          <p:nvPr/>
        </p:nvSpPr>
        <p:spPr>
          <a:xfrm xmlns:a="http://schemas.openxmlformats.org/drawingml/2006/main">
            <a:off x="5314950" y="3448050"/>
            <a:ext cx="13716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17212B"/>
                </a:solidFill>
                <a:latin typeface="Arial"/>
                <a:ea typeface="Arial"/>
                <a:cs typeface="Arial"/>
              </a:rPr>
              <a:t>Bounded typed</a:t>
            </a:r>
            <a:endParaRPr sz="1300"/>
          </a:p>
          <a:p xmlns:a="http://schemas.openxmlformats.org/drawingml/2006/main">
            <a:pPr algn="ctr">
              <a:buNone/>
            </a:pPr>
            <a:r>
              <a:rPr sz="1300" b="0">
                <a:solidFill>
                  <a:srgbClr val="17212B"/>
                </a:solidFill>
                <a:latin typeface="Arial"/>
                <a:ea typeface="Arial"/>
                <a:cs typeface="Arial"/>
              </a:rPr>
              <a:t>evidence context</a:t>
            </a:r>
            <a:endParaRPr sz="1300"/>
          </a:p>
        </p:txBody>
      </p:sp>
      <p:sp>
        <p:nvSpPr>
          <p:cNvPr id="29" name="Connector 29">
            <a:extLst xmlns:a="http://schemas.openxmlformats.org/drawingml/2006/main">
              <a:ext uri="{FF2B5EF4-FFF2-40B4-BE49-F238E27FC236}">
                <a16:creationId xmlns:a16="http://schemas.microsoft.com/office/drawing/2014/main" id="{385199D6-0B27-4D7F-854B-2740685603E0}"/>
              </a:ext>
            </a:extLst>
          </p:cNvPr>
          <p:cNvSpPr>
            <a:spLocks xmlns:a="http://schemas.openxmlformats.org/drawingml/2006/main" noGrp="1"/>
          </p:cNvSpPr>
          <p:nvPr/>
        </p:nvSpPr>
        <p:spPr>
          <a:xfrm xmlns:a="http://schemas.openxmlformats.org/drawingml/2006/main">
            <a:off x="7981950" y="2619375"/>
            <a:ext cx="895350" cy="0"/>
          </a:xfrm>
          <a:prstGeom xmlns:a="http://schemas.openxmlformats.org/drawingml/2006/main" prst="line">
            <a:avLst/>
          </a:prstGeom>
          <a:ln xmlns:a="http://schemas.openxmlformats.org/drawingml/2006/main" w="38100">
            <a:solidFill>
              <a:srgbClr val="D9DEE3"/>
            </a:solidFill>
            <a:tailEnd type="triangle"/>
          </a:ln>
        </p:spPr>
      </p:sp>
      <p:sp>
        <p:nvSpPr>
          <p:cNvPr id="30" name="Text 30">
            <a:extLst xmlns:a="http://schemas.openxmlformats.org/drawingml/2006/main">
              <a:ext uri="{FF2B5EF4-FFF2-40B4-BE49-F238E27FC236}">
                <a16:creationId xmlns:a16="http://schemas.microsoft.com/office/drawing/2014/main" id="{C416DB9C-7FA0-4CC1-8F4F-5BF2B067A9A9}"/>
              </a:ext>
            </a:extLst>
          </p:cNvPr>
          <p:cNvSpPr>
            <a:spLocks xmlns:a="http://schemas.openxmlformats.org/drawingml/2006/main" noGrp="1"/>
          </p:cNvSpPr>
          <p:nvPr/>
        </p:nvSpPr>
        <p:spPr>
          <a:xfrm xmlns:a="http://schemas.openxmlformats.org/drawingml/2006/main">
            <a:off x="7448550" y="1962150"/>
            <a:ext cx="3429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1">
                <a:solidFill>
                  <a:srgbClr val="1F7A5A"/>
                </a:solidFill>
                <a:latin typeface="Arial"/>
                <a:ea typeface="Arial"/>
                <a:cs typeface="Arial"/>
              </a:rPr>
              <a:t>05</a:t>
            </a:r>
            <a:endParaRPr sz="1000"/>
          </a:p>
        </p:txBody>
      </p:sp>
      <p:sp>
        <p:nvSpPr>
          <p:cNvPr id="31" name="Shape 31">
            <a:extLst xmlns:a="http://schemas.openxmlformats.org/drawingml/2006/main">
              <a:ext uri="{FF2B5EF4-FFF2-40B4-BE49-F238E27FC236}">
                <a16:creationId xmlns:a16="http://schemas.microsoft.com/office/drawing/2014/main" id="{71A2ABBD-98EA-4712-9DD5-96F7D0D63825}"/>
              </a:ext>
            </a:extLst>
          </p:cNvPr>
          <p:cNvSpPr>
            <a:spLocks xmlns:a="http://schemas.openxmlformats.org/drawingml/2006/main" noGrp="1"/>
          </p:cNvSpPr>
          <p:nvPr/>
        </p:nvSpPr>
        <p:spPr>
          <a:xfrm xmlns:a="http://schemas.openxmlformats.org/drawingml/2006/main">
            <a:off x="7258050" y="2247900"/>
            <a:ext cx="723900" cy="723900"/>
          </a:xfrm>
          <a:prstGeom xmlns:a="http://schemas.openxmlformats.org/drawingml/2006/main" prst="ellipse">
            <a:avLst/>
          </a:prstGeom>
          <a:solidFill xmlns:a="http://schemas.openxmlformats.org/drawingml/2006/main">
            <a:srgbClr val="FFFFFF"/>
          </a:solidFill>
          <a:ln xmlns:a="http://schemas.openxmlformats.org/drawingml/2006/main" w="19050">
            <a:solidFill>
              <a:srgbClr val="1F7A5A"/>
            </a:solidFill>
          </a:ln>
        </p:spPr>
      </p:sp>
      <p:pic>
        <p:nvPicPr>
          <p:cNvPr id="98" name="Picture 32"/>
          <p:cNvPicPr>
            <a:picLocks xmlns:a="http://schemas.openxmlformats.org/drawingml/2006/main" noChangeAspect="1"/>
          </p:cNvPicPr>
          <p:nvPr/>
        </p:nvPicPr>
        <p:blipFill>
          <a:blip xmlns:r="http://schemas.openxmlformats.org/officeDocument/2006/relationships" xmlns:a="http://schemas.openxmlformats.org/drawingml/2006/main" r:embed="Rbdb8e0bfb3ea490b"/>
          <a:stretch xmlns:a="http://schemas.openxmlformats.org/drawingml/2006/main">
            <a:fillRect l="0" t="0" r="0" b="0"/>
          </a:stretch>
        </p:blipFill>
        <p:spPr>
          <a:xfrm xmlns:a="http://schemas.openxmlformats.org/drawingml/2006/main">
            <a:off x="7439025" y="2428875"/>
            <a:ext cx="361950" cy="361950"/>
          </a:xfrm>
          <a:prstGeom xmlns:a="http://schemas.openxmlformats.org/drawingml/2006/main" prst="rect">
            <a:avLst/>
          </a:prstGeom>
          <a:ln xmlns:a="http://schemas.openxmlformats.org/drawingml/2006/main">
            <a:noFill/>
          </a:ln>
        </p:spPr>
      </p:pic>
      <p:sp>
        <p:nvSpPr>
          <p:cNvPr id="33" name="Text 33">
            <a:extLst xmlns:a="http://schemas.openxmlformats.org/drawingml/2006/main">
              <a:ext uri="{FF2B5EF4-FFF2-40B4-BE49-F238E27FC236}">
                <a16:creationId xmlns:a16="http://schemas.microsoft.com/office/drawing/2014/main" id="{83CA7DBC-3609-4D50-93D2-A39791612F37}"/>
              </a:ext>
            </a:extLst>
          </p:cNvPr>
          <p:cNvSpPr>
            <a:spLocks xmlns:a="http://schemas.openxmlformats.org/drawingml/2006/main" noGrp="1"/>
          </p:cNvSpPr>
          <p:nvPr/>
        </p:nvSpPr>
        <p:spPr>
          <a:xfrm xmlns:a="http://schemas.openxmlformats.org/drawingml/2006/main">
            <a:off x="6934200" y="3143250"/>
            <a:ext cx="1371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spc="30">
                <a:solidFill>
                  <a:srgbClr val="1F7A5A"/>
                </a:solidFill>
                <a:latin typeface="Arial"/>
                <a:ea typeface="Arial"/>
                <a:cs typeface="Arial"/>
              </a:rPr>
              <a:t>SYNTHESIZE</a:t>
            </a:r>
            <a:endParaRPr sz="1300"/>
          </a:p>
        </p:txBody>
      </p:sp>
      <p:sp>
        <p:nvSpPr>
          <p:cNvPr id="34" name="Text 34">
            <a:extLst xmlns:a="http://schemas.openxmlformats.org/drawingml/2006/main">
              <a:ext uri="{FF2B5EF4-FFF2-40B4-BE49-F238E27FC236}">
                <a16:creationId xmlns:a16="http://schemas.microsoft.com/office/drawing/2014/main" id="{DB0F57EF-4AC0-4F2B-9004-F9D94522363D}"/>
              </a:ext>
            </a:extLst>
          </p:cNvPr>
          <p:cNvSpPr>
            <a:spLocks xmlns:a="http://schemas.openxmlformats.org/drawingml/2006/main" noGrp="1"/>
          </p:cNvSpPr>
          <p:nvPr/>
        </p:nvSpPr>
        <p:spPr>
          <a:xfrm xmlns:a="http://schemas.openxmlformats.org/drawingml/2006/main">
            <a:off x="6934200" y="3448050"/>
            <a:ext cx="13716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17212B"/>
                </a:solidFill>
                <a:latin typeface="Arial"/>
                <a:ea typeface="Arial"/>
                <a:cs typeface="Arial"/>
              </a:rPr>
              <a:t>Structured result</a:t>
            </a:r>
            <a:endParaRPr sz="1300"/>
          </a:p>
          <a:p xmlns:a="http://schemas.openxmlformats.org/drawingml/2006/main">
            <a:pPr algn="ctr">
              <a:buNone/>
            </a:pPr>
            <a:r>
              <a:rPr sz="1300" b="0">
                <a:solidFill>
                  <a:srgbClr val="17212B"/>
                </a:solidFill>
                <a:latin typeface="Arial"/>
                <a:ea typeface="Arial"/>
                <a:cs typeface="Arial"/>
              </a:rPr>
              <a:t>through one port</a:t>
            </a:r>
            <a:endParaRPr sz="1300"/>
          </a:p>
        </p:txBody>
      </p:sp>
      <p:sp>
        <p:nvSpPr>
          <p:cNvPr id="35" name="Connector 35">
            <a:extLst xmlns:a="http://schemas.openxmlformats.org/drawingml/2006/main">
              <a:ext uri="{FF2B5EF4-FFF2-40B4-BE49-F238E27FC236}">
                <a16:creationId xmlns:a16="http://schemas.microsoft.com/office/drawing/2014/main" id="{C3E1A726-F107-49D3-AA77-E87D7FEDE4AE}"/>
              </a:ext>
            </a:extLst>
          </p:cNvPr>
          <p:cNvSpPr>
            <a:spLocks xmlns:a="http://schemas.openxmlformats.org/drawingml/2006/main" noGrp="1"/>
          </p:cNvSpPr>
          <p:nvPr/>
        </p:nvSpPr>
        <p:spPr>
          <a:xfrm xmlns:a="http://schemas.openxmlformats.org/drawingml/2006/main">
            <a:off x="9601200" y="2619375"/>
            <a:ext cx="895350" cy="0"/>
          </a:xfrm>
          <a:prstGeom xmlns:a="http://schemas.openxmlformats.org/drawingml/2006/main" prst="line">
            <a:avLst/>
          </a:prstGeom>
          <a:ln xmlns:a="http://schemas.openxmlformats.org/drawingml/2006/main" w="38100">
            <a:solidFill>
              <a:srgbClr val="D9DEE3"/>
            </a:solidFill>
            <a:tailEnd type="triangle"/>
          </a:ln>
        </p:spPr>
      </p:sp>
      <p:sp>
        <p:nvSpPr>
          <p:cNvPr id="36" name="Text 36">
            <a:extLst xmlns:a="http://schemas.openxmlformats.org/drawingml/2006/main">
              <a:ext uri="{FF2B5EF4-FFF2-40B4-BE49-F238E27FC236}">
                <a16:creationId xmlns:a16="http://schemas.microsoft.com/office/drawing/2014/main" id="{539C77E8-2A86-4051-8A18-B9FEA6C4A947}"/>
              </a:ext>
            </a:extLst>
          </p:cNvPr>
          <p:cNvSpPr>
            <a:spLocks xmlns:a="http://schemas.openxmlformats.org/drawingml/2006/main" noGrp="1"/>
          </p:cNvSpPr>
          <p:nvPr/>
        </p:nvSpPr>
        <p:spPr>
          <a:xfrm xmlns:a="http://schemas.openxmlformats.org/drawingml/2006/main">
            <a:off x="9067800" y="1962150"/>
            <a:ext cx="3429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1">
                <a:solidFill>
                  <a:srgbClr val="B46B13"/>
                </a:solidFill>
                <a:latin typeface="Arial"/>
                <a:ea typeface="Arial"/>
                <a:cs typeface="Arial"/>
              </a:rPr>
              <a:t>06</a:t>
            </a:r>
            <a:endParaRPr sz="1000"/>
          </a:p>
        </p:txBody>
      </p:sp>
      <p:sp>
        <p:nvSpPr>
          <p:cNvPr id="37" name="Shape 37">
            <a:extLst xmlns:a="http://schemas.openxmlformats.org/drawingml/2006/main">
              <a:ext uri="{FF2B5EF4-FFF2-40B4-BE49-F238E27FC236}">
                <a16:creationId xmlns:a16="http://schemas.microsoft.com/office/drawing/2014/main" id="{22D0DFEA-283A-49A3-AF45-E2D2B7FA081A}"/>
              </a:ext>
            </a:extLst>
          </p:cNvPr>
          <p:cNvSpPr>
            <a:spLocks xmlns:a="http://schemas.openxmlformats.org/drawingml/2006/main" noGrp="1"/>
          </p:cNvSpPr>
          <p:nvPr/>
        </p:nvSpPr>
        <p:spPr>
          <a:xfrm xmlns:a="http://schemas.openxmlformats.org/drawingml/2006/main">
            <a:off x="8877300" y="2247900"/>
            <a:ext cx="723900" cy="723900"/>
          </a:xfrm>
          <a:prstGeom xmlns:a="http://schemas.openxmlformats.org/drawingml/2006/main" prst="ellipse">
            <a:avLst/>
          </a:prstGeom>
          <a:solidFill xmlns:a="http://schemas.openxmlformats.org/drawingml/2006/main">
            <a:srgbClr val="FFFFFF"/>
          </a:solidFill>
          <a:ln xmlns:a="http://schemas.openxmlformats.org/drawingml/2006/main" w="19050">
            <a:solidFill>
              <a:srgbClr val="B46B13"/>
            </a:solidFill>
          </a:ln>
        </p:spPr>
      </p:sp>
      <p:pic>
        <p:nvPicPr>
          <p:cNvPr id="104" name="Picture 38"/>
          <p:cNvPicPr>
            <a:picLocks xmlns:a="http://schemas.openxmlformats.org/drawingml/2006/main" noChangeAspect="1"/>
          </p:cNvPicPr>
          <p:nvPr/>
        </p:nvPicPr>
        <p:blipFill>
          <a:blip xmlns:r="http://schemas.openxmlformats.org/officeDocument/2006/relationships" xmlns:a="http://schemas.openxmlformats.org/drawingml/2006/main" r:embed="R5bc932e68aed4bf7"/>
          <a:stretch xmlns:a="http://schemas.openxmlformats.org/drawingml/2006/main">
            <a:fillRect l="0" t="0" r="0" b="0"/>
          </a:stretch>
        </p:blipFill>
        <p:spPr>
          <a:xfrm xmlns:a="http://schemas.openxmlformats.org/drawingml/2006/main">
            <a:off x="9058275" y="2428875"/>
            <a:ext cx="361950" cy="361950"/>
          </a:xfrm>
          <a:prstGeom xmlns:a="http://schemas.openxmlformats.org/drawingml/2006/main" prst="rect">
            <a:avLst/>
          </a:prstGeom>
          <a:ln xmlns:a="http://schemas.openxmlformats.org/drawingml/2006/main">
            <a:noFill/>
          </a:ln>
        </p:spPr>
      </p:pic>
      <p:sp>
        <p:nvSpPr>
          <p:cNvPr id="39" name="Text 39">
            <a:extLst xmlns:a="http://schemas.openxmlformats.org/drawingml/2006/main">
              <a:ext uri="{FF2B5EF4-FFF2-40B4-BE49-F238E27FC236}">
                <a16:creationId xmlns:a16="http://schemas.microsoft.com/office/drawing/2014/main" id="{D45A69FB-A99B-48E7-B77B-1F7414EEEE0E}"/>
              </a:ext>
            </a:extLst>
          </p:cNvPr>
          <p:cNvSpPr>
            <a:spLocks xmlns:a="http://schemas.openxmlformats.org/drawingml/2006/main" noGrp="1"/>
          </p:cNvSpPr>
          <p:nvPr/>
        </p:nvSpPr>
        <p:spPr>
          <a:xfrm xmlns:a="http://schemas.openxmlformats.org/drawingml/2006/main">
            <a:off x="8553450" y="3143250"/>
            <a:ext cx="1371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spc="30">
                <a:solidFill>
                  <a:srgbClr val="B46B13"/>
                </a:solidFill>
                <a:latin typeface="Arial"/>
                <a:ea typeface="Arial"/>
                <a:cs typeface="Arial"/>
              </a:rPr>
              <a:t>VALIDATE</a:t>
            </a:r>
            <a:endParaRPr sz="1300"/>
          </a:p>
        </p:txBody>
      </p:sp>
      <p:sp>
        <p:nvSpPr>
          <p:cNvPr id="40" name="Text 40">
            <a:extLst xmlns:a="http://schemas.openxmlformats.org/drawingml/2006/main">
              <a:ext uri="{FF2B5EF4-FFF2-40B4-BE49-F238E27FC236}">
                <a16:creationId xmlns:a16="http://schemas.microsoft.com/office/drawing/2014/main" id="{827FE312-84E0-4F11-9843-689F94B44D01}"/>
              </a:ext>
            </a:extLst>
          </p:cNvPr>
          <p:cNvSpPr>
            <a:spLocks xmlns:a="http://schemas.openxmlformats.org/drawingml/2006/main" noGrp="1"/>
          </p:cNvSpPr>
          <p:nvPr/>
        </p:nvSpPr>
        <p:spPr>
          <a:xfrm xmlns:a="http://schemas.openxmlformats.org/drawingml/2006/main">
            <a:off x="8553450" y="3448050"/>
            <a:ext cx="13716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17212B"/>
                </a:solidFill>
                <a:latin typeface="Arial"/>
                <a:ea typeface="Arial"/>
                <a:cs typeface="Arial"/>
              </a:rPr>
              <a:t>Evidence references</a:t>
            </a:r>
            <a:endParaRPr sz="1300"/>
          </a:p>
          <a:p xmlns:a="http://schemas.openxmlformats.org/drawingml/2006/main">
            <a:pPr algn="ctr">
              <a:buNone/>
            </a:pPr>
            <a:r>
              <a:rPr sz="1300" b="0">
                <a:solidFill>
                  <a:srgbClr val="17212B"/>
                </a:solidFill>
                <a:latin typeface="Arial"/>
                <a:ea typeface="Arial"/>
                <a:cs typeface="Arial"/>
              </a:rPr>
              <a:t>must be supported</a:t>
            </a:r>
            <a:endParaRPr sz="1300"/>
          </a:p>
        </p:txBody>
      </p:sp>
      <p:sp>
        <p:nvSpPr>
          <p:cNvPr id="41" name="Text 41">
            <a:extLst xmlns:a="http://schemas.openxmlformats.org/drawingml/2006/main">
              <a:ext uri="{FF2B5EF4-FFF2-40B4-BE49-F238E27FC236}">
                <a16:creationId xmlns:a16="http://schemas.microsoft.com/office/drawing/2014/main" id="{4DA2CB05-231C-4846-AD8B-13E91F764674}"/>
              </a:ext>
            </a:extLst>
          </p:cNvPr>
          <p:cNvSpPr>
            <a:spLocks xmlns:a="http://schemas.openxmlformats.org/drawingml/2006/main" noGrp="1"/>
          </p:cNvSpPr>
          <p:nvPr/>
        </p:nvSpPr>
        <p:spPr>
          <a:xfrm xmlns:a="http://schemas.openxmlformats.org/drawingml/2006/main">
            <a:off x="10687050" y="1962150"/>
            <a:ext cx="3429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1">
                <a:solidFill>
                  <a:srgbClr val="981B1E"/>
                </a:solidFill>
                <a:latin typeface="Arial"/>
                <a:ea typeface="Arial"/>
                <a:cs typeface="Arial"/>
              </a:rPr>
              <a:t>07</a:t>
            </a:r>
            <a:endParaRPr sz="1000"/>
          </a:p>
        </p:txBody>
      </p:sp>
      <p:sp>
        <p:nvSpPr>
          <p:cNvPr id="42" name="Shape 42">
            <a:extLst xmlns:a="http://schemas.openxmlformats.org/drawingml/2006/main">
              <a:ext uri="{FF2B5EF4-FFF2-40B4-BE49-F238E27FC236}">
                <a16:creationId xmlns:a16="http://schemas.microsoft.com/office/drawing/2014/main" id="{F3FFCFFD-F08B-4A41-82A0-7A51DD9D7B48}"/>
              </a:ext>
            </a:extLst>
          </p:cNvPr>
          <p:cNvSpPr>
            <a:spLocks xmlns:a="http://schemas.openxmlformats.org/drawingml/2006/main" noGrp="1"/>
          </p:cNvSpPr>
          <p:nvPr/>
        </p:nvSpPr>
        <p:spPr>
          <a:xfrm xmlns:a="http://schemas.openxmlformats.org/drawingml/2006/main">
            <a:off x="10496550" y="2247900"/>
            <a:ext cx="723900" cy="723900"/>
          </a:xfrm>
          <a:prstGeom xmlns:a="http://schemas.openxmlformats.org/drawingml/2006/main" prst="ellipse">
            <a:avLst/>
          </a:prstGeom>
          <a:solidFill xmlns:a="http://schemas.openxmlformats.org/drawingml/2006/main">
            <a:srgbClr val="FFFFFF"/>
          </a:solidFill>
          <a:ln xmlns:a="http://schemas.openxmlformats.org/drawingml/2006/main" w="19050">
            <a:solidFill>
              <a:srgbClr val="981B1E"/>
            </a:solidFill>
          </a:ln>
        </p:spPr>
      </p:sp>
      <p:pic>
        <p:nvPicPr>
          <p:cNvPr id="109" name="Picture 43"/>
          <p:cNvPicPr>
            <a:picLocks xmlns:a="http://schemas.openxmlformats.org/drawingml/2006/main" noChangeAspect="1"/>
          </p:cNvPicPr>
          <p:nvPr/>
        </p:nvPicPr>
        <p:blipFill>
          <a:blip xmlns:r="http://schemas.openxmlformats.org/officeDocument/2006/relationships" xmlns:a="http://schemas.openxmlformats.org/drawingml/2006/main" r:embed="Rf75f6857698c4ac9"/>
          <a:stretch xmlns:a="http://schemas.openxmlformats.org/drawingml/2006/main">
            <a:fillRect l="0" t="0" r="0" b="0"/>
          </a:stretch>
        </p:blipFill>
        <p:spPr>
          <a:xfrm xmlns:a="http://schemas.openxmlformats.org/drawingml/2006/main">
            <a:off x="10677525" y="2428875"/>
            <a:ext cx="361950" cy="361950"/>
          </a:xfrm>
          <a:prstGeom xmlns:a="http://schemas.openxmlformats.org/drawingml/2006/main" prst="rect">
            <a:avLst/>
          </a:prstGeom>
          <a:ln xmlns:a="http://schemas.openxmlformats.org/drawingml/2006/main">
            <a:noFill/>
          </a:ln>
        </p:spPr>
      </p:pic>
      <p:sp>
        <p:nvSpPr>
          <p:cNvPr id="44" name="Text 44">
            <a:extLst xmlns:a="http://schemas.openxmlformats.org/drawingml/2006/main">
              <a:ext uri="{FF2B5EF4-FFF2-40B4-BE49-F238E27FC236}">
                <a16:creationId xmlns:a16="http://schemas.microsoft.com/office/drawing/2014/main" id="{50FD8AC0-B6B3-4D74-A16C-361BEEE2E772}"/>
              </a:ext>
            </a:extLst>
          </p:cNvPr>
          <p:cNvSpPr>
            <a:spLocks xmlns:a="http://schemas.openxmlformats.org/drawingml/2006/main" noGrp="1"/>
          </p:cNvSpPr>
          <p:nvPr/>
        </p:nvSpPr>
        <p:spPr>
          <a:xfrm xmlns:a="http://schemas.openxmlformats.org/drawingml/2006/main">
            <a:off x="10172700" y="3143250"/>
            <a:ext cx="1371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spc="30">
                <a:solidFill>
                  <a:srgbClr val="981B1E"/>
                </a:solidFill>
                <a:latin typeface="Arial"/>
                <a:ea typeface="Arial"/>
                <a:cs typeface="Arial"/>
              </a:rPr>
              <a:t>PERSIST</a:t>
            </a:r>
            <a:endParaRPr sz="1300"/>
          </a:p>
        </p:txBody>
      </p:sp>
      <p:sp>
        <p:nvSpPr>
          <p:cNvPr id="45" name="Text 45">
            <a:extLst xmlns:a="http://schemas.openxmlformats.org/drawingml/2006/main">
              <a:ext uri="{FF2B5EF4-FFF2-40B4-BE49-F238E27FC236}">
                <a16:creationId xmlns:a16="http://schemas.microsoft.com/office/drawing/2014/main" id="{D42A61DC-F8E0-4AF2-AF61-742D609BA5EC}"/>
              </a:ext>
            </a:extLst>
          </p:cNvPr>
          <p:cNvSpPr>
            <a:spLocks xmlns:a="http://schemas.openxmlformats.org/drawingml/2006/main" noGrp="1"/>
          </p:cNvSpPr>
          <p:nvPr/>
        </p:nvSpPr>
        <p:spPr>
          <a:xfrm xmlns:a="http://schemas.openxmlformats.org/drawingml/2006/main">
            <a:off x="10172700" y="3448050"/>
            <a:ext cx="13716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17212B"/>
                </a:solidFill>
                <a:latin typeface="Arial"/>
                <a:ea typeface="Arial"/>
                <a:cs typeface="Arial"/>
              </a:rPr>
              <a:t>Completed result</a:t>
            </a:r>
            <a:endParaRPr sz="1300"/>
          </a:p>
          <a:p xmlns:a="http://schemas.openxmlformats.org/drawingml/2006/main">
            <a:pPr algn="ctr">
              <a:buNone/>
            </a:pPr>
            <a:r>
              <a:rPr sz="1300" b="0">
                <a:solidFill>
                  <a:srgbClr val="17212B"/>
                </a:solidFill>
                <a:latin typeface="Arial"/>
                <a:ea typeface="Arial"/>
                <a:cs typeface="Arial"/>
              </a:rPr>
              <a:t>and history</a:t>
            </a:r>
            <a:endParaRPr sz="1300"/>
          </a:p>
        </p:txBody>
      </p:sp>
      <p:sp>
        <p:nvSpPr>
          <p:cNvPr id="46" name="Shape 46">
            <a:extLst xmlns:a="http://schemas.openxmlformats.org/drawingml/2006/main">
              <a:ext uri="{FF2B5EF4-FFF2-40B4-BE49-F238E27FC236}">
                <a16:creationId xmlns:a16="http://schemas.microsoft.com/office/drawing/2014/main" id="{8C9B0CF0-D299-4CA9-B26A-A2F1D2C1EB99}"/>
              </a:ext>
            </a:extLst>
          </p:cNvPr>
          <p:cNvSpPr>
            <a:spLocks xmlns:a="http://schemas.openxmlformats.org/drawingml/2006/main" noGrp="1"/>
          </p:cNvSpPr>
          <p:nvPr/>
        </p:nvSpPr>
        <p:spPr>
          <a:xfrm xmlns:a="http://schemas.openxmlformats.org/drawingml/2006/main">
            <a:off x="6496050" y="4171950"/>
            <a:ext cx="4914900" cy="247650"/>
          </a:xfrm>
          <a:prstGeom xmlns:a="http://schemas.openxmlformats.org/drawingml/2006/main" prst="rect">
            <a:avLst/>
          </a:prstGeom>
          <a:solidFill xmlns:a="http://schemas.openxmlformats.org/drawingml/2006/main">
            <a:srgbClr val="FFFFFF"/>
          </a:solidFill>
          <a:ln xmlns:a="http://schemas.openxmlformats.org/drawingml/2006/main" w="12700">
            <a:solidFill>
              <a:srgbClr val="B46B13"/>
            </a:solidFill>
          </a:ln>
        </p:spPr>
      </p:sp>
      <p:sp>
        <p:nvSpPr>
          <p:cNvPr id="47" name="Text 47">
            <a:extLst xmlns:a="http://schemas.openxmlformats.org/drawingml/2006/main">
              <a:ext uri="{FF2B5EF4-FFF2-40B4-BE49-F238E27FC236}">
                <a16:creationId xmlns:a16="http://schemas.microsoft.com/office/drawing/2014/main" id="{EB77D62F-7957-48C3-A380-4B5FAE497407}"/>
              </a:ext>
            </a:extLst>
          </p:cNvPr>
          <p:cNvSpPr>
            <a:spLocks xmlns:a="http://schemas.openxmlformats.org/drawingml/2006/main" noGrp="1"/>
          </p:cNvSpPr>
          <p:nvPr/>
        </p:nvSpPr>
        <p:spPr>
          <a:xfrm xmlns:a="http://schemas.openxmlformats.org/drawingml/2006/main">
            <a:off x="6667500" y="4210050"/>
            <a:ext cx="4572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B46B13"/>
                </a:solidFill>
                <a:latin typeface="Arial"/>
                <a:ea typeface="Arial"/>
                <a:cs typeface="Arial"/>
              </a:rPr>
              <a:t>Any failure remains explicit before persistence</a:t>
            </a:r>
            <a:endParaRPr sz="1100"/>
          </a:p>
        </p:txBody>
      </p:sp>
      <p:sp>
        <p:nvSpPr>
          <p:cNvPr id="48" name="Shape 48">
            <a:extLst xmlns:a="http://schemas.openxmlformats.org/drawingml/2006/main">
              <a:ext uri="{FF2B5EF4-FFF2-40B4-BE49-F238E27FC236}">
                <a16:creationId xmlns:a16="http://schemas.microsoft.com/office/drawing/2014/main" id="{712DE73B-8600-4929-9034-78D1E5F1DA6F}"/>
              </a:ext>
            </a:extLst>
          </p:cNvPr>
          <p:cNvSpPr>
            <a:spLocks xmlns:a="http://schemas.openxmlformats.org/drawingml/2006/main" noGrp="1"/>
          </p:cNvSpPr>
          <p:nvPr/>
        </p:nvSpPr>
        <p:spPr>
          <a:xfrm xmlns:a="http://schemas.openxmlformats.org/drawingml/2006/main">
            <a:off x="895350" y="4914900"/>
            <a:ext cx="10401300" cy="876300"/>
          </a:xfrm>
          <a:prstGeom xmlns:a="http://schemas.openxmlformats.org/drawingml/2006/main" prst="rect">
            <a:avLst/>
          </a:prstGeom>
          <a:solidFill xmlns:a="http://schemas.openxmlformats.org/drawingml/2006/main">
            <a:srgbClr val="FFFFFF"/>
          </a:solidFill>
          <a:ln xmlns:a="http://schemas.openxmlformats.org/drawingml/2006/main" w="12700">
            <a:solidFill>
              <a:srgbClr val="D9DEE3"/>
            </a:solidFill>
          </a:ln>
        </p:spPr>
      </p:sp>
      <p:sp>
        <p:nvSpPr>
          <p:cNvPr id="49" name="Shape 49">
            <a:extLst xmlns:a="http://schemas.openxmlformats.org/drawingml/2006/main">
              <a:ext uri="{FF2B5EF4-FFF2-40B4-BE49-F238E27FC236}">
                <a16:creationId xmlns:a16="http://schemas.microsoft.com/office/drawing/2014/main" id="{B3F0F638-F97D-4F58-9484-CA03CE2A3D56}"/>
              </a:ext>
            </a:extLst>
          </p:cNvPr>
          <p:cNvSpPr>
            <a:spLocks xmlns:a="http://schemas.openxmlformats.org/drawingml/2006/main" noGrp="1"/>
          </p:cNvSpPr>
          <p:nvPr/>
        </p:nvSpPr>
        <p:spPr>
          <a:xfrm xmlns:a="http://schemas.openxmlformats.org/drawingml/2006/main">
            <a:off x="1123950" y="5105400"/>
            <a:ext cx="476250" cy="476250"/>
          </a:xfrm>
          <a:prstGeom xmlns:a="http://schemas.openxmlformats.org/drawingml/2006/main" prst="roundRect">
            <a:avLst/>
          </a:prstGeom>
          <a:solidFill xmlns:a="http://schemas.openxmlformats.org/drawingml/2006/main">
            <a:srgbClr val="EAF1F7"/>
          </a:solidFill>
          <a:ln xmlns:a="http://schemas.openxmlformats.org/drawingml/2006/main" w="19050">
            <a:solidFill>
              <a:srgbClr val="2A5B84"/>
            </a:solidFill>
          </a:ln>
        </p:spPr>
      </p:sp>
      <p:pic>
        <p:nvPicPr>
          <p:cNvPr id="116" name="Picture 50"/>
          <p:cNvPicPr>
            <a:picLocks xmlns:a="http://schemas.openxmlformats.org/drawingml/2006/main" noChangeAspect="1"/>
          </p:cNvPicPr>
          <p:nvPr/>
        </p:nvPicPr>
        <p:blipFill>
          <a:blip xmlns:r="http://schemas.openxmlformats.org/officeDocument/2006/relationships" xmlns:a="http://schemas.openxmlformats.org/drawingml/2006/main" r:embed="R3fa1788963bf4224"/>
          <a:stretch xmlns:a="http://schemas.openxmlformats.org/drawingml/2006/main">
            <a:fillRect l="0" t="0" r="0" b="0"/>
          </a:stretch>
        </p:blipFill>
        <p:spPr>
          <a:xfrm xmlns:a="http://schemas.openxmlformats.org/drawingml/2006/main">
            <a:off x="1247775" y="5229225"/>
            <a:ext cx="228600" cy="228600"/>
          </a:xfrm>
          <a:prstGeom xmlns:a="http://schemas.openxmlformats.org/drawingml/2006/main" prst="rect">
            <a:avLst/>
          </a:prstGeom>
          <a:ln xmlns:a="http://schemas.openxmlformats.org/drawingml/2006/main">
            <a:noFill/>
          </a:ln>
        </p:spPr>
      </p:pic>
      <p:sp>
        <p:nvSpPr>
          <p:cNvPr id="51" name="Text 51">
            <a:extLst xmlns:a="http://schemas.openxmlformats.org/drawingml/2006/main">
              <a:ext uri="{FF2B5EF4-FFF2-40B4-BE49-F238E27FC236}">
                <a16:creationId xmlns:a16="http://schemas.microsoft.com/office/drawing/2014/main" id="{EED9E6E2-7B47-496A-B338-9B766BD942B4}"/>
              </a:ext>
            </a:extLst>
          </p:cNvPr>
          <p:cNvSpPr>
            <a:spLocks xmlns:a="http://schemas.openxmlformats.org/drawingml/2006/main" noGrp="1"/>
          </p:cNvSpPr>
          <p:nvPr/>
        </p:nvSpPr>
        <p:spPr>
          <a:xfrm xmlns:a="http://schemas.openxmlformats.org/drawingml/2006/main">
            <a:off x="1790700" y="5048250"/>
            <a:ext cx="3905250" cy="571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600" b="1">
                <a:solidFill>
                  <a:srgbClr val="17212B"/>
                </a:solidFill>
                <a:latin typeface="Arial"/>
                <a:ea typeface="Arial"/>
                <a:cs typeface="Arial"/>
              </a:rPr>
              <a:t>Source facts stay authoritative and separate from derived evidence</a:t>
            </a:r>
            <a:endParaRPr sz="1600"/>
          </a:p>
        </p:txBody>
      </p:sp>
      <p:sp>
        <p:nvSpPr>
          <p:cNvPr id="52" name="Connector 52">
            <a:extLst xmlns:a="http://schemas.openxmlformats.org/drawingml/2006/main">
              <a:ext uri="{FF2B5EF4-FFF2-40B4-BE49-F238E27FC236}">
                <a16:creationId xmlns:a16="http://schemas.microsoft.com/office/drawing/2014/main" id="{C4A78D65-A3E5-4746-8BF5-9DC3D3E07973}"/>
              </a:ext>
            </a:extLst>
          </p:cNvPr>
          <p:cNvSpPr>
            <a:spLocks xmlns:a="http://schemas.openxmlformats.org/drawingml/2006/main" noGrp="1"/>
          </p:cNvSpPr>
          <p:nvPr/>
        </p:nvSpPr>
        <p:spPr>
          <a:xfrm xmlns:a="http://schemas.openxmlformats.org/drawingml/2006/main">
            <a:off x="6038850" y="5048250"/>
            <a:ext cx="0" cy="571500"/>
          </a:xfrm>
          <a:prstGeom xmlns:a="http://schemas.openxmlformats.org/drawingml/2006/main" prst="line">
            <a:avLst/>
          </a:prstGeom>
          <a:ln xmlns:a="http://schemas.openxmlformats.org/drawingml/2006/main" w="25400">
            <a:solidFill>
              <a:srgbClr val="D9DEE3"/>
            </a:solidFill>
          </a:ln>
        </p:spPr>
      </p:sp>
      <p:sp>
        <p:nvSpPr>
          <p:cNvPr id="53" name="Shape 53">
            <a:extLst xmlns:a="http://schemas.openxmlformats.org/drawingml/2006/main">
              <a:ext uri="{FF2B5EF4-FFF2-40B4-BE49-F238E27FC236}">
                <a16:creationId xmlns:a16="http://schemas.microsoft.com/office/drawing/2014/main" id="{8434DC22-C7A2-43EA-BF5B-038C0177DE7A}"/>
              </a:ext>
            </a:extLst>
          </p:cNvPr>
          <p:cNvSpPr>
            <a:spLocks xmlns:a="http://schemas.openxmlformats.org/drawingml/2006/main" noGrp="1"/>
          </p:cNvSpPr>
          <p:nvPr/>
        </p:nvSpPr>
        <p:spPr>
          <a:xfrm xmlns:a="http://schemas.openxmlformats.org/drawingml/2006/main">
            <a:off x="6381750" y="5105400"/>
            <a:ext cx="476250" cy="476250"/>
          </a:xfrm>
          <a:prstGeom xmlns:a="http://schemas.openxmlformats.org/drawingml/2006/main" prst="roundRect">
            <a:avLst/>
          </a:prstGeom>
          <a:solidFill xmlns:a="http://schemas.openxmlformats.org/drawingml/2006/main">
            <a:srgbClr val="EAF5F0"/>
          </a:solidFill>
          <a:ln xmlns:a="http://schemas.openxmlformats.org/drawingml/2006/main" w="19050">
            <a:solidFill>
              <a:srgbClr val="1F7A5A"/>
            </a:solidFill>
          </a:ln>
        </p:spPr>
      </p:sp>
      <p:pic>
        <p:nvPicPr>
          <p:cNvPr id="120" name="Picture 54"/>
          <p:cNvPicPr>
            <a:picLocks xmlns:a="http://schemas.openxmlformats.org/drawingml/2006/main" noChangeAspect="1"/>
          </p:cNvPicPr>
          <p:nvPr/>
        </p:nvPicPr>
        <p:blipFill>
          <a:blip xmlns:r="http://schemas.openxmlformats.org/officeDocument/2006/relationships" xmlns:a="http://schemas.openxmlformats.org/drawingml/2006/main" r:embed="Reb9d10f49f274457"/>
          <a:stretch xmlns:a="http://schemas.openxmlformats.org/drawingml/2006/main">
            <a:fillRect l="0" t="0" r="0" b="0"/>
          </a:stretch>
        </p:blipFill>
        <p:spPr>
          <a:xfrm xmlns:a="http://schemas.openxmlformats.org/drawingml/2006/main">
            <a:off x="6505575" y="5229225"/>
            <a:ext cx="228600" cy="228600"/>
          </a:xfrm>
          <a:prstGeom xmlns:a="http://schemas.openxmlformats.org/drawingml/2006/main" prst="rect">
            <a:avLst/>
          </a:prstGeom>
          <a:ln xmlns:a="http://schemas.openxmlformats.org/drawingml/2006/main">
            <a:noFill/>
          </a:ln>
        </p:spPr>
      </p:pic>
      <p:sp>
        <p:nvSpPr>
          <p:cNvPr id="55" name="Text 55">
            <a:extLst xmlns:a="http://schemas.openxmlformats.org/drawingml/2006/main">
              <a:ext uri="{FF2B5EF4-FFF2-40B4-BE49-F238E27FC236}">
                <a16:creationId xmlns:a16="http://schemas.microsoft.com/office/drawing/2014/main" id="{4FE2D353-A020-46E0-A6EE-A91257AE6F90}"/>
              </a:ext>
            </a:extLst>
          </p:cNvPr>
          <p:cNvSpPr>
            <a:spLocks xmlns:a="http://schemas.openxmlformats.org/drawingml/2006/main" noGrp="1"/>
          </p:cNvSpPr>
          <p:nvPr/>
        </p:nvSpPr>
        <p:spPr>
          <a:xfrm xmlns:a="http://schemas.openxmlformats.org/drawingml/2006/main">
            <a:off x="7048500" y="5048250"/>
            <a:ext cx="3905250" cy="571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600" b="1">
                <a:solidFill>
                  <a:srgbClr val="17212B"/>
                </a:solidFill>
                <a:latin typeface="Arial"/>
                <a:ea typeface="Arial"/>
                <a:cs typeface="Arial"/>
              </a:rPr>
              <a:t>Only a valid completed result reaches reviewable history</a:t>
            </a:r>
            <a:endParaRPr sz="1600"/>
          </a:p>
        </p:txBody>
      </p:sp>
      <p:sp>
        <p:nvSpPr>
          <p:cNvPr id="56" name="Connector 56">
            <a:extLst xmlns:a="http://schemas.openxmlformats.org/drawingml/2006/main">
              <a:ext uri="{FF2B5EF4-FFF2-40B4-BE49-F238E27FC236}">
                <a16:creationId xmlns:a16="http://schemas.microsoft.com/office/drawing/2014/main" id="{57F5F351-2E25-4356-8893-9422B740A775}"/>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D9DEE3"/>
            </a:solidFill>
          </a:ln>
        </p:spPr>
      </p:sp>
      <p:sp>
        <p:nvSpPr>
          <p:cNvPr id="57" name="Text 57">
            <a:extLst xmlns:a="http://schemas.openxmlformats.org/drawingml/2006/main">
              <a:ext uri="{FF2B5EF4-FFF2-40B4-BE49-F238E27FC236}">
                <a16:creationId xmlns:a16="http://schemas.microsoft.com/office/drawing/2014/main" id="{BBC2B927-219C-41D0-9E6F-562D6C461006}"/>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CUSTOMER ACTIVITY ANALYTICS</a:t>
            </a:r>
            <a:endParaRPr sz="1000"/>
          </a:p>
        </p:txBody>
      </p:sp>
      <p:sp>
        <p:nvSpPr>
          <p:cNvPr id="58" name="Text 58">
            <a:extLst xmlns:a="http://schemas.openxmlformats.org/drawingml/2006/main">
              <a:ext uri="{FF2B5EF4-FFF2-40B4-BE49-F238E27FC236}">
                <a16:creationId xmlns:a16="http://schemas.microsoft.com/office/drawing/2014/main" id="{6A90B868-09E0-475B-83F7-D61B4CDCE68B}"/>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5</a:t>
            </a:r>
            <a:endParaRPr sz="1000"/>
          </a:p>
        </p:txBody>
      </p:sp>
    </p:spTree>
    <p:extLst>
      <p:ext uri="{BB962C8B-B14F-4D97-AF65-F5344CB8AC3E}">
        <p14:creationId xmlns:p14="http://schemas.microsoft.com/office/powerpoint/2010/main" val="653921634"/>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7E9A97C3-89CD-4A60-BC20-DD7B111E90E0}"/>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IMPLEMENTATION LANDSCAPE</a:t>
            </a:r>
            <a:endParaRPr sz="1100"/>
          </a:p>
        </p:txBody>
      </p:sp>
      <p:sp>
        <p:nvSpPr>
          <p:cNvPr id="3" name="Text 3">
            <a:extLst xmlns:a="http://schemas.openxmlformats.org/drawingml/2006/main">
              <a:ext uri="{FF2B5EF4-FFF2-40B4-BE49-F238E27FC236}">
                <a16:creationId xmlns:a16="http://schemas.microsoft.com/office/drawing/2014/main" id="{1B458B7C-5096-422C-BF00-385DC208FD70}"/>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Bounded mechanisms share one analytical pipeline</a:t>
            </a:r>
            <a:endParaRPr sz="3000"/>
          </a:p>
        </p:txBody>
      </p:sp>
      <p:sp>
        <p:nvSpPr>
          <p:cNvPr id="4" name="Text 4">
            <a:extLst xmlns:a="http://schemas.openxmlformats.org/drawingml/2006/main">
              <a:ext uri="{FF2B5EF4-FFF2-40B4-BE49-F238E27FC236}">
                <a16:creationId xmlns:a16="http://schemas.microsoft.com/office/drawing/2014/main" id="{054BC4E2-1ADD-42C4-815B-82660D73DA54}"/>
              </a:ext>
            </a:extLst>
          </p:cNvPr>
          <p:cNvSpPr>
            <a:spLocks xmlns:a="http://schemas.openxmlformats.org/drawingml/2006/main" noGrp="1"/>
          </p:cNvSpPr>
          <p:nvPr/>
        </p:nvSpPr>
        <p:spPr>
          <a:xfrm xmlns:a="http://schemas.openxmlformats.org/drawingml/2006/main">
            <a:off x="571500" y="1362075"/>
            <a:ext cx="28575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10">
                <a:solidFill>
                  <a:srgbClr val="5D6873"/>
                </a:solidFill>
                <a:latin typeface="Arial"/>
                <a:ea typeface="Arial"/>
                <a:cs typeface="Arial"/>
              </a:rPr>
              <a:t>STATUS · 6 SEPTEMBER 2026</a:t>
            </a:r>
            <a:endParaRPr sz="1000"/>
          </a:p>
        </p:txBody>
      </p:sp>
      <p:sp>
        <p:nvSpPr>
          <p:cNvPr id="5" name="Shape 5">
            <a:extLst xmlns:a="http://schemas.openxmlformats.org/drawingml/2006/main">
              <a:ext uri="{FF2B5EF4-FFF2-40B4-BE49-F238E27FC236}">
                <a16:creationId xmlns:a16="http://schemas.microsoft.com/office/drawing/2014/main" id="{551A323F-883F-47DA-9822-3406BBD9DC37}"/>
              </a:ext>
            </a:extLst>
          </p:cNvPr>
          <p:cNvSpPr>
            <a:spLocks xmlns:a="http://schemas.openxmlformats.org/drawingml/2006/main" noGrp="1"/>
          </p:cNvSpPr>
          <p:nvPr/>
        </p:nvSpPr>
        <p:spPr>
          <a:xfrm xmlns:a="http://schemas.openxmlformats.org/drawingml/2006/main">
            <a:off x="6838950" y="1390650"/>
            <a:ext cx="114300" cy="114300"/>
          </a:xfrm>
          <a:prstGeom xmlns:a="http://schemas.openxmlformats.org/drawingml/2006/main" prst="ellipse">
            <a:avLst/>
          </a:prstGeom>
          <a:solidFill xmlns:a="http://schemas.openxmlformats.org/drawingml/2006/main">
            <a:srgbClr val="1F7A5A"/>
          </a:solidFill>
          <a:ln xmlns:a="http://schemas.openxmlformats.org/drawingml/2006/main" w="12700">
            <a:solidFill>
              <a:srgbClr val="1F7A5A"/>
            </a:solidFill>
          </a:ln>
        </p:spPr>
      </p:sp>
      <p:sp>
        <p:nvSpPr>
          <p:cNvPr id="6" name="Text 6">
            <a:extLst xmlns:a="http://schemas.openxmlformats.org/drawingml/2006/main">
              <a:ext uri="{FF2B5EF4-FFF2-40B4-BE49-F238E27FC236}">
                <a16:creationId xmlns:a16="http://schemas.microsoft.com/office/drawing/2014/main" id="{6D251F5C-29EB-4D38-9EB4-54C67BCBD58C}"/>
              </a:ext>
            </a:extLst>
          </p:cNvPr>
          <p:cNvSpPr>
            <a:spLocks xmlns:a="http://schemas.openxmlformats.org/drawingml/2006/main" noGrp="1"/>
          </p:cNvSpPr>
          <p:nvPr/>
        </p:nvSpPr>
        <p:spPr>
          <a:xfrm xmlns:a="http://schemas.openxmlformats.org/drawingml/2006/main">
            <a:off x="7029450" y="1343025"/>
            <a:ext cx="7810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a:solidFill>
                  <a:srgbClr val="5D6873"/>
                </a:solidFill>
                <a:latin typeface="Arial"/>
                <a:ea typeface="Arial"/>
                <a:cs typeface="Arial"/>
              </a:rPr>
              <a:t>LANDED</a:t>
            </a:r>
            <a:endParaRPr sz="1000"/>
          </a:p>
        </p:txBody>
      </p:sp>
      <p:sp>
        <p:nvSpPr>
          <p:cNvPr id="7" name="Shape 7">
            <a:extLst xmlns:a="http://schemas.openxmlformats.org/drawingml/2006/main">
              <a:ext uri="{FF2B5EF4-FFF2-40B4-BE49-F238E27FC236}">
                <a16:creationId xmlns:a16="http://schemas.microsoft.com/office/drawing/2014/main" id="{2AE1080A-4B32-4BA5-8A13-AEB564846BAA}"/>
              </a:ext>
            </a:extLst>
          </p:cNvPr>
          <p:cNvSpPr>
            <a:spLocks xmlns:a="http://schemas.openxmlformats.org/drawingml/2006/main" noGrp="1"/>
          </p:cNvSpPr>
          <p:nvPr/>
        </p:nvSpPr>
        <p:spPr>
          <a:xfrm xmlns:a="http://schemas.openxmlformats.org/drawingml/2006/main">
            <a:off x="7981950" y="1390650"/>
            <a:ext cx="114300" cy="114300"/>
          </a:xfrm>
          <a:prstGeom xmlns:a="http://schemas.openxmlformats.org/drawingml/2006/main" prst="ellipse">
            <a:avLst/>
          </a:prstGeom>
          <a:solidFill xmlns:a="http://schemas.openxmlformats.org/drawingml/2006/main">
            <a:srgbClr val="B46B13"/>
          </a:solidFill>
          <a:ln xmlns:a="http://schemas.openxmlformats.org/drawingml/2006/main" w="12700">
            <a:solidFill>
              <a:srgbClr val="B46B13"/>
            </a:solidFill>
          </a:ln>
        </p:spPr>
      </p:sp>
      <p:sp>
        <p:nvSpPr>
          <p:cNvPr id="8" name="Text 8">
            <a:extLst xmlns:a="http://schemas.openxmlformats.org/drawingml/2006/main">
              <a:ext uri="{FF2B5EF4-FFF2-40B4-BE49-F238E27FC236}">
                <a16:creationId xmlns:a16="http://schemas.microsoft.com/office/drawing/2014/main" id="{7AD2D73D-926D-44EC-96AB-96595B77339E}"/>
              </a:ext>
            </a:extLst>
          </p:cNvPr>
          <p:cNvSpPr>
            <a:spLocks xmlns:a="http://schemas.openxmlformats.org/drawingml/2006/main" noGrp="1"/>
          </p:cNvSpPr>
          <p:nvPr/>
        </p:nvSpPr>
        <p:spPr>
          <a:xfrm xmlns:a="http://schemas.openxmlformats.org/drawingml/2006/main">
            <a:off x="8172450" y="1343025"/>
            <a:ext cx="8001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a:solidFill>
                  <a:srgbClr val="5D6873"/>
                </a:solidFill>
                <a:latin typeface="Arial"/>
                <a:ea typeface="Arial"/>
                <a:cs typeface="Arial"/>
              </a:rPr>
              <a:t>OPTIONAL</a:t>
            </a:r>
            <a:endParaRPr sz="1000"/>
          </a:p>
        </p:txBody>
      </p:sp>
      <p:sp>
        <p:nvSpPr>
          <p:cNvPr id="9" name="Shape 9">
            <a:extLst xmlns:a="http://schemas.openxmlformats.org/drawingml/2006/main">
              <a:ext uri="{FF2B5EF4-FFF2-40B4-BE49-F238E27FC236}">
                <a16:creationId xmlns:a16="http://schemas.microsoft.com/office/drawing/2014/main" id="{D1BE8F22-1228-4C2A-AE9C-7BD407DD5CAA}"/>
              </a:ext>
            </a:extLst>
          </p:cNvPr>
          <p:cNvSpPr>
            <a:spLocks xmlns:a="http://schemas.openxmlformats.org/drawingml/2006/main" noGrp="1"/>
          </p:cNvSpPr>
          <p:nvPr/>
        </p:nvSpPr>
        <p:spPr>
          <a:xfrm xmlns:a="http://schemas.openxmlformats.org/drawingml/2006/main">
            <a:off x="9220200" y="1390650"/>
            <a:ext cx="114300" cy="114300"/>
          </a:xfrm>
          <a:prstGeom xmlns:a="http://schemas.openxmlformats.org/drawingml/2006/main" prst="ellipse">
            <a:avLst/>
          </a:prstGeom>
          <a:solidFill xmlns:a="http://schemas.openxmlformats.org/drawingml/2006/main">
            <a:srgbClr val="FFFFFF"/>
          </a:solidFill>
          <a:ln xmlns:a="http://schemas.openxmlformats.org/drawingml/2006/main" w="25400">
            <a:solidFill>
              <a:srgbClr val="384754"/>
            </a:solidFill>
          </a:ln>
        </p:spPr>
      </p:sp>
      <p:sp>
        <p:nvSpPr>
          <p:cNvPr id="10" name="Text 10">
            <a:extLst xmlns:a="http://schemas.openxmlformats.org/drawingml/2006/main">
              <a:ext uri="{FF2B5EF4-FFF2-40B4-BE49-F238E27FC236}">
                <a16:creationId xmlns:a16="http://schemas.microsoft.com/office/drawing/2014/main" id="{43457B55-7B6C-4517-B39C-5E807CC87E38}"/>
              </a:ext>
            </a:extLst>
          </p:cNvPr>
          <p:cNvSpPr>
            <a:spLocks xmlns:a="http://schemas.openxmlformats.org/drawingml/2006/main" noGrp="1"/>
          </p:cNvSpPr>
          <p:nvPr/>
        </p:nvSpPr>
        <p:spPr>
          <a:xfrm xmlns:a="http://schemas.openxmlformats.org/drawingml/2006/main">
            <a:off x="9410700" y="1343025"/>
            <a:ext cx="10668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a:solidFill>
                  <a:srgbClr val="5D6873"/>
                </a:solidFill>
                <a:latin typeface="Arial"/>
                <a:ea typeface="Arial"/>
                <a:cs typeface="Arial"/>
              </a:rPr>
              <a:t>EXCLUDED</a:t>
            </a:r>
            <a:endParaRPr sz="1000"/>
          </a:p>
        </p:txBody>
      </p:sp>
      <p:sp>
        <p:nvSpPr>
          <p:cNvPr id="11" name="Shape 11">
            <a:extLst xmlns:a="http://schemas.openxmlformats.org/drawingml/2006/main">
              <a:ext uri="{FF2B5EF4-FFF2-40B4-BE49-F238E27FC236}">
                <a16:creationId xmlns:a16="http://schemas.microsoft.com/office/drawing/2014/main" id="{9BB661F8-4923-4FCE-BA23-2A86817A0EA8}"/>
              </a:ext>
            </a:extLst>
          </p:cNvPr>
          <p:cNvSpPr>
            <a:spLocks xmlns:a="http://schemas.openxmlformats.org/drawingml/2006/main" noGrp="1"/>
          </p:cNvSpPr>
          <p:nvPr/>
        </p:nvSpPr>
        <p:spPr>
          <a:xfrm xmlns:a="http://schemas.openxmlformats.org/drawingml/2006/main">
            <a:off x="552450" y="1695450"/>
            <a:ext cx="5429250" cy="400050"/>
          </a:xfrm>
          <a:prstGeom xmlns:a="http://schemas.openxmlformats.org/drawingml/2006/main" prst="roundRect">
            <a:avLst/>
          </a:prstGeom>
          <a:solidFill xmlns:a="http://schemas.openxmlformats.org/drawingml/2006/main">
            <a:srgbClr val="FCEBEC"/>
          </a:solidFill>
          <a:ln xmlns:a="http://schemas.openxmlformats.org/drawingml/2006/main" w="19050">
            <a:solidFill>
              <a:srgbClr val="D71920"/>
            </a:solidFill>
          </a:ln>
        </p:spPr>
      </p:sp>
      <p:sp>
        <p:nvSpPr>
          <p:cNvPr id="12" name="Text 12">
            <a:extLst xmlns:a="http://schemas.openxmlformats.org/drawingml/2006/main">
              <a:ext uri="{FF2B5EF4-FFF2-40B4-BE49-F238E27FC236}">
                <a16:creationId xmlns:a16="http://schemas.microsoft.com/office/drawing/2014/main" id="{049BA695-35F3-4BE6-9B01-06EDE8677B38}"/>
              </a:ext>
            </a:extLst>
          </p:cNvPr>
          <p:cNvSpPr>
            <a:spLocks xmlns:a="http://schemas.openxmlformats.org/drawingml/2006/main" noGrp="1"/>
          </p:cNvSpPr>
          <p:nvPr/>
        </p:nvSpPr>
        <p:spPr>
          <a:xfrm xmlns:a="http://schemas.openxmlformats.org/drawingml/2006/main">
            <a:off x="723900" y="1771650"/>
            <a:ext cx="508635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1" spc="80">
                <a:solidFill>
                  <a:srgbClr val="981B1E"/>
                </a:solidFill>
                <a:latin typeface="Arial"/>
                <a:ea typeface="Arial"/>
                <a:cs typeface="Arial"/>
              </a:rPr>
              <a:t>STAGE 1 · DETECT &amp; SCORE</a:t>
            </a:r>
            <a:endParaRPr sz="1400"/>
          </a:p>
        </p:txBody>
      </p:sp>
      <p:sp>
        <p:nvSpPr>
          <p:cNvPr id="13" name="Shape 13">
            <a:extLst xmlns:a="http://schemas.openxmlformats.org/drawingml/2006/main">
              <a:ext uri="{FF2B5EF4-FFF2-40B4-BE49-F238E27FC236}">
                <a16:creationId xmlns:a16="http://schemas.microsoft.com/office/drawing/2014/main" id="{8F4A1901-2FCA-4CEE-918E-E90CDAE9906C}"/>
              </a:ext>
            </a:extLst>
          </p:cNvPr>
          <p:cNvSpPr>
            <a:spLocks xmlns:a="http://schemas.openxmlformats.org/drawingml/2006/main" noGrp="1"/>
          </p:cNvSpPr>
          <p:nvPr/>
        </p:nvSpPr>
        <p:spPr>
          <a:xfrm xmlns:a="http://schemas.openxmlformats.org/drawingml/2006/main">
            <a:off x="685800" y="2247900"/>
            <a:ext cx="5162550" cy="49530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D71920"/>
            </a:solidFill>
          </a:ln>
        </p:spPr>
      </p:sp>
      <p:pic>
        <p:nvPicPr>
          <p:cNvPr id="134" name="Picture 14"/>
          <p:cNvPicPr>
            <a:picLocks xmlns:a="http://schemas.openxmlformats.org/drawingml/2006/main" noChangeAspect="1"/>
          </p:cNvPicPr>
          <p:nvPr/>
        </p:nvPicPr>
        <p:blipFill>
          <a:blip xmlns:r="http://schemas.openxmlformats.org/officeDocument/2006/relationships" xmlns:a="http://schemas.openxmlformats.org/drawingml/2006/main" r:embed="R78258c67637d434b"/>
          <a:stretch xmlns:a="http://schemas.openxmlformats.org/drawingml/2006/main">
            <a:fillRect l="0" t="0" r="0" b="0"/>
          </a:stretch>
        </p:blipFill>
        <p:spPr>
          <a:xfrm xmlns:a="http://schemas.openxmlformats.org/drawingml/2006/main">
            <a:off x="819150" y="2352675"/>
            <a:ext cx="285750" cy="285750"/>
          </a:xfrm>
          <a:prstGeom xmlns:a="http://schemas.openxmlformats.org/drawingml/2006/main" prst="rect">
            <a:avLst/>
          </a:prstGeom>
          <a:ln xmlns:a="http://schemas.openxmlformats.org/drawingml/2006/main">
            <a:noFill/>
          </a:ln>
        </p:spPr>
      </p:pic>
      <p:sp>
        <p:nvSpPr>
          <p:cNvPr id="15" name="Text 15">
            <a:extLst xmlns:a="http://schemas.openxmlformats.org/drawingml/2006/main">
              <a:ext uri="{FF2B5EF4-FFF2-40B4-BE49-F238E27FC236}">
                <a16:creationId xmlns:a16="http://schemas.microsoft.com/office/drawing/2014/main" id="{06ABD74A-D1A3-49EE-AC89-8E2DFC637B59}"/>
              </a:ext>
            </a:extLst>
          </p:cNvPr>
          <p:cNvSpPr>
            <a:spLocks xmlns:a="http://schemas.openxmlformats.org/drawingml/2006/main" noGrp="1"/>
          </p:cNvSpPr>
          <p:nvPr/>
        </p:nvSpPr>
        <p:spPr>
          <a:xfrm xmlns:a="http://schemas.openxmlformats.org/drawingml/2006/main">
            <a:off x="1238250" y="2314575"/>
            <a:ext cx="272415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800" b="1">
                <a:solidFill>
                  <a:srgbClr val="17212B"/>
                </a:solidFill>
                <a:latin typeface="Arial"/>
                <a:ea typeface="Arial"/>
                <a:cs typeface="Arial"/>
              </a:rPr>
              <a:t>RiskSignalDetectorPort</a:t>
            </a:r>
            <a:endParaRPr sz="1800"/>
          </a:p>
        </p:txBody>
      </p:sp>
      <p:sp>
        <p:nvSpPr>
          <p:cNvPr id="16" name="Text 16">
            <a:extLst xmlns:a="http://schemas.openxmlformats.org/drawingml/2006/main">
              <a:ext uri="{FF2B5EF4-FFF2-40B4-BE49-F238E27FC236}">
                <a16:creationId xmlns:a16="http://schemas.microsoft.com/office/drawing/2014/main" id="{897632E1-E3F5-40CB-B41B-284B7B7C3A00}"/>
              </a:ext>
            </a:extLst>
          </p:cNvPr>
          <p:cNvSpPr>
            <a:spLocks xmlns:a="http://schemas.openxmlformats.org/drawingml/2006/main" noGrp="1"/>
          </p:cNvSpPr>
          <p:nvPr/>
        </p:nvSpPr>
        <p:spPr>
          <a:xfrm xmlns:a="http://schemas.openxmlformats.org/drawingml/2006/main">
            <a:off x="4171950" y="2343150"/>
            <a:ext cx="146685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r">
              <a:buNone/>
            </a:pPr>
            <a:r>
              <a:rPr sz="1100" b="1">
                <a:solidFill>
                  <a:srgbClr val="5D6873"/>
                </a:solidFill>
                <a:latin typeface="Arial"/>
                <a:ea typeface="Arial"/>
                <a:cs typeface="Arial"/>
              </a:rPr>
              <a:t>stable application contract</a:t>
            </a:r>
            <a:endParaRPr sz="1100"/>
          </a:p>
        </p:txBody>
      </p:sp>
      <p:sp>
        <p:nvSpPr>
          <p:cNvPr id="17" name="Connector 17">
            <a:extLst xmlns:a="http://schemas.openxmlformats.org/drawingml/2006/main">
              <a:ext uri="{FF2B5EF4-FFF2-40B4-BE49-F238E27FC236}">
                <a16:creationId xmlns:a16="http://schemas.microsoft.com/office/drawing/2014/main" id="{CCE6CCF1-16BB-42E3-8627-0FABD4D94227}"/>
              </a:ext>
            </a:extLst>
          </p:cNvPr>
          <p:cNvSpPr>
            <a:spLocks xmlns:a="http://schemas.openxmlformats.org/drawingml/2006/main" noGrp="1"/>
          </p:cNvSpPr>
          <p:nvPr/>
        </p:nvSpPr>
        <p:spPr>
          <a:xfrm xmlns:a="http://schemas.openxmlformats.org/drawingml/2006/main">
            <a:off x="3267075" y="2743200"/>
            <a:ext cx="0" cy="171450"/>
          </a:xfrm>
          <a:prstGeom xmlns:a="http://schemas.openxmlformats.org/drawingml/2006/main" prst="line">
            <a:avLst/>
          </a:prstGeom>
          <a:ln xmlns:a="http://schemas.openxmlformats.org/drawingml/2006/main" w="25400">
            <a:solidFill>
              <a:srgbClr val="D71920"/>
            </a:solidFill>
          </a:ln>
        </p:spPr>
      </p:sp>
      <p:sp>
        <p:nvSpPr>
          <p:cNvPr id="18" name="Connector 18">
            <a:extLst xmlns:a="http://schemas.openxmlformats.org/drawingml/2006/main">
              <a:ext uri="{FF2B5EF4-FFF2-40B4-BE49-F238E27FC236}">
                <a16:creationId xmlns:a16="http://schemas.microsoft.com/office/drawing/2014/main" id="{9E20D35C-72A7-4BDD-A9A1-6A5858AE948D}"/>
              </a:ext>
            </a:extLst>
          </p:cNvPr>
          <p:cNvSpPr>
            <a:spLocks xmlns:a="http://schemas.openxmlformats.org/drawingml/2006/main" noGrp="1"/>
          </p:cNvSpPr>
          <p:nvPr/>
        </p:nvSpPr>
        <p:spPr>
          <a:xfrm xmlns:a="http://schemas.openxmlformats.org/drawingml/2006/main">
            <a:off x="1247775" y="2914650"/>
            <a:ext cx="3867150" cy="0"/>
          </a:xfrm>
          <a:prstGeom xmlns:a="http://schemas.openxmlformats.org/drawingml/2006/main" prst="line">
            <a:avLst/>
          </a:prstGeom>
          <a:ln xmlns:a="http://schemas.openxmlformats.org/drawingml/2006/main" w="25400">
            <a:solidFill>
              <a:srgbClr val="D71920"/>
            </a:solidFill>
          </a:ln>
        </p:spPr>
      </p:sp>
      <p:sp>
        <p:nvSpPr>
          <p:cNvPr id="19" name="Connector 19">
            <a:extLst xmlns:a="http://schemas.openxmlformats.org/drawingml/2006/main">
              <a:ext uri="{FF2B5EF4-FFF2-40B4-BE49-F238E27FC236}">
                <a16:creationId xmlns:a16="http://schemas.microsoft.com/office/drawing/2014/main" id="{83E2EF13-23D5-4482-8C7F-D6A69698F086}"/>
              </a:ext>
            </a:extLst>
          </p:cNvPr>
          <p:cNvSpPr>
            <a:spLocks xmlns:a="http://schemas.openxmlformats.org/drawingml/2006/main" noGrp="1"/>
          </p:cNvSpPr>
          <p:nvPr/>
        </p:nvSpPr>
        <p:spPr>
          <a:xfrm xmlns:a="http://schemas.openxmlformats.org/drawingml/2006/main">
            <a:off x="1247775" y="2914650"/>
            <a:ext cx="0" cy="114300"/>
          </a:xfrm>
          <a:prstGeom xmlns:a="http://schemas.openxmlformats.org/drawingml/2006/main" prst="line">
            <a:avLst/>
          </a:prstGeom>
          <a:ln xmlns:a="http://schemas.openxmlformats.org/drawingml/2006/main" w="25400">
            <a:solidFill>
              <a:srgbClr val="D71920"/>
            </a:solidFill>
          </a:ln>
        </p:spPr>
      </p:sp>
      <p:sp>
        <p:nvSpPr>
          <p:cNvPr id="20" name="Connector 20">
            <a:extLst xmlns:a="http://schemas.openxmlformats.org/drawingml/2006/main">
              <a:ext uri="{FF2B5EF4-FFF2-40B4-BE49-F238E27FC236}">
                <a16:creationId xmlns:a16="http://schemas.microsoft.com/office/drawing/2014/main" id="{39EAB088-69F5-4A7F-9244-8EDA4F6B3C84}"/>
              </a:ext>
            </a:extLst>
          </p:cNvPr>
          <p:cNvSpPr>
            <a:spLocks xmlns:a="http://schemas.openxmlformats.org/drawingml/2006/main" noGrp="1"/>
          </p:cNvSpPr>
          <p:nvPr/>
        </p:nvSpPr>
        <p:spPr>
          <a:xfrm xmlns:a="http://schemas.openxmlformats.org/drawingml/2006/main">
            <a:off x="2524125" y="2914650"/>
            <a:ext cx="0" cy="114300"/>
          </a:xfrm>
          <a:prstGeom xmlns:a="http://schemas.openxmlformats.org/drawingml/2006/main" prst="line">
            <a:avLst/>
          </a:prstGeom>
          <a:ln xmlns:a="http://schemas.openxmlformats.org/drawingml/2006/main" w="25400">
            <a:solidFill>
              <a:srgbClr val="D71920"/>
            </a:solidFill>
          </a:ln>
        </p:spPr>
      </p:sp>
      <p:sp>
        <p:nvSpPr>
          <p:cNvPr id="21" name="Connector 21">
            <a:extLst xmlns:a="http://schemas.openxmlformats.org/drawingml/2006/main">
              <a:ext uri="{FF2B5EF4-FFF2-40B4-BE49-F238E27FC236}">
                <a16:creationId xmlns:a16="http://schemas.microsoft.com/office/drawing/2014/main" id="{0C753811-4399-4ED4-97BA-A62FD4FF8325}"/>
              </a:ext>
            </a:extLst>
          </p:cNvPr>
          <p:cNvSpPr>
            <a:spLocks xmlns:a="http://schemas.openxmlformats.org/drawingml/2006/main" noGrp="1"/>
          </p:cNvSpPr>
          <p:nvPr/>
        </p:nvSpPr>
        <p:spPr>
          <a:xfrm xmlns:a="http://schemas.openxmlformats.org/drawingml/2006/main">
            <a:off x="3800475" y="2914650"/>
            <a:ext cx="0" cy="114300"/>
          </a:xfrm>
          <a:prstGeom xmlns:a="http://schemas.openxmlformats.org/drawingml/2006/main" prst="line">
            <a:avLst/>
          </a:prstGeom>
          <a:ln xmlns:a="http://schemas.openxmlformats.org/drawingml/2006/main" w="25400">
            <a:solidFill>
              <a:srgbClr val="D71920"/>
            </a:solidFill>
          </a:ln>
        </p:spPr>
      </p:sp>
      <p:sp>
        <p:nvSpPr>
          <p:cNvPr id="22" name="Connector 22">
            <a:extLst xmlns:a="http://schemas.openxmlformats.org/drawingml/2006/main">
              <a:ext uri="{FF2B5EF4-FFF2-40B4-BE49-F238E27FC236}">
                <a16:creationId xmlns:a16="http://schemas.microsoft.com/office/drawing/2014/main" id="{C27CCC16-D7DB-488B-9E86-27766DCDC696}"/>
              </a:ext>
            </a:extLst>
          </p:cNvPr>
          <p:cNvSpPr>
            <a:spLocks xmlns:a="http://schemas.openxmlformats.org/drawingml/2006/main" noGrp="1"/>
          </p:cNvSpPr>
          <p:nvPr/>
        </p:nvSpPr>
        <p:spPr>
          <a:xfrm xmlns:a="http://schemas.openxmlformats.org/drawingml/2006/main">
            <a:off x="5076825" y="2914650"/>
            <a:ext cx="0" cy="114300"/>
          </a:xfrm>
          <a:prstGeom xmlns:a="http://schemas.openxmlformats.org/drawingml/2006/main" prst="line">
            <a:avLst/>
          </a:prstGeom>
          <a:ln xmlns:a="http://schemas.openxmlformats.org/drawingml/2006/main" w="25400">
            <a:solidFill>
              <a:srgbClr val="D71920"/>
            </a:solidFill>
          </a:ln>
        </p:spPr>
      </p:sp>
      <p:sp>
        <p:nvSpPr>
          <p:cNvPr id="23" name="Shape 23">
            <a:extLst xmlns:a="http://schemas.openxmlformats.org/drawingml/2006/main">
              <a:ext uri="{FF2B5EF4-FFF2-40B4-BE49-F238E27FC236}">
                <a16:creationId xmlns:a16="http://schemas.microsoft.com/office/drawing/2014/main" id="{03372558-A54A-4A09-A3D6-84DCBBA14CD8}"/>
              </a:ext>
            </a:extLst>
          </p:cNvPr>
          <p:cNvSpPr>
            <a:spLocks xmlns:a="http://schemas.openxmlformats.org/drawingml/2006/main" noGrp="1"/>
          </p:cNvSpPr>
          <p:nvPr/>
        </p:nvSpPr>
        <p:spPr>
          <a:xfrm xmlns:a="http://schemas.openxmlformats.org/drawingml/2006/main">
            <a:off x="666750" y="3028950"/>
            <a:ext cx="1162050" cy="9144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F7A5A"/>
            </a:solidFill>
          </a:ln>
        </p:spPr>
      </p:sp>
      <p:pic>
        <p:nvPicPr>
          <p:cNvPr id="144" name="Picture 24"/>
          <p:cNvPicPr>
            <a:picLocks xmlns:a="http://schemas.openxmlformats.org/drawingml/2006/main" noChangeAspect="1"/>
          </p:cNvPicPr>
          <p:nvPr/>
        </p:nvPicPr>
        <p:blipFill>
          <a:blip xmlns:r="http://schemas.openxmlformats.org/officeDocument/2006/relationships" xmlns:a="http://schemas.openxmlformats.org/drawingml/2006/main" r:embed="R29bf65394a954f46"/>
          <a:stretch xmlns:a="http://schemas.openxmlformats.org/drawingml/2006/main">
            <a:fillRect l="0" t="0" r="0" b="0"/>
          </a:stretch>
        </p:blipFill>
        <p:spPr>
          <a:xfrm xmlns:a="http://schemas.openxmlformats.org/drawingml/2006/main">
            <a:off x="781050" y="3181350"/>
            <a:ext cx="247650" cy="247650"/>
          </a:xfrm>
          <a:prstGeom xmlns:a="http://schemas.openxmlformats.org/drawingml/2006/main" prst="rect">
            <a:avLst/>
          </a:prstGeom>
          <a:ln xmlns:a="http://schemas.openxmlformats.org/drawingml/2006/main">
            <a:noFill/>
          </a:ln>
        </p:spPr>
      </p:pic>
      <p:sp>
        <p:nvSpPr>
          <p:cNvPr id="25" name="Shape 25">
            <a:extLst xmlns:a="http://schemas.openxmlformats.org/drawingml/2006/main">
              <a:ext uri="{FF2B5EF4-FFF2-40B4-BE49-F238E27FC236}">
                <a16:creationId xmlns:a16="http://schemas.microsoft.com/office/drawing/2014/main" id="{F72832ED-F3C6-425B-AF2E-20C554D70525}"/>
              </a:ext>
            </a:extLst>
          </p:cNvPr>
          <p:cNvSpPr>
            <a:spLocks xmlns:a="http://schemas.openxmlformats.org/drawingml/2006/main" noGrp="1"/>
          </p:cNvSpPr>
          <p:nvPr/>
        </p:nvSpPr>
        <p:spPr>
          <a:xfrm xmlns:a="http://schemas.openxmlformats.org/drawingml/2006/main">
            <a:off x="1628775" y="3124200"/>
            <a:ext cx="95250" cy="95250"/>
          </a:xfrm>
          <a:prstGeom xmlns:a="http://schemas.openxmlformats.org/drawingml/2006/main" prst="ellipse">
            <a:avLst/>
          </a:prstGeom>
          <a:solidFill xmlns:a="http://schemas.openxmlformats.org/drawingml/2006/main">
            <a:srgbClr val="1F7A5A"/>
          </a:solidFill>
          <a:ln xmlns:a="http://schemas.openxmlformats.org/drawingml/2006/main" w="12700">
            <a:solidFill>
              <a:srgbClr val="1F7A5A"/>
            </a:solidFill>
          </a:ln>
        </p:spPr>
      </p:sp>
      <p:sp>
        <p:nvSpPr>
          <p:cNvPr id="26" name="Text 26">
            <a:extLst xmlns:a="http://schemas.openxmlformats.org/drawingml/2006/main">
              <a:ext uri="{FF2B5EF4-FFF2-40B4-BE49-F238E27FC236}">
                <a16:creationId xmlns:a16="http://schemas.microsoft.com/office/drawing/2014/main" id="{FA4A62C4-F919-4D73-9504-FB726750D402}"/>
              </a:ext>
            </a:extLst>
          </p:cNvPr>
          <p:cNvSpPr>
            <a:spLocks xmlns:a="http://schemas.openxmlformats.org/drawingml/2006/main" noGrp="1"/>
          </p:cNvSpPr>
          <p:nvPr/>
        </p:nvSpPr>
        <p:spPr>
          <a:xfrm xmlns:a="http://schemas.openxmlformats.org/drawingml/2006/main">
            <a:off x="1047750" y="3124200"/>
            <a:ext cx="72390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050" b="1">
                <a:solidFill>
                  <a:srgbClr val="17212B"/>
                </a:solidFill>
                <a:latin typeface="Arial"/>
                <a:ea typeface="Arial"/>
                <a:cs typeface="Arial"/>
              </a:rPr>
              <a:t>No-op</a:t>
            </a:r>
            <a:endParaRPr sz="1050"/>
          </a:p>
        </p:txBody>
      </p:sp>
      <p:sp>
        <p:nvSpPr>
          <p:cNvPr id="27" name="Text 27">
            <a:extLst xmlns:a="http://schemas.openxmlformats.org/drawingml/2006/main">
              <a:ext uri="{FF2B5EF4-FFF2-40B4-BE49-F238E27FC236}">
                <a16:creationId xmlns:a16="http://schemas.microsoft.com/office/drawing/2014/main" id="{4E587E0B-E091-4400-AA42-089C1CEB4745}"/>
              </a:ext>
            </a:extLst>
          </p:cNvPr>
          <p:cNvSpPr>
            <a:spLocks xmlns:a="http://schemas.openxmlformats.org/drawingml/2006/main" noGrp="1"/>
          </p:cNvSpPr>
          <p:nvPr/>
        </p:nvSpPr>
        <p:spPr>
          <a:xfrm xmlns:a="http://schemas.openxmlformats.org/drawingml/2006/main">
            <a:off x="762000" y="3524250"/>
            <a:ext cx="97155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000" b="0">
                <a:solidFill>
                  <a:srgbClr val="5D6873"/>
                </a:solidFill>
                <a:latin typeface="Arial"/>
                <a:ea typeface="Arial"/>
                <a:cs typeface="Arial"/>
              </a:rPr>
              <a:t>baseline</a:t>
            </a:r>
            <a:endParaRPr sz="1000"/>
          </a:p>
        </p:txBody>
      </p:sp>
      <p:sp>
        <p:nvSpPr>
          <p:cNvPr id="28" name="Shape 28">
            <a:extLst xmlns:a="http://schemas.openxmlformats.org/drawingml/2006/main">
              <a:ext uri="{FF2B5EF4-FFF2-40B4-BE49-F238E27FC236}">
                <a16:creationId xmlns:a16="http://schemas.microsoft.com/office/drawing/2014/main" id="{246BCD9D-55E9-46E2-AFEF-73EE6BE0D3B3}"/>
              </a:ext>
            </a:extLst>
          </p:cNvPr>
          <p:cNvSpPr>
            <a:spLocks xmlns:a="http://schemas.openxmlformats.org/drawingml/2006/main" noGrp="1"/>
          </p:cNvSpPr>
          <p:nvPr/>
        </p:nvSpPr>
        <p:spPr>
          <a:xfrm xmlns:a="http://schemas.openxmlformats.org/drawingml/2006/main">
            <a:off x="1943100" y="3028950"/>
            <a:ext cx="1162050" cy="9144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F7A5A"/>
            </a:solidFill>
          </a:ln>
        </p:spPr>
      </p:sp>
      <p:pic>
        <p:nvPicPr>
          <p:cNvPr id="149" name="Picture 29"/>
          <p:cNvPicPr>
            <a:picLocks xmlns:a="http://schemas.openxmlformats.org/drawingml/2006/main" noChangeAspect="1"/>
          </p:cNvPicPr>
          <p:nvPr/>
        </p:nvPicPr>
        <p:blipFill>
          <a:blip xmlns:r="http://schemas.openxmlformats.org/officeDocument/2006/relationships" xmlns:a="http://schemas.openxmlformats.org/drawingml/2006/main" r:embed="R1ca4425398ac4aa9"/>
          <a:stretch xmlns:a="http://schemas.openxmlformats.org/drawingml/2006/main">
            <a:fillRect l="0" t="0" r="0" b="0"/>
          </a:stretch>
        </p:blipFill>
        <p:spPr>
          <a:xfrm xmlns:a="http://schemas.openxmlformats.org/drawingml/2006/main">
            <a:off x="2057400" y="3181350"/>
            <a:ext cx="247650" cy="247650"/>
          </a:xfrm>
          <a:prstGeom xmlns:a="http://schemas.openxmlformats.org/drawingml/2006/main" prst="rect">
            <a:avLst/>
          </a:prstGeom>
          <a:ln xmlns:a="http://schemas.openxmlformats.org/drawingml/2006/main">
            <a:noFill/>
          </a:ln>
        </p:spPr>
      </p:pic>
      <p:sp>
        <p:nvSpPr>
          <p:cNvPr id="30" name="Shape 30">
            <a:extLst xmlns:a="http://schemas.openxmlformats.org/drawingml/2006/main">
              <a:ext uri="{FF2B5EF4-FFF2-40B4-BE49-F238E27FC236}">
                <a16:creationId xmlns:a16="http://schemas.microsoft.com/office/drawing/2014/main" id="{535C98DE-A8EC-4DCD-B888-DD39C8134289}"/>
              </a:ext>
            </a:extLst>
          </p:cNvPr>
          <p:cNvSpPr>
            <a:spLocks xmlns:a="http://schemas.openxmlformats.org/drawingml/2006/main" noGrp="1"/>
          </p:cNvSpPr>
          <p:nvPr/>
        </p:nvSpPr>
        <p:spPr>
          <a:xfrm xmlns:a="http://schemas.openxmlformats.org/drawingml/2006/main">
            <a:off x="2905125" y="3124200"/>
            <a:ext cx="95250" cy="95250"/>
          </a:xfrm>
          <a:prstGeom xmlns:a="http://schemas.openxmlformats.org/drawingml/2006/main" prst="ellipse">
            <a:avLst/>
          </a:prstGeom>
          <a:solidFill xmlns:a="http://schemas.openxmlformats.org/drawingml/2006/main">
            <a:srgbClr val="1F7A5A"/>
          </a:solidFill>
          <a:ln xmlns:a="http://schemas.openxmlformats.org/drawingml/2006/main" w="12700">
            <a:solidFill>
              <a:srgbClr val="1F7A5A"/>
            </a:solidFill>
          </a:ln>
        </p:spPr>
      </p:sp>
      <p:sp>
        <p:nvSpPr>
          <p:cNvPr id="31" name="Text 31">
            <a:extLst xmlns:a="http://schemas.openxmlformats.org/drawingml/2006/main">
              <a:ext uri="{FF2B5EF4-FFF2-40B4-BE49-F238E27FC236}">
                <a16:creationId xmlns:a16="http://schemas.microsoft.com/office/drawing/2014/main" id="{EEC7C1BC-81DA-40CB-9E0C-C6382F4D42B6}"/>
              </a:ext>
            </a:extLst>
          </p:cNvPr>
          <p:cNvSpPr>
            <a:spLocks xmlns:a="http://schemas.openxmlformats.org/drawingml/2006/main" noGrp="1"/>
          </p:cNvSpPr>
          <p:nvPr/>
        </p:nvSpPr>
        <p:spPr>
          <a:xfrm xmlns:a="http://schemas.openxmlformats.org/drawingml/2006/main">
            <a:off x="2324100" y="3124200"/>
            <a:ext cx="72390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050" b="1">
                <a:solidFill>
                  <a:srgbClr val="17212B"/>
                </a:solidFill>
                <a:latin typeface="Arial"/>
                <a:ea typeface="Arial"/>
                <a:cs typeface="Arial"/>
              </a:rPr>
              <a:t>Bayesian</a:t>
            </a:r>
            <a:endParaRPr sz="1050"/>
          </a:p>
        </p:txBody>
      </p:sp>
      <p:sp>
        <p:nvSpPr>
          <p:cNvPr id="32" name="Text 32">
            <a:extLst xmlns:a="http://schemas.openxmlformats.org/drawingml/2006/main">
              <a:ext uri="{FF2B5EF4-FFF2-40B4-BE49-F238E27FC236}">
                <a16:creationId xmlns:a16="http://schemas.microsoft.com/office/drawing/2014/main" id="{06872D35-BC5A-45A5-B19D-BA74FFC791A4}"/>
              </a:ext>
            </a:extLst>
          </p:cNvPr>
          <p:cNvSpPr>
            <a:spLocks xmlns:a="http://schemas.openxmlformats.org/drawingml/2006/main" noGrp="1"/>
          </p:cNvSpPr>
          <p:nvPr/>
        </p:nvSpPr>
        <p:spPr>
          <a:xfrm xmlns:a="http://schemas.openxmlformats.org/drawingml/2006/main">
            <a:off x="2038350" y="3524250"/>
            <a:ext cx="97155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000" b="0">
                <a:solidFill>
                  <a:srgbClr val="5D6873"/>
                </a:solidFill>
                <a:latin typeface="Arial"/>
                <a:ea typeface="Arial"/>
                <a:cs typeface="Arial"/>
              </a:rPr>
              <a:t>sequential</a:t>
            </a:r>
            <a:endParaRPr sz="1000"/>
          </a:p>
        </p:txBody>
      </p:sp>
      <p:sp>
        <p:nvSpPr>
          <p:cNvPr id="33" name="Shape 33">
            <a:extLst xmlns:a="http://schemas.openxmlformats.org/drawingml/2006/main">
              <a:ext uri="{FF2B5EF4-FFF2-40B4-BE49-F238E27FC236}">
                <a16:creationId xmlns:a16="http://schemas.microsoft.com/office/drawing/2014/main" id="{049C7634-AB1F-4E4C-B76B-21A373B2659B}"/>
              </a:ext>
            </a:extLst>
          </p:cNvPr>
          <p:cNvSpPr>
            <a:spLocks xmlns:a="http://schemas.openxmlformats.org/drawingml/2006/main" noGrp="1"/>
          </p:cNvSpPr>
          <p:nvPr/>
        </p:nvSpPr>
        <p:spPr>
          <a:xfrm xmlns:a="http://schemas.openxmlformats.org/drawingml/2006/main">
            <a:off x="3219450" y="3028950"/>
            <a:ext cx="1162050" cy="9144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F7A5A"/>
            </a:solidFill>
          </a:ln>
        </p:spPr>
      </p:sp>
      <p:pic>
        <p:nvPicPr>
          <p:cNvPr id="154" name="Picture 34"/>
          <p:cNvPicPr>
            <a:picLocks xmlns:a="http://schemas.openxmlformats.org/drawingml/2006/main" noChangeAspect="1"/>
          </p:cNvPicPr>
          <p:nvPr/>
        </p:nvPicPr>
        <p:blipFill>
          <a:blip xmlns:r="http://schemas.openxmlformats.org/officeDocument/2006/relationships" xmlns:a="http://schemas.openxmlformats.org/drawingml/2006/main" r:embed="R005794b10c4e4287"/>
          <a:stretch xmlns:a="http://schemas.openxmlformats.org/drawingml/2006/main">
            <a:fillRect l="0" t="0" r="0" b="0"/>
          </a:stretch>
        </p:blipFill>
        <p:spPr>
          <a:xfrm xmlns:a="http://schemas.openxmlformats.org/drawingml/2006/main">
            <a:off x="3333750" y="3181350"/>
            <a:ext cx="247650" cy="247650"/>
          </a:xfrm>
          <a:prstGeom xmlns:a="http://schemas.openxmlformats.org/drawingml/2006/main" prst="rect">
            <a:avLst/>
          </a:prstGeom>
          <a:ln xmlns:a="http://schemas.openxmlformats.org/drawingml/2006/main">
            <a:noFill/>
          </a:ln>
        </p:spPr>
      </p:pic>
      <p:sp>
        <p:nvSpPr>
          <p:cNvPr id="35" name="Shape 35">
            <a:extLst xmlns:a="http://schemas.openxmlformats.org/drawingml/2006/main">
              <a:ext uri="{FF2B5EF4-FFF2-40B4-BE49-F238E27FC236}">
                <a16:creationId xmlns:a16="http://schemas.microsoft.com/office/drawing/2014/main" id="{C7BE829F-4E49-436E-814E-CC6350D8A3E1}"/>
              </a:ext>
            </a:extLst>
          </p:cNvPr>
          <p:cNvSpPr>
            <a:spLocks xmlns:a="http://schemas.openxmlformats.org/drawingml/2006/main" noGrp="1"/>
          </p:cNvSpPr>
          <p:nvPr/>
        </p:nvSpPr>
        <p:spPr>
          <a:xfrm xmlns:a="http://schemas.openxmlformats.org/drawingml/2006/main">
            <a:off x="4181475" y="3124200"/>
            <a:ext cx="95250" cy="95250"/>
          </a:xfrm>
          <a:prstGeom xmlns:a="http://schemas.openxmlformats.org/drawingml/2006/main" prst="ellipse">
            <a:avLst/>
          </a:prstGeom>
          <a:solidFill xmlns:a="http://schemas.openxmlformats.org/drawingml/2006/main">
            <a:srgbClr val="1F7A5A"/>
          </a:solidFill>
          <a:ln xmlns:a="http://schemas.openxmlformats.org/drawingml/2006/main" w="12700">
            <a:solidFill>
              <a:srgbClr val="1F7A5A"/>
            </a:solidFill>
          </a:ln>
        </p:spPr>
      </p:sp>
      <p:sp>
        <p:nvSpPr>
          <p:cNvPr id="36" name="Text 36">
            <a:extLst xmlns:a="http://schemas.openxmlformats.org/drawingml/2006/main">
              <a:ext uri="{FF2B5EF4-FFF2-40B4-BE49-F238E27FC236}">
                <a16:creationId xmlns:a16="http://schemas.microsoft.com/office/drawing/2014/main" id="{FA7EA500-4EE4-44CF-8804-8016043ECCE0}"/>
              </a:ext>
            </a:extLst>
          </p:cNvPr>
          <p:cNvSpPr>
            <a:spLocks xmlns:a="http://schemas.openxmlformats.org/drawingml/2006/main" noGrp="1"/>
          </p:cNvSpPr>
          <p:nvPr/>
        </p:nvSpPr>
        <p:spPr>
          <a:xfrm xmlns:a="http://schemas.openxmlformats.org/drawingml/2006/main">
            <a:off x="3600450" y="3124200"/>
            <a:ext cx="72390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050" b="1">
                <a:solidFill>
                  <a:srgbClr val="17212B"/>
                </a:solidFill>
                <a:latin typeface="Arial"/>
                <a:ea typeface="Arial"/>
                <a:cs typeface="Arial"/>
              </a:rPr>
              <a:t>Fuzzy logic</a:t>
            </a:r>
            <a:endParaRPr sz="1050"/>
          </a:p>
        </p:txBody>
      </p:sp>
      <p:sp>
        <p:nvSpPr>
          <p:cNvPr id="37" name="Text 37">
            <a:extLst xmlns:a="http://schemas.openxmlformats.org/drawingml/2006/main">
              <a:ext uri="{FF2B5EF4-FFF2-40B4-BE49-F238E27FC236}">
                <a16:creationId xmlns:a16="http://schemas.microsoft.com/office/drawing/2014/main" id="{F47E999B-49D6-4BE5-9A45-7D14C8EB42A9}"/>
              </a:ext>
            </a:extLst>
          </p:cNvPr>
          <p:cNvSpPr>
            <a:spLocks xmlns:a="http://schemas.openxmlformats.org/drawingml/2006/main" noGrp="1"/>
          </p:cNvSpPr>
          <p:nvPr/>
        </p:nvSpPr>
        <p:spPr>
          <a:xfrm xmlns:a="http://schemas.openxmlformats.org/drawingml/2006/main">
            <a:off x="3314700" y="3524250"/>
            <a:ext cx="97155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000" b="0">
                <a:solidFill>
                  <a:srgbClr val="5D6873"/>
                </a:solidFill>
                <a:latin typeface="Arial"/>
                <a:ea typeface="Arial"/>
                <a:cs typeface="Arial"/>
              </a:rPr>
              <a:t>graded rules</a:t>
            </a:r>
            <a:endParaRPr sz="1000"/>
          </a:p>
        </p:txBody>
      </p:sp>
      <p:sp>
        <p:nvSpPr>
          <p:cNvPr id="38" name="Shape 38">
            <a:extLst xmlns:a="http://schemas.openxmlformats.org/drawingml/2006/main">
              <a:ext uri="{FF2B5EF4-FFF2-40B4-BE49-F238E27FC236}">
                <a16:creationId xmlns:a16="http://schemas.microsoft.com/office/drawing/2014/main" id="{F5F780C5-D6F7-492B-81AE-7DB9A7B4CEFE}"/>
              </a:ext>
            </a:extLst>
          </p:cNvPr>
          <p:cNvSpPr>
            <a:spLocks xmlns:a="http://schemas.openxmlformats.org/drawingml/2006/main" noGrp="1"/>
          </p:cNvSpPr>
          <p:nvPr/>
        </p:nvSpPr>
        <p:spPr>
          <a:xfrm xmlns:a="http://schemas.openxmlformats.org/drawingml/2006/main">
            <a:off x="4495800" y="3028950"/>
            <a:ext cx="1162050" cy="9144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F7A5A"/>
            </a:solidFill>
          </a:ln>
        </p:spPr>
      </p:sp>
      <p:pic>
        <p:nvPicPr>
          <p:cNvPr id="159" name="Picture 39"/>
          <p:cNvPicPr>
            <a:picLocks xmlns:a="http://schemas.openxmlformats.org/drawingml/2006/main" noChangeAspect="1"/>
          </p:cNvPicPr>
          <p:nvPr/>
        </p:nvPicPr>
        <p:blipFill>
          <a:blip xmlns:r="http://schemas.openxmlformats.org/officeDocument/2006/relationships" xmlns:a="http://schemas.openxmlformats.org/drawingml/2006/main" r:embed="R57f29b6466fd41f9"/>
          <a:stretch xmlns:a="http://schemas.openxmlformats.org/drawingml/2006/main">
            <a:fillRect l="0" t="0" r="0" b="0"/>
          </a:stretch>
        </p:blipFill>
        <p:spPr>
          <a:xfrm xmlns:a="http://schemas.openxmlformats.org/drawingml/2006/main">
            <a:off x="4610100" y="3181350"/>
            <a:ext cx="247650" cy="247650"/>
          </a:xfrm>
          <a:prstGeom xmlns:a="http://schemas.openxmlformats.org/drawingml/2006/main" prst="rect">
            <a:avLst/>
          </a:prstGeom>
          <a:ln xmlns:a="http://schemas.openxmlformats.org/drawingml/2006/main">
            <a:noFill/>
          </a:ln>
        </p:spPr>
      </p:pic>
      <p:sp>
        <p:nvSpPr>
          <p:cNvPr id="40" name="Shape 40">
            <a:extLst xmlns:a="http://schemas.openxmlformats.org/drawingml/2006/main">
              <a:ext uri="{FF2B5EF4-FFF2-40B4-BE49-F238E27FC236}">
                <a16:creationId xmlns:a16="http://schemas.microsoft.com/office/drawing/2014/main" id="{3FB0C56F-34B2-4D44-88F4-10629D2D1154}"/>
              </a:ext>
            </a:extLst>
          </p:cNvPr>
          <p:cNvSpPr>
            <a:spLocks xmlns:a="http://schemas.openxmlformats.org/drawingml/2006/main" noGrp="1"/>
          </p:cNvSpPr>
          <p:nvPr/>
        </p:nvSpPr>
        <p:spPr>
          <a:xfrm xmlns:a="http://schemas.openxmlformats.org/drawingml/2006/main">
            <a:off x="5457825" y="3124200"/>
            <a:ext cx="95250" cy="95250"/>
          </a:xfrm>
          <a:prstGeom xmlns:a="http://schemas.openxmlformats.org/drawingml/2006/main" prst="ellipse">
            <a:avLst/>
          </a:prstGeom>
          <a:solidFill xmlns:a="http://schemas.openxmlformats.org/drawingml/2006/main">
            <a:srgbClr val="1F7A5A"/>
          </a:solidFill>
          <a:ln xmlns:a="http://schemas.openxmlformats.org/drawingml/2006/main" w="12700">
            <a:solidFill>
              <a:srgbClr val="1F7A5A"/>
            </a:solidFill>
          </a:ln>
        </p:spPr>
      </p:sp>
      <p:sp>
        <p:nvSpPr>
          <p:cNvPr id="41" name="Text 41">
            <a:extLst xmlns:a="http://schemas.openxmlformats.org/drawingml/2006/main">
              <a:ext uri="{FF2B5EF4-FFF2-40B4-BE49-F238E27FC236}">
                <a16:creationId xmlns:a16="http://schemas.microsoft.com/office/drawing/2014/main" id="{F4BF502C-4E77-40DC-B6BF-65FA79E6228B}"/>
              </a:ext>
            </a:extLst>
          </p:cNvPr>
          <p:cNvSpPr>
            <a:spLocks xmlns:a="http://schemas.openxmlformats.org/drawingml/2006/main" noGrp="1"/>
          </p:cNvSpPr>
          <p:nvPr/>
        </p:nvSpPr>
        <p:spPr>
          <a:xfrm xmlns:a="http://schemas.openxmlformats.org/drawingml/2006/main">
            <a:off x="4876800" y="3124200"/>
            <a:ext cx="72390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000" b="1">
                <a:solidFill>
                  <a:srgbClr val="17212B"/>
                </a:solidFill>
                <a:latin typeface="Arial"/>
                <a:ea typeface="Arial"/>
                <a:cs typeface="Arial"/>
              </a:rPr>
              <a:t>Random Forest</a:t>
            </a:r>
            <a:endParaRPr sz="1000"/>
          </a:p>
        </p:txBody>
      </p:sp>
      <p:sp>
        <p:nvSpPr>
          <p:cNvPr id="42" name="Text 42">
            <a:extLst xmlns:a="http://schemas.openxmlformats.org/drawingml/2006/main">
              <a:ext uri="{FF2B5EF4-FFF2-40B4-BE49-F238E27FC236}">
                <a16:creationId xmlns:a16="http://schemas.microsoft.com/office/drawing/2014/main" id="{CCD8F3D9-B612-42D1-86EE-0982419B94CA}"/>
              </a:ext>
            </a:extLst>
          </p:cNvPr>
          <p:cNvSpPr>
            <a:spLocks xmlns:a="http://schemas.openxmlformats.org/drawingml/2006/main" noGrp="1"/>
          </p:cNvSpPr>
          <p:nvPr/>
        </p:nvSpPr>
        <p:spPr>
          <a:xfrm xmlns:a="http://schemas.openxmlformats.org/drawingml/2006/main">
            <a:off x="4591050" y="3524250"/>
            <a:ext cx="97155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720" b="0">
                <a:solidFill>
                  <a:srgbClr val="5D6873"/>
                </a:solidFill>
                <a:latin typeface="Arial"/>
                <a:ea typeface="Arial"/>
                <a:cs typeface="Arial"/>
              </a:rPr>
              <a:t>Tribuo · 31 trees</a:t>
            </a:r>
            <a:endParaRPr sz="720"/>
          </a:p>
          <a:p xmlns:a="http://schemas.openxmlformats.org/drawingml/2006/main">
            <a:pPr algn="ctr">
              <a:buNone/>
            </a:pPr>
            <a:r>
              <a:rPr sz="720" b="0">
                <a:solidFill>
                  <a:srgbClr val="5D6873"/>
                </a:solidFill>
                <a:latin typeface="Arial"/>
                <a:ea typeface="Arial"/>
                <a:cs typeface="Arial"/>
              </a:rPr>
              <a:t>vote share</a:t>
            </a:r>
            <a:endParaRPr sz="720"/>
          </a:p>
        </p:txBody>
      </p:sp>
      <p:sp>
        <p:nvSpPr>
          <p:cNvPr id="43" name="Shape 43">
            <a:extLst xmlns:a="http://schemas.openxmlformats.org/drawingml/2006/main">
              <a:ext uri="{FF2B5EF4-FFF2-40B4-BE49-F238E27FC236}">
                <a16:creationId xmlns:a16="http://schemas.microsoft.com/office/drawing/2014/main" id="{2F66ABC0-34D5-4085-8C5E-7AD5997E2DE6}"/>
              </a:ext>
            </a:extLst>
          </p:cNvPr>
          <p:cNvSpPr>
            <a:spLocks xmlns:a="http://schemas.openxmlformats.org/drawingml/2006/main" noGrp="1"/>
          </p:cNvSpPr>
          <p:nvPr/>
        </p:nvSpPr>
        <p:spPr>
          <a:xfrm xmlns:a="http://schemas.openxmlformats.org/drawingml/2006/main">
            <a:off x="685800" y="4114800"/>
            <a:ext cx="5162550" cy="495300"/>
          </a:xfrm>
          <a:prstGeom xmlns:a="http://schemas.openxmlformats.org/drawingml/2006/main" prst="roundRect">
            <a:avLst/>
          </a:prstGeom>
          <a:solidFill xmlns:a="http://schemas.openxmlformats.org/drawingml/2006/main">
            <a:srgbClr val="EAF5F0"/>
          </a:solidFill>
          <a:ln xmlns:a="http://schemas.openxmlformats.org/drawingml/2006/main" w="19050">
            <a:solidFill>
              <a:srgbClr val="1F7A5A"/>
            </a:solidFill>
          </a:ln>
        </p:spPr>
      </p:sp>
      <p:pic>
        <p:nvPicPr>
          <p:cNvPr id="164" name="Picture 44"/>
          <p:cNvPicPr>
            <a:picLocks xmlns:a="http://schemas.openxmlformats.org/drawingml/2006/main" noChangeAspect="1"/>
          </p:cNvPicPr>
          <p:nvPr/>
        </p:nvPicPr>
        <p:blipFill>
          <a:blip xmlns:r="http://schemas.openxmlformats.org/officeDocument/2006/relationships" xmlns:a="http://schemas.openxmlformats.org/drawingml/2006/main" r:embed="Rf0f465ab9e8340a4"/>
          <a:stretch xmlns:a="http://schemas.openxmlformats.org/drawingml/2006/main">
            <a:fillRect l="0" t="0" r="0" b="0"/>
          </a:stretch>
        </p:blipFill>
        <p:spPr>
          <a:xfrm xmlns:a="http://schemas.openxmlformats.org/drawingml/2006/main">
            <a:off x="838200" y="4219575"/>
            <a:ext cx="285750" cy="285750"/>
          </a:xfrm>
          <a:prstGeom xmlns:a="http://schemas.openxmlformats.org/drawingml/2006/main" prst="rect">
            <a:avLst/>
          </a:prstGeom>
          <a:ln xmlns:a="http://schemas.openxmlformats.org/drawingml/2006/main">
            <a:noFill/>
          </a:ln>
        </p:spPr>
      </p:pic>
      <p:sp>
        <p:nvSpPr>
          <p:cNvPr id="45" name="Text 45">
            <a:extLst xmlns:a="http://schemas.openxmlformats.org/drawingml/2006/main">
              <a:ext uri="{FF2B5EF4-FFF2-40B4-BE49-F238E27FC236}">
                <a16:creationId xmlns:a16="http://schemas.microsoft.com/office/drawing/2014/main" id="{0698B696-76C2-4A28-9989-D5CD8D1F3485}"/>
              </a:ext>
            </a:extLst>
          </p:cNvPr>
          <p:cNvSpPr>
            <a:spLocks xmlns:a="http://schemas.openxmlformats.org/drawingml/2006/main" noGrp="1"/>
          </p:cNvSpPr>
          <p:nvPr/>
        </p:nvSpPr>
        <p:spPr>
          <a:xfrm xmlns:a="http://schemas.openxmlformats.org/drawingml/2006/main">
            <a:off x="1257300" y="4181475"/>
            <a:ext cx="129540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300" b="1" spc="70">
                <a:solidFill>
                  <a:srgbClr val="1F7A5A"/>
                </a:solidFill>
                <a:latin typeface="Arial"/>
                <a:ea typeface="Arial"/>
                <a:cs typeface="Arial"/>
                <a:hlinkClick xmlns:r="http://schemas.openxmlformats.org/officeDocument/2006/relationships" r:id="R3e80367cfca24b4e"/>
              </a:rPr>
              <a:t>COMPOSITE</a:t>
            </a:r>
            <a:endParaRPr sz="1300"/>
          </a:p>
        </p:txBody>
      </p:sp>
      <p:sp>
        <p:nvSpPr>
          <p:cNvPr id="46" name="Text 46">
            <a:extLst xmlns:a="http://schemas.openxmlformats.org/drawingml/2006/main">
              <a:ext uri="{FF2B5EF4-FFF2-40B4-BE49-F238E27FC236}">
                <a16:creationId xmlns:a16="http://schemas.microsoft.com/office/drawing/2014/main" id="{FC827FC9-C43F-4CF4-98DF-C9E85C8C4A1F}"/>
              </a:ext>
            </a:extLst>
          </p:cNvPr>
          <p:cNvSpPr>
            <a:spLocks xmlns:a="http://schemas.openxmlformats.org/drawingml/2006/main" noGrp="1"/>
          </p:cNvSpPr>
          <p:nvPr/>
        </p:nvSpPr>
        <p:spPr>
          <a:xfrm xmlns:a="http://schemas.openxmlformats.org/drawingml/2006/main">
            <a:off x="2571750" y="4181475"/>
            <a:ext cx="310515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200" b="1">
                <a:solidFill>
                  <a:srgbClr val="17212B"/>
                </a:solidFill>
                <a:latin typeface="Arial"/>
                <a:ea typeface="Arial"/>
                <a:cs typeface="Arial"/>
              </a:rPr>
              <a:t>Ordered dispatch; every child artifact remains visible</a:t>
            </a:r>
            <a:endParaRPr sz="1200"/>
          </a:p>
        </p:txBody>
      </p:sp>
      <p:sp>
        <p:nvSpPr>
          <p:cNvPr id="47" name="Shape 47">
            <a:extLst xmlns:a="http://schemas.openxmlformats.org/drawingml/2006/main">
              <a:ext uri="{FF2B5EF4-FFF2-40B4-BE49-F238E27FC236}">
                <a16:creationId xmlns:a16="http://schemas.microsoft.com/office/drawing/2014/main" id="{3274BDE7-D737-4C7D-A519-4C7898C5FE27}"/>
              </a:ext>
            </a:extLst>
          </p:cNvPr>
          <p:cNvSpPr>
            <a:spLocks xmlns:a="http://schemas.openxmlformats.org/drawingml/2006/main" noGrp="1"/>
          </p:cNvSpPr>
          <p:nvPr/>
        </p:nvSpPr>
        <p:spPr>
          <a:xfrm xmlns:a="http://schemas.openxmlformats.org/drawingml/2006/main">
            <a:off x="685800" y="4762500"/>
            <a:ext cx="5162550" cy="609600"/>
          </a:xfrm>
          <a:prstGeom xmlns:a="http://schemas.openxmlformats.org/drawingml/2006/main" prst="roundRect">
            <a:avLst/>
          </a:prstGeom>
          <a:solidFill xmlns:a="http://schemas.openxmlformats.org/drawingml/2006/main">
            <a:srgbClr val="F4F6F8"/>
          </a:solidFill>
          <a:ln xmlns:a="http://schemas.openxmlformats.org/drawingml/2006/main" w="19050">
            <a:solidFill>
              <a:srgbClr val="384754"/>
            </a:solidFill>
          </a:ln>
        </p:spPr>
      </p:sp>
      <p:pic>
        <p:nvPicPr>
          <p:cNvPr id="168" name="Picture 48"/>
          <p:cNvPicPr>
            <a:picLocks xmlns:a="http://schemas.openxmlformats.org/drawingml/2006/main" noChangeAspect="1"/>
          </p:cNvPicPr>
          <p:nvPr/>
        </p:nvPicPr>
        <p:blipFill>
          <a:blip xmlns:r="http://schemas.openxmlformats.org/officeDocument/2006/relationships" xmlns:a="http://schemas.openxmlformats.org/drawingml/2006/main" r:embed="R5f69cbeffa4a42b8"/>
          <a:stretch xmlns:a="http://schemas.openxmlformats.org/drawingml/2006/main">
            <a:fillRect l="0" t="0" r="0" b="0"/>
          </a:stretch>
        </p:blipFill>
        <p:spPr>
          <a:xfrm xmlns:a="http://schemas.openxmlformats.org/drawingml/2006/main">
            <a:off x="838200" y="4924425"/>
            <a:ext cx="285750" cy="285750"/>
          </a:xfrm>
          <a:prstGeom xmlns:a="http://schemas.openxmlformats.org/drawingml/2006/main" prst="rect">
            <a:avLst/>
          </a:prstGeom>
          <a:ln xmlns:a="http://schemas.openxmlformats.org/drawingml/2006/main">
            <a:noFill/>
          </a:ln>
        </p:spPr>
      </p:pic>
      <p:sp>
        <p:nvSpPr>
          <p:cNvPr id="49" name="Connector 49">
            <a:extLst xmlns:a="http://schemas.openxmlformats.org/drawingml/2006/main">
              <a:ext uri="{FF2B5EF4-FFF2-40B4-BE49-F238E27FC236}">
                <a16:creationId xmlns:a16="http://schemas.microsoft.com/office/drawing/2014/main" id="{CF4D1CC9-0C06-4580-854A-BEA863737ABE}"/>
              </a:ext>
            </a:extLst>
          </p:cNvPr>
          <p:cNvSpPr>
            <a:spLocks xmlns:a="http://schemas.openxmlformats.org/drawingml/2006/main" noGrp="1"/>
          </p:cNvSpPr>
          <p:nvPr/>
        </p:nvSpPr>
        <p:spPr>
          <a:xfrm xmlns:a="http://schemas.openxmlformats.org/drawingml/2006/main">
            <a:off x="3267075" y="4610100"/>
            <a:ext cx="0" cy="152400"/>
          </a:xfrm>
          <a:prstGeom xmlns:a="http://schemas.openxmlformats.org/drawingml/2006/main" prst="line">
            <a:avLst/>
          </a:prstGeom>
          <a:ln xmlns:a="http://schemas.openxmlformats.org/drawingml/2006/main" w="25400">
            <a:solidFill>
              <a:srgbClr val="384754"/>
            </a:solidFill>
          </a:ln>
        </p:spPr>
      </p:sp>
      <p:sp>
        <p:nvSpPr>
          <p:cNvPr id="50" name="Text 50">
            <a:extLst xmlns:a="http://schemas.openxmlformats.org/drawingml/2006/main">
              <a:ext uri="{FF2B5EF4-FFF2-40B4-BE49-F238E27FC236}">
                <a16:creationId xmlns:a16="http://schemas.microsoft.com/office/drawing/2014/main" id="{805621D5-DB06-4A38-9CA7-90C4144A3F39}"/>
              </a:ext>
            </a:extLst>
          </p:cNvPr>
          <p:cNvSpPr>
            <a:spLocks xmlns:a="http://schemas.openxmlformats.org/drawingml/2006/main" noGrp="1"/>
          </p:cNvSpPr>
          <p:nvPr/>
        </p:nvSpPr>
        <p:spPr>
          <a:xfrm xmlns:a="http://schemas.openxmlformats.org/drawingml/2006/main">
            <a:off x="1257300" y="4829175"/>
            <a:ext cx="23241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30">
                <a:solidFill>
                  <a:srgbClr val="384754"/>
                </a:solidFill>
                <a:latin typeface="Arial"/>
                <a:ea typeface="Arial"/>
                <a:cs typeface="Arial"/>
                <a:hlinkClick xmlns:r="http://schemas.openxmlformats.org/officeDocument/2006/relationships" r:id="R55ef659d67f9497a"/>
              </a:rPr>
              <a:t>CALIBRATED LATE FUSION</a:t>
            </a:r>
            <a:endParaRPr sz="1100"/>
          </a:p>
        </p:txBody>
      </p:sp>
      <p:sp>
        <p:nvSpPr>
          <p:cNvPr id="51" name="Text 51">
            <a:extLst xmlns:a="http://schemas.openxmlformats.org/drawingml/2006/main">
              <a:ext uri="{FF2B5EF4-FFF2-40B4-BE49-F238E27FC236}">
                <a16:creationId xmlns:a16="http://schemas.microsoft.com/office/drawing/2014/main" id="{B0628573-4909-4C2B-BC78-F52E85BD5AB9}"/>
              </a:ext>
            </a:extLst>
          </p:cNvPr>
          <p:cNvSpPr>
            <a:spLocks xmlns:a="http://schemas.openxmlformats.org/drawingml/2006/main" noGrp="1"/>
          </p:cNvSpPr>
          <p:nvPr/>
        </p:nvSpPr>
        <p:spPr>
          <a:xfrm xmlns:a="http://schemas.openxmlformats.org/drawingml/2006/main">
            <a:off x="1257300" y="5067300"/>
            <a:ext cx="44005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050" b="0">
                <a:solidFill>
                  <a:srgbClr val="17212B"/>
                </a:solidFill>
                <a:latin typeface="Arial"/>
                <a:ea typeface="Arial"/>
                <a:cs typeface="Arial"/>
              </a:rPr>
              <a:t>Excluded: the dataset cannot support an honest comparison</a:t>
            </a:r>
            <a:endParaRPr sz="1050"/>
          </a:p>
        </p:txBody>
      </p:sp>
      <p:sp>
        <p:nvSpPr>
          <p:cNvPr id="52" name="Shape 52">
            <a:extLst xmlns:a="http://schemas.openxmlformats.org/drawingml/2006/main">
              <a:ext uri="{FF2B5EF4-FFF2-40B4-BE49-F238E27FC236}">
                <a16:creationId xmlns:a16="http://schemas.microsoft.com/office/drawing/2014/main" id="{C1649F0E-27EA-4B34-91F4-8C09568B1298}"/>
              </a:ext>
            </a:extLst>
          </p:cNvPr>
          <p:cNvSpPr>
            <a:spLocks xmlns:a="http://schemas.openxmlformats.org/drawingml/2006/main" noGrp="1"/>
          </p:cNvSpPr>
          <p:nvPr/>
        </p:nvSpPr>
        <p:spPr>
          <a:xfrm xmlns:a="http://schemas.openxmlformats.org/drawingml/2006/main">
            <a:off x="6115050" y="1695450"/>
            <a:ext cx="2419350" cy="400050"/>
          </a:xfrm>
          <a:prstGeom xmlns:a="http://schemas.openxmlformats.org/drawingml/2006/main" prst="roundRect">
            <a:avLst/>
          </a:prstGeom>
          <a:solidFill xmlns:a="http://schemas.openxmlformats.org/drawingml/2006/main">
            <a:srgbClr val="EAF1F7"/>
          </a:solidFill>
          <a:ln xmlns:a="http://schemas.openxmlformats.org/drawingml/2006/main" w="19050">
            <a:solidFill>
              <a:srgbClr val="2A5B84"/>
            </a:solidFill>
          </a:ln>
        </p:spPr>
      </p:sp>
      <p:sp>
        <p:nvSpPr>
          <p:cNvPr id="53" name="Text 53">
            <a:extLst xmlns:a="http://schemas.openxmlformats.org/drawingml/2006/main">
              <a:ext uri="{FF2B5EF4-FFF2-40B4-BE49-F238E27FC236}">
                <a16:creationId xmlns:a16="http://schemas.microsoft.com/office/drawing/2014/main" id="{B49A074D-E129-4E00-B4CB-E5B39B521E0C}"/>
              </a:ext>
            </a:extLst>
          </p:cNvPr>
          <p:cNvSpPr>
            <a:spLocks xmlns:a="http://schemas.openxmlformats.org/drawingml/2006/main" noGrp="1"/>
          </p:cNvSpPr>
          <p:nvPr/>
        </p:nvSpPr>
        <p:spPr>
          <a:xfrm xmlns:a="http://schemas.openxmlformats.org/drawingml/2006/main">
            <a:off x="6286500" y="1771650"/>
            <a:ext cx="207645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1" spc="80">
                <a:solidFill>
                  <a:srgbClr val="2A5B84"/>
                </a:solidFill>
                <a:latin typeface="Arial"/>
                <a:ea typeface="Arial"/>
                <a:cs typeface="Arial"/>
              </a:rPr>
              <a:t>STAGE 2 · GROUND</a:t>
            </a:r>
            <a:endParaRPr sz="1400"/>
          </a:p>
        </p:txBody>
      </p:sp>
      <p:sp>
        <p:nvSpPr>
          <p:cNvPr id="54" name="Shape 54">
            <a:extLst xmlns:a="http://schemas.openxmlformats.org/drawingml/2006/main">
              <a:ext uri="{FF2B5EF4-FFF2-40B4-BE49-F238E27FC236}">
                <a16:creationId xmlns:a16="http://schemas.microsoft.com/office/drawing/2014/main" id="{5CC24844-686A-45F3-89FF-BA1422604A47}"/>
              </a:ext>
            </a:extLst>
          </p:cNvPr>
          <p:cNvSpPr>
            <a:spLocks xmlns:a="http://schemas.openxmlformats.org/drawingml/2006/main" noGrp="1"/>
          </p:cNvSpPr>
          <p:nvPr/>
        </p:nvSpPr>
        <p:spPr>
          <a:xfrm xmlns:a="http://schemas.openxmlformats.org/drawingml/2006/main">
            <a:off x="6248400" y="2247900"/>
            <a:ext cx="2152650" cy="49530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2A5B84"/>
            </a:solidFill>
          </a:ln>
        </p:spPr>
      </p:sp>
      <p:pic>
        <p:nvPicPr>
          <p:cNvPr id="175" name="Picture 55"/>
          <p:cNvPicPr>
            <a:picLocks xmlns:a="http://schemas.openxmlformats.org/drawingml/2006/main" noChangeAspect="1"/>
          </p:cNvPicPr>
          <p:nvPr/>
        </p:nvPicPr>
        <p:blipFill>
          <a:blip xmlns:r="http://schemas.openxmlformats.org/officeDocument/2006/relationships" xmlns:a="http://schemas.openxmlformats.org/drawingml/2006/main" r:embed="R4e0e8e0237b842b6"/>
          <a:stretch xmlns:a="http://schemas.openxmlformats.org/drawingml/2006/main">
            <a:fillRect l="0" t="0" r="0" b="0"/>
          </a:stretch>
        </p:blipFill>
        <p:spPr>
          <a:xfrm xmlns:a="http://schemas.openxmlformats.org/drawingml/2006/main">
            <a:off x="6381750" y="2352675"/>
            <a:ext cx="285750" cy="285750"/>
          </a:xfrm>
          <a:prstGeom xmlns:a="http://schemas.openxmlformats.org/drawingml/2006/main" prst="rect">
            <a:avLst/>
          </a:prstGeom>
          <a:ln xmlns:a="http://schemas.openxmlformats.org/drawingml/2006/main">
            <a:noFill/>
          </a:ln>
        </p:spPr>
      </p:pic>
      <p:sp>
        <p:nvSpPr>
          <p:cNvPr id="56" name="Text 56">
            <a:extLst xmlns:a="http://schemas.openxmlformats.org/drawingml/2006/main">
              <a:ext uri="{FF2B5EF4-FFF2-40B4-BE49-F238E27FC236}">
                <a16:creationId xmlns:a16="http://schemas.microsoft.com/office/drawing/2014/main" id="{CD52510A-DBB2-4F35-8BDC-B53A05E99B71}"/>
              </a:ext>
            </a:extLst>
          </p:cNvPr>
          <p:cNvSpPr>
            <a:spLocks xmlns:a="http://schemas.openxmlformats.org/drawingml/2006/main" noGrp="1"/>
          </p:cNvSpPr>
          <p:nvPr/>
        </p:nvSpPr>
        <p:spPr>
          <a:xfrm xmlns:a="http://schemas.openxmlformats.org/drawingml/2006/main">
            <a:off x="6800850" y="2314575"/>
            <a:ext cx="142875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050" b="1">
                <a:solidFill>
                  <a:srgbClr val="17212B"/>
                </a:solidFill>
                <a:latin typeface="Arial"/>
                <a:ea typeface="Arial"/>
                <a:cs typeface="Arial"/>
              </a:rPr>
              <a:t>PolicyKnowledgePort</a:t>
            </a:r>
            <a:endParaRPr sz="1050"/>
          </a:p>
        </p:txBody>
      </p:sp>
      <p:sp>
        <p:nvSpPr>
          <p:cNvPr id="57" name="Connector 57">
            <a:extLst xmlns:a="http://schemas.openxmlformats.org/drawingml/2006/main">
              <a:ext uri="{FF2B5EF4-FFF2-40B4-BE49-F238E27FC236}">
                <a16:creationId xmlns:a16="http://schemas.microsoft.com/office/drawing/2014/main" id="{7AA826FA-790C-496F-8944-2621D6F6F051}"/>
              </a:ext>
            </a:extLst>
          </p:cNvPr>
          <p:cNvSpPr>
            <a:spLocks xmlns:a="http://schemas.openxmlformats.org/drawingml/2006/main" noGrp="1"/>
          </p:cNvSpPr>
          <p:nvPr/>
        </p:nvSpPr>
        <p:spPr>
          <a:xfrm xmlns:a="http://schemas.openxmlformats.org/drawingml/2006/main">
            <a:off x="7324725" y="2743200"/>
            <a:ext cx="0" cy="114300"/>
          </a:xfrm>
          <a:prstGeom xmlns:a="http://schemas.openxmlformats.org/drawingml/2006/main" prst="line">
            <a:avLst/>
          </a:prstGeom>
          <a:ln xmlns:a="http://schemas.openxmlformats.org/drawingml/2006/main" w="25400">
            <a:solidFill>
              <a:srgbClr val="2A5B84"/>
            </a:solidFill>
          </a:ln>
        </p:spPr>
      </p:sp>
      <p:sp>
        <p:nvSpPr>
          <p:cNvPr id="58" name="Connector 58">
            <a:extLst xmlns:a="http://schemas.openxmlformats.org/drawingml/2006/main">
              <a:ext uri="{FF2B5EF4-FFF2-40B4-BE49-F238E27FC236}">
                <a16:creationId xmlns:a16="http://schemas.microsoft.com/office/drawing/2014/main" id="{3ADA6DA0-2FCF-4F98-B748-EBF642946FEE}"/>
              </a:ext>
            </a:extLst>
          </p:cNvPr>
          <p:cNvSpPr>
            <a:spLocks xmlns:a="http://schemas.openxmlformats.org/drawingml/2006/main" noGrp="1"/>
          </p:cNvSpPr>
          <p:nvPr/>
        </p:nvSpPr>
        <p:spPr>
          <a:xfrm xmlns:a="http://schemas.openxmlformats.org/drawingml/2006/main" flipH="1">
            <a:off x="6134100" y="2857500"/>
            <a:ext cx="1190625" cy="0"/>
          </a:xfrm>
          <a:prstGeom xmlns:a="http://schemas.openxmlformats.org/drawingml/2006/main" prst="line">
            <a:avLst/>
          </a:prstGeom>
          <a:ln xmlns:a="http://schemas.openxmlformats.org/drawingml/2006/main" w="25400">
            <a:solidFill>
              <a:srgbClr val="2A5B84"/>
            </a:solidFill>
          </a:ln>
        </p:spPr>
      </p:sp>
      <p:sp>
        <p:nvSpPr>
          <p:cNvPr id="59" name="Connector 59">
            <a:extLst xmlns:a="http://schemas.openxmlformats.org/drawingml/2006/main">
              <a:ext uri="{FF2B5EF4-FFF2-40B4-BE49-F238E27FC236}">
                <a16:creationId xmlns:a16="http://schemas.microsoft.com/office/drawing/2014/main" id="{B39C6522-6BA6-464C-8982-2CAF43C83EBD}"/>
              </a:ext>
            </a:extLst>
          </p:cNvPr>
          <p:cNvSpPr>
            <a:spLocks xmlns:a="http://schemas.openxmlformats.org/drawingml/2006/main" noGrp="1"/>
          </p:cNvSpPr>
          <p:nvPr/>
        </p:nvSpPr>
        <p:spPr>
          <a:xfrm xmlns:a="http://schemas.openxmlformats.org/drawingml/2006/main">
            <a:off x="6134100" y="2857500"/>
            <a:ext cx="0" cy="1466850"/>
          </a:xfrm>
          <a:prstGeom xmlns:a="http://schemas.openxmlformats.org/drawingml/2006/main" prst="line">
            <a:avLst/>
          </a:prstGeom>
          <a:ln xmlns:a="http://schemas.openxmlformats.org/drawingml/2006/main" w="25400">
            <a:solidFill>
              <a:srgbClr val="2A5B84"/>
            </a:solidFill>
          </a:ln>
        </p:spPr>
      </p:sp>
      <p:sp>
        <p:nvSpPr>
          <p:cNvPr id="60" name="Connector 60">
            <a:extLst xmlns:a="http://schemas.openxmlformats.org/drawingml/2006/main">
              <a:ext uri="{FF2B5EF4-FFF2-40B4-BE49-F238E27FC236}">
                <a16:creationId xmlns:a16="http://schemas.microsoft.com/office/drawing/2014/main" id="{1AF63F23-8515-40AD-8A9D-1F66FC214E19}"/>
              </a:ext>
            </a:extLst>
          </p:cNvPr>
          <p:cNvSpPr>
            <a:spLocks xmlns:a="http://schemas.openxmlformats.org/drawingml/2006/main" noGrp="1"/>
          </p:cNvSpPr>
          <p:nvPr/>
        </p:nvSpPr>
        <p:spPr>
          <a:xfrm xmlns:a="http://schemas.openxmlformats.org/drawingml/2006/main">
            <a:off x="6134100" y="3343275"/>
            <a:ext cx="114300" cy="0"/>
          </a:xfrm>
          <a:prstGeom xmlns:a="http://schemas.openxmlformats.org/drawingml/2006/main" prst="line">
            <a:avLst/>
          </a:prstGeom>
          <a:ln xmlns:a="http://schemas.openxmlformats.org/drawingml/2006/main" w="25400">
            <a:solidFill>
              <a:srgbClr val="2A5B84"/>
            </a:solidFill>
          </a:ln>
        </p:spPr>
      </p:sp>
      <p:sp>
        <p:nvSpPr>
          <p:cNvPr id="61" name="Connector 61">
            <a:extLst xmlns:a="http://schemas.openxmlformats.org/drawingml/2006/main">
              <a:ext uri="{FF2B5EF4-FFF2-40B4-BE49-F238E27FC236}">
                <a16:creationId xmlns:a16="http://schemas.microsoft.com/office/drawing/2014/main" id="{DC9FA654-DF4F-471A-8D8F-289DA68CDCE5}"/>
              </a:ext>
            </a:extLst>
          </p:cNvPr>
          <p:cNvSpPr>
            <a:spLocks xmlns:a="http://schemas.openxmlformats.org/drawingml/2006/main" noGrp="1"/>
          </p:cNvSpPr>
          <p:nvPr/>
        </p:nvSpPr>
        <p:spPr>
          <a:xfrm xmlns:a="http://schemas.openxmlformats.org/drawingml/2006/main">
            <a:off x="6134100" y="4324350"/>
            <a:ext cx="114300" cy="0"/>
          </a:xfrm>
          <a:prstGeom xmlns:a="http://schemas.openxmlformats.org/drawingml/2006/main" prst="line">
            <a:avLst/>
          </a:prstGeom>
          <a:ln xmlns:a="http://schemas.openxmlformats.org/drawingml/2006/main" w="25400">
            <a:solidFill>
              <a:srgbClr val="2A5B84"/>
            </a:solidFill>
          </a:ln>
        </p:spPr>
      </p:sp>
      <p:sp>
        <p:nvSpPr>
          <p:cNvPr id="62" name="Shape 62">
            <a:extLst xmlns:a="http://schemas.openxmlformats.org/drawingml/2006/main">
              <a:ext uri="{FF2B5EF4-FFF2-40B4-BE49-F238E27FC236}">
                <a16:creationId xmlns:a16="http://schemas.microsoft.com/office/drawing/2014/main" id="{6CE24E93-0BD6-41AB-BBE1-3654C58B8485}"/>
              </a:ext>
            </a:extLst>
          </p:cNvPr>
          <p:cNvSpPr>
            <a:spLocks xmlns:a="http://schemas.openxmlformats.org/drawingml/2006/main" noGrp="1"/>
          </p:cNvSpPr>
          <p:nvPr/>
        </p:nvSpPr>
        <p:spPr>
          <a:xfrm xmlns:a="http://schemas.openxmlformats.org/drawingml/2006/main">
            <a:off x="6248400" y="2971800"/>
            <a:ext cx="2152650" cy="74295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F7A5A"/>
            </a:solidFill>
          </a:ln>
        </p:spPr>
      </p:sp>
      <p:pic>
        <p:nvPicPr>
          <p:cNvPr id="183" name="Picture 63"/>
          <p:cNvPicPr>
            <a:picLocks xmlns:a="http://schemas.openxmlformats.org/drawingml/2006/main" noChangeAspect="1"/>
          </p:cNvPicPr>
          <p:nvPr/>
        </p:nvPicPr>
        <p:blipFill>
          <a:blip xmlns:r="http://schemas.openxmlformats.org/officeDocument/2006/relationships" xmlns:a="http://schemas.openxmlformats.org/drawingml/2006/main" r:embed="Rd65a91a0412b4f2f"/>
          <a:stretch xmlns:a="http://schemas.openxmlformats.org/drawingml/2006/main">
            <a:fillRect l="0" t="0" r="0" b="0"/>
          </a:stretch>
        </p:blipFill>
        <p:spPr>
          <a:xfrm xmlns:a="http://schemas.openxmlformats.org/drawingml/2006/main">
            <a:off x="6400800" y="3143250"/>
            <a:ext cx="285750" cy="285750"/>
          </a:xfrm>
          <a:prstGeom xmlns:a="http://schemas.openxmlformats.org/drawingml/2006/main" prst="rect">
            <a:avLst/>
          </a:prstGeom>
          <a:ln xmlns:a="http://schemas.openxmlformats.org/drawingml/2006/main">
            <a:noFill/>
          </a:ln>
        </p:spPr>
      </p:pic>
      <p:sp>
        <p:nvSpPr>
          <p:cNvPr id="64" name="Shape 64">
            <a:extLst xmlns:a="http://schemas.openxmlformats.org/drawingml/2006/main">
              <a:ext uri="{FF2B5EF4-FFF2-40B4-BE49-F238E27FC236}">
                <a16:creationId xmlns:a16="http://schemas.microsoft.com/office/drawing/2014/main" id="{562840FA-9FFD-4BB3-B99C-874B6DD41D23}"/>
              </a:ext>
            </a:extLst>
          </p:cNvPr>
          <p:cNvSpPr>
            <a:spLocks xmlns:a="http://schemas.openxmlformats.org/drawingml/2006/main" noGrp="1"/>
          </p:cNvSpPr>
          <p:nvPr/>
        </p:nvSpPr>
        <p:spPr>
          <a:xfrm xmlns:a="http://schemas.openxmlformats.org/drawingml/2006/main">
            <a:off x="8153400" y="3067050"/>
            <a:ext cx="95250" cy="95250"/>
          </a:xfrm>
          <a:prstGeom xmlns:a="http://schemas.openxmlformats.org/drawingml/2006/main" prst="ellipse">
            <a:avLst/>
          </a:prstGeom>
          <a:solidFill xmlns:a="http://schemas.openxmlformats.org/drawingml/2006/main">
            <a:srgbClr val="1F7A5A"/>
          </a:solidFill>
          <a:ln xmlns:a="http://schemas.openxmlformats.org/drawingml/2006/main" w="12700">
            <a:solidFill>
              <a:srgbClr val="1F7A5A"/>
            </a:solidFill>
          </a:ln>
        </p:spPr>
      </p:sp>
      <p:sp>
        <p:nvSpPr>
          <p:cNvPr id="65" name="Text 65">
            <a:extLst xmlns:a="http://schemas.openxmlformats.org/drawingml/2006/main">
              <a:ext uri="{FF2B5EF4-FFF2-40B4-BE49-F238E27FC236}">
                <a16:creationId xmlns:a16="http://schemas.microsoft.com/office/drawing/2014/main" id="{5C0647C4-693B-4842-BD61-882BF1A91A95}"/>
              </a:ext>
            </a:extLst>
          </p:cNvPr>
          <p:cNvSpPr>
            <a:spLocks xmlns:a="http://schemas.openxmlformats.org/drawingml/2006/main" noGrp="1"/>
          </p:cNvSpPr>
          <p:nvPr/>
        </p:nvSpPr>
        <p:spPr>
          <a:xfrm xmlns:a="http://schemas.openxmlformats.org/drawingml/2006/main">
            <a:off x="6819900" y="3057525"/>
            <a:ext cx="142875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1">
                <a:solidFill>
                  <a:srgbClr val="17212B"/>
                </a:solidFill>
                <a:latin typeface="Arial"/>
                <a:ea typeface="Arial"/>
                <a:cs typeface="Arial"/>
              </a:rPr>
              <a:t>Static policy</a:t>
            </a:r>
            <a:endParaRPr sz="1400"/>
          </a:p>
        </p:txBody>
      </p:sp>
      <p:sp>
        <p:nvSpPr>
          <p:cNvPr id="66" name="Text 66">
            <a:extLst xmlns:a="http://schemas.openxmlformats.org/drawingml/2006/main">
              <a:ext uri="{FF2B5EF4-FFF2-40B4-BE49-F238E27FC236}">
                <a16:creationId xmlns:a16="http://schemas.microsoft.com/office/drawing/2014/main" id="{0C053915-F0D4-40E4-AB74-E4502C312D41}"/>
              </a:ext>
            </a:extLst>
          </p:cNvPr>
          <p:cNvSpPr>
            <a:spLocks xmlns:a="http://schemas.openxmlformats.org/drawingml/2006/main" noGrp="1"/>
          </p:cNvSpPr>
          <p:nvPr/>
        </p:nvSpPr>
        <p:spPr>
          <a:xfrm xmlns:a="http://schemas.openxmlformats.org/drawingml/2006/main">
            <a:off x="6819900" y="3333750"/>
            <a:ext cx="14287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0">
                <a:solidFill>
                  <a:srgbClr val="5D6873"/>
                </a:solidFill>
                <a:latin typeface="Arial"/>
                <a:ea typeface="Arial"/>
                <a:cs typeface="Arial"/>
              </a:rPr>
              <a:t>offline baseline</a:t>
            </a:r>
            <a:endParaRPr sz="1100"/>
          </a:p>
        </p:txBody>
      </p:sp>
      <p:sp>
        <p:nvSpPr>
          <p:cNvPr id="67" name="Shape 67">
            <a:extLst xmlns:a="http://schemas.openxmlformats.org/drawingml/2006/main">
              <a:ext uri="{FF2B5EF4-FFF2-40B4-BE49-F238E27FC236}">
                <a16:creationId xmlns:a16="http://schemas.microsoft.com/office/drawing/2014/main" id="{620B2D7A-38D7-4C2C-8E13-22E7E3F10385}"/>
              </a:ext>
            </a:extLst>
          </p:cNvPr>
          <p:cNvSpPr>
            <a:spLocks xmlns:a="http://schemas.openxmlformats.org/drawingml/2006/main" noGrp="1"/>
          </p:cNvSpPr>
          <p:nvPr/>
        </p:nvSpPr>
        <p:spPr>
          <a:xfrm xmlns:a="http://schemas.openxmlformats.org/drawingml/2006/main">
            <a:off x="6248400" y="3867150"/>
            <a:ext cx="2152650" cy="9144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F7A5A"/>
            </a:solidFill>
          </a:ln>
        </p:spPr>
      </p:sp>
      <p:pic>
        <p:nvPicPr>
          <p:cNvPr id="188" name="Picture 68"/>
          <p:cNvPicPr>
            <a:picLocks xmlns:a="http://schemas.openxmlformats.org/drawingml/2006/main" noChangeAspect="1"/>
          </p:cNvPicPr>
          <p:nvPr/>
        </p:nvPicPr>
        <p:blipFill>
          <a:blip xmlns:r="http://schemas.openxmlformats.org/officeDocument/2006/relationships" xmlns:a="http://schemas.openxmlformats.org/drawingml/2006/main" r:embed="R563b6477891b4648"/>
          <a:stretch xmlns:a="http://schemas.openxmlformats.org/drawingml/2006/main">
            <a:fillRect l="0" t="0" r="0" b="0"/>
          </a:stretch>
        </p:blipFill>
        <p:spPr>
          <a:xfrm xmlns:a="http://schemas.openxmlformats.org/drawingml/2006/main">
            <a:off x="6400800" y="4095750"/>
            <a:ext cx="285750" cy="285750"/>
          </a:xfrm>
          <a:prstGeom xmlns:a="http://schemas.openxmlformats.org/drawingml/2006/main" prst="rect">
            <a:avLst/>
          </a:prstGeom>
          <a:ln xmlns:a="http://schemas.openxmlformats.org/drawingml/2006/main">
            <a:noFill/>
          </a:ln>
        </p:spPr>
      </p:pic>
      <p:sp>
        <p:nvSpPr>
          <p:cNvPr id="69" name="Shape 69">
            <a:extLst xmlns:a="http://schemas.openxmlformats.org/drawingml/2006/main">
              <a:ext uri="{FF2B5EF4-FFF2-40B4-BE49-F238E27FC236}">
                <a16:creationId xmlns:a16="http://schemas.microsoft.com/office/drawing/2014/main" id="{38518C6B-8BE9-45BD-AAEC-06F3F6E4AD8A}"/>
              </a:ext>
            </a:extLst>
          </p:cNvPr>
          <p:cNvSpPr>
            <a:spLocks xmlns:a="http://schemas.openxmlformats.org/drawingml/2006/main" noGrp="1"/>
          </p:cNvSpPr>
          <p:nvPr/>
        </p:nvSpPr>
        <p:spPr>
          <a:xfrm xmlns:a="http://schemas.openxmlformats.org/drawingml/2006/main">
            <a:off x="8153400" y="3962400"/>
            <a:ext cx="95250" cy="95250"/>
          </a:xfrm>
          <a:prstGeom xmlns:a="http://schemas.openxmlformats.org/drawingml/2006/main" prst="ellipse">
            <a:avLst/>
          </a:prstGeom>
          <a:solidFill xmlns:a="http://schemas.openxmlformats.org/drawingml/2006/main">
            <a:srgbClr val="1F7A5A"/>
          </a:solidFill>
          <a:ln xmlns:a="http://schemas.openxmlformats.org/drawingml/2006/main" w="12700">
            <a:solidFill>
              <a:srgbClr val="1F7A5A"/>
            </a:solidFill>
          </a:ln>
        </p:spPr>
      </p:sp>
      <p:sp>
        <p:nvSpPr>
          <p:cNvPr id="70" name="Text 70">
            <a:extLst xmlns:a="http://schemas.openxmlformats.org/drawingml/2006/main">
              <a:ext uri="{FF2B5EF4-FFF2-40B4-BE49-F238E27FC236}">
                <a16:creationId xmlns:a16="http://schemas.microsoft.com/office/drawing/2014/main" id="{F8569817-93C5-4060-86F7-FE827D9E2BB7}"/>
              </a:ext>
            </a:extLst>
          </p:cNvPr>
          <p:cNvSpPr>
            <a:spLocks xmlns:a="http://schemas.openxmlformats.org/drawingml/2006/main" noGrp="1"/>
          </p:cNvSpPr>
          <p:nvPr/>
        </p:nvSpPr>
        <p:spPr>
          <a:xfrm xmlns:a="http://schemas.openxmlformats.org/drawingml/2006/main">
            <a:off x="6819900" y="3971925"/>
            <a:ext cx="142875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50" b="1">
                <a:solidFill>
                  <a:srgbClr val="17212B"/>
                </a:solidFill>
                <a:latin typeface="Arial"/>
                <a:ea typeface="Arial"/>
                <a:cs typeface="Arial"/>
              </a:rPr>
              <a:t>pgvector + all-MiniLM-L6-v2</a:t>
            </a:r>
            <a:endParaRPr sz="1050"/>
          </a:p>
        </p:txBody>
      </p:sp>
      <p:sp>
        <p:nvSpPr>
          <p:cNvPr id="71" name="Text 71">
            <a:extLst xmlns:a="http://schemas.openxmlformats.org/drawingml/2006/main">
              <a:ext uri="{FF2B5EF4-FFF2-40B4-BE49-F238E27FC236}">
                <a16:creationId xmlns:a16="http://schemas.microsoft.com/office/drawing/2014/main" id="{B5B5FF53-7183-4C36-84B3-C5AC95594453}"/>
              </a:ext>
            </a:extLst>
          </p:cNvPr>
          <p:cNvSpPr>
            <a:spLocks xmlns:a="http://schemas.openxmlformats.org/drawingml/2006/main" noGrp="1"/>
          </p:cNvSpPr>
          <p:nvPr/>
        </p:nvSpPr>
        <p:spPr>
          <a:xfrm xmlns:a="http://schemas.openxmlformats.org/drawingml/2006/main">
            <a:off x="6819900" y="4286250"/>
            <a:ext cx="142875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50" b="0">
                <a:solidFill>
                  <a:srgbClr val="5D6873"/>
                </a:solidFill>
                <a:latin typeface="Arial"/>
                <a:ea typeface="Arial"/>
                <a:cs typeface="Arial"/>
              </a:rPr>
              <a:t>local semantic retrieval</a:t>
            </a:r>
            <a:endParaRPr sz="1050"/>
          </a:p>
          <a:p xmlns:a="http://schemas.openxmlformats.org/drawingml/2006/main">
            <a:pPr algn="l">
              <a:buNone/>
            </a:pPr>
            <a:r>
              <a:rPr sz="1050" b="0">
                <a:solidFill>
                  <a:srgbClr val="5D6873"/>
                </a:solidFill>
                <a:latin typeface="Arial"/>
                <a:ea typeface="Arial"/>
                <a:cs typeface="Arial"/>
              </a:rPr>
              <a:t>with source metadata</a:t>
            </a:r>
            <a:endParaRPr sz="1050"/>
          </a:p>
        </p:txBody>
      </p:sp>
      <p:sp>
        <p:nvSpPr>
          <p:cNvPr id="72" name="Shape 72">
            <a:extLst xmlns:a="http://schemas.openxmlformats.org/drawingml/2006/main">
              <a:ext uri="{FF2B5EF4-FFF2-40B4-BE49-F238E27FC236}">
                <a16:creationId xmlns:a16="http://schemas.microsoft.com/office/drawing/2014/main" id="{F66F502A-5746-4162-993B-23940617CEE3}"/>
              </a:ext>
            </a:extLst>
          </p:cNvPr>
          <p:cNvSpPr>
            <a:spLocks xmlns:a="http://schemas.openxmlformats.org/drawingml/2006/main" noGrp="1"/>
          </p:cNvSpPr>
          <p:nvPr/>
        </p:nvSpPr>
        <p:spPr>
          <a:xfrm xmlns:a="http://schemas.openxmlformats.org/drawingml/2006/main">
            <a:off x="6248400" y="4933950"/>
            <a:ext cx="2152650" cy="438150"/>
          </a:xfrm>
          <a:prstGeom xmlns:a="http://schemas.openxmlformats.org/drawingml/2006/main" prst="roundRect">
            <a:avLst/>
          </a:prstGeom>
          <a:solidFill xmlns:a="http://schemas.openxmlformats.org/drawingml/2006/main">
            <a:srgbClr val="EAF1F7"/>
          </a:solidFill>
          <a:ln xmlns:a="http://schemas.openxmlformats.org/drawingml/2006/main" w="12700">
            <a:solidFill>
              <a:srgbClr val="2A5B84"/>
            </a:solidFill>
          </a:ln>
        </p:spPr>
      </p:sp>
      <p:sp>
        <p:nvSpPr>
          <p:cNvPr id="73" name="Text 73">
            <a:extLst xmlns:a="http://schemas.openxmlformats.org/drawingml/2006/main">
              <a:ext uri="{FF2B5EF4-FFF2-40B4-BE49-F238E27FC236}">
                <a16:creationId xmlns:a16="http://schemas.microsoft.com/office/drawing/2014/main" id="{171B05B4-49A8-4E11-BA48-670D13D9699E}"/>
              </a:ext>
            </a:extLst>
          </p:cNvPr>
          <p:cNvSpPr>
            <a:spLocks xmlns:a="http://schemas.openxmlformats.org/drawingml/2006/main" noGrp="1"/>
          </p:cNvSpPr>
          <p:nvPr/>
        </p:nvSpPr>
        <p:spPr>
          <a:xfrm xmlns:a="http://schemas.openxmlformats.org/drawingml/2006/main">
            <a:off x="6400800" y="5010150"/>
            <a:ext cx="18478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100" b="1">
                <a:solidFill>
                  <a:srgbClr val="2A5B84"/>
                </a:solidFill>
                <a:latin typeface="Arial"/>
                <a:ea typeface="Arial"/>
                <a:cs typeface="Arial"/>
              </a:rPr>
              <a:t>PolicyEvidence + provenance</a:t>
            </a:r>
            <a:endParaRPr sz="1100"/>
          </a:p>
        </p:txBody>
      </p:sp>
      <p:sp>
        <p:nvSpPr>
          <p:cNvPr id="74" name="Shape 74">
            <a:extLst xmlns:a="http://schemas.openxmlformats.org/drawingml/2006/main">
              <a:ext uri="{FF2B5EF4-FFF2-40B4-BE49-F238E27FC236}">
                <a16:creationId xmlns:a16="http://schemas.microsoft.com/office/drawing/2014/main" id="{C2A2DBCA-1A8C-4D89-A2BC-EF4FF86E8BEF}"/>
              </a:ext>
            </a:extLst>
          </p:cNvPr>
          <p:cNvSpPr>
            <a:spLocks xmlns:a="http://schemas.openxmlformats.org/drawingml/2006/main" noGrp="1"/>
          </p:cNvSpPr>
          <p:nvPr/>
        </p:nvSpPr>
        <p:spPr>
          <a:xfrm xmlns:a="http://schemas.openxmlformats.org/drawingml/2006/main">
            <a:off x="8667750" y="1695450"/>
            <a:ext cx="2971800" cy="400050"/>
          </a:xfrm>
          <a:prstGeom xmlns:a="http://schemas.openxmlformats.org/drawingml/2006/main" prst="roundRect">
            <a:avLst/>
          </a:prstGeom>
          <a:solidFill xmlns:a="http://schemas.openxmlformats.org/drawingml/2006/main">
            <a:srgbClr val="FFF4E3"/>
          </a:solidFill>
          <a:ln xmlns:a="http://schemas.openxmlformats.org/drawingml/2006/main" w="19050">
            <a:solidFill>
              <a:srgbClr val="B46B13"/>
            </a:solidFill>
          </a:ln>
        </p:spPr>
      </p:sp>
      <p:sp>
        <p:nvSpPr>
          <p:cNvPr id="75" name="Text 75">
            <a:extLst xmlns:a="http://schemas.openxmlformats.org/drawingml/2006/main">
              <a:ext uri="{FF2B5EF4-FFF2-40B4-BE49-F238E27FC236}">
                <a16:creationId xmlns:a16="http://schemas.microsoft.com/office/drawing/2014/main" id="{2DC4F977-29E0-4885-BC9C-F6353C4AED0C}"/>
              </a:ext>
            </a:extLst>
          </p:cNvPr>
          <p:cNvSpPr>
            <a:spLocks xmlns:a="http://schemas.openxmlformats.org/drawingml/2006/main" noGrp="1"/>
          </p:cNvSpPr>
          <p:nvPr/>
        </p:nvSpPr>
        <p:spPr>
          <a:xfrm xmlns:a="http://schemas.openxmlformats.org/drawingml/2006/main">
            <a:off x="8839200" y="1771650"/>
            <a:ext cx="262890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1" spc="80">
                <a:solidFill>
                  <a:srgbClr val="B46B13"/>
                </a:solidFill>
                <a:latin typeface="Arial"/>
                <a:ea typeface="Arial"/>
                <a:cs typeface="Arial"/>
              </a:rPr>
              <a:t>STAGE 3 · SYNTHESIZE</a:t>
            </a:r>
            <a:endParaRPr sz="1400"/>
          </a:p>
        </p:txBody>
      </p:sp>
      <p:sp>
        <p:nvSpPr>
          <p:cNvPr id="76" name="Shape 76">
            <a:extLst xmlns:a="http://schemas.openxmlformats.org/drawingml/2006/main">
              <a:ext uri="{FF2B5EF4-FFF2-40B4-BE49-F238E27FC236}">
                <a16:creationId xmlns:a16="http://schemas.microsoft.com/office/drawing/2014/main" id="{1D8CFE62-88D9-4F6B-8FD7-C12AAA5D9883}"/>
              </a:ext>
            </a:extLst>
          </p:cNvPr>
          <p:cNvSpPr>
            <a:spLocks xmlns:a="http://schemas.openxmlformats.org/drawingml/2006/main" noGrp="1"/>
          </p:cNvSpPr>
          <p:nvPr/>
        </p:nvSpPr>
        <p:spPr>
          <a:xfrm xmlns:a="http://schemas.openxmlformats.org/drawingml/2006/main">
            <a:off x="8801100" y="2247900"/>
            <a:ext cx="2705100" cy="49530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B46B13"/>
            </a:solidFill>
          </a:ln>
        </p:spPr>
      </p:sp>
      <p:pic>
        <p:nvPicPr>
          <p:cNvPr id="197" name="Picture 77"/>
          <p:cNvPicPr>
            <a:picLocks xmlns:a="http://schemas.openxmlformats.org/drawingml/2006/main" noChangeAspect="1"/>
          </p:cNvPicPr>
          <p:nvPr/>
        </p:nvPicPr>
        <p:blipFill>
          <a:blip xmlns:r="http://schemas.openxmlformats.org/officeDocument/2006/relationships" xmlns:a="http://schemas.openxmlformats.org/drawingml/2006/main" r:embed="R531f36d8eca945ce"/>
          <a:stretch xmlns:a="http://schemas.openxmlformats.org/drawingml/2006/main">
            <a:fillRect l="0" t="0" r="0" b="0"/>
          </a:stretch>
        </p:blipFill>
        <p:spPr>
          <a:xfrm xmlns:a="http://schemas.openxmlformats.org/drawingml/2006/main">
            <a:off x="8934450" y="2352675"/>
            <a:ext cx="285750" cy="285750"/>
          </a:xfrm>
          <a:prstGeom xmlns:a="http://schemas.openxmlformats.org/drawingml/2006/main" prst="rect">
            <a:avLst/>
          </a:prstGeom>
          <a:ln xmlns:a="http://schemas.openxmlformats.org/drawingml/2006/main">
            <a:noFill/>
          </a:ln>
        </p:spPr>
      </p:pic>
      <p:sp>
        <p:nvSpPr>
          <p:cNvPr id="78" name="Text 78">
            <a:extLst xmlns:a="http://schemas.openxmlformats.org/drawingml/2006/main">
              <a:ext uri="{FF2B5EF4-FFF2-40B4-BE49-F238E27FC236}">
                <a16:creationId xmlns:a16="http://schemas.microsoft.com/office/drawing/2014/main" id="{96E9362E-EEC1-48F7-8C7F-8D9F82141A8A}"/>
              </a:ext>
            </a:extLst>
          </p:cNvPr>
          <p:cNvSpPr>
            <a:spLocks xmlns:a="http://schemas.openxmlformats.org/drawingml/2006/main" noGrp="1"/>
          </p:cNvSpPr>
          <p:nvPr/>
        </p:nvSpPr>
        <p:spPr>
          <a:xfrm xmlns:a="http://schemas.openxmlformats.org/drawingml/2006/main">
            <a:off x="9353550" y="2314575"/>
            <a:ext cx="19812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700" b="1">
                <a:solidFill>
                  <a:srgbClr val="17212B"/>
                </a:solidFill>
                <a:latin typeface="Arial"/>
                <a:ea typeface="Arial"/>
                <a:cs typeface="Arial"/>
              </a:rPr>
              <a:t>AnalysisModelPort</a:t>
            </a:r>
            <a:endParaRPr sz="1700"/>
          </a:p>
        </p:txBody>
      </p:sp>
      <p:sp>
        <p:nvSpPr>
          <p:cNvPr id="79" name="Connector 79">
            <a:extLst xmlns:a="http://schemas.openxmlformats.org/drawingml/2006/main">
              <a:ext uri="{FF2B5EF4-FFF2-40B4-BE49-F238E27FC236}">
                <a16:creationId xmlns:a16="http://schemas.microsoft.com/office/drawing/2014/main" id="{89B7CEA0-868C-4C26-A008-BC6FEA93FD28}"/>
              </a:ext>
            </a:extLst>
          </p:cNvPr>
          <p:cNvSpPr>
            <a:spLocks xmlns:a="http://schemas.openxmlformats.org/drawingml/2006/main" noGrp="1"/>
          </p:cNvSpPr>
          <p:nvPr/>
        </p:nvSpPr>
        <p:spPr>
          <a:xfrm xmlns:a="http://schemas.openxmlformats.org/drawingml/2006/main">
            <a:off x="10153650" y="2743200"/>
            <a:ext cx="0" cy="114300"/>
          </a:xfrm>
          <a:prstGeom xmlns:a="http://schemas.openxmlformats.org/drawingml/2006/main" prst="line">
            <a:avLst/>
          </a:prstGeom>
          <a:ln xmlns:a="http://schemas.openxmlformats.org/drawingml/2006/main" w="25400">
            <a:solidFill>
              <a:srgbClr val="B46B13"/>
            </a:solidFill>
          </a:ln>
        </p:spPr>
      </p:sp>
      <p:sp>
        <p:nvSpPr>
          <p:cNvPr id="80" name="Connector 80">
            <a:extLst xmlns:a="http://schemas.openxmlformats.org/drawingml/2006/main">
              <a:ext uri="{FF2B5EF4-FFF2-40B4-BE49-F238E27FC236}">
                <a16:creationId xmlns:a16="http://schemas.microsoft.com/office/drawing/2014/main" id="{DA34B563-1CDE-4854-97B0-0D50F07E94C4}"/>
              </a:ext>
            </a:extLst>
          </p:cNvPr>
          <p:cNvSpPr>
            <a:spLocks xmlns:a="http://schemas.openxmlformats.org/drawingml/2006/main" noGrp="1"/>
          </p:cNvSpPr>
          <p:nvPr/>
        </p:nvSpPr>
        <p:spPr>
          <a:xfrm xmlns:a="http://schemas.openxmlformats.org/drawingml/2006/main" flipH="1">
            <a:off x="8686800" y="2857500"/>
            <a:ext cx="1466850" cy="0"/>
          </a:xfrm>
          <a:prstGeom xmlns:a="http://schemas.openxmlformats.org/drawingml/2006/main" prst="line">
            <a:avLst/>
          </a:prstGeom>
          <a:ln xmlns:a="http://schemas.openxmlformats.org/drawingml/2006/main" w="25400">
            <a:solidFill>
              <a:srgbClr val="B46B13"/>
            </a:solidFill>
          </a:ln>
        </p:spPr>
      </p:sp>
      <p:sp>
        <p:nvSpPr>
          <p:cNvPr id="81" name="Connector 81">
            <a:extLst xmlns:a="http://schemas.openxmlformats.org/drawingml/2006/main">
              <a:ext uri="{FF2B5EF4-FFF2-40B4-BE49-F238E27FC236}">
                <a16:creationId xmlns:a16="http://schemas.microsoft.com/office/drawing/2014/main" id="{CDE642C0-E8D6-4506-B576-24B72F35F234}"/>
              </a:ext>
            </a:extLst>
          </p:cNvPr>
          <p:cNvSpPr>
            <a:spLocks xmlns:a="http://schemas.openxmlformats.org/drawingml/2006/main" noGrp="1"/>
          </p:cNvSpPr>
          <p:nvPr/>
        </p:nvSpPr>
        <p:spPr>
          <a:xfrm xmlns:a="http://schemas.openxmlformats.org/drawingml/2006/main">
            <a:off x="8686800" y="2857500"/>
            <a:ext cx="0" cy="2000250"/>
          </a:xfrm>
          <a:prstGeom xmlns:a="http://schemas.openxmlformats.org/drawingml/2006/main" prst="line">
            <a:avLst/>
          </a:prstGeom>
          <a:ln xmlns:a="http://schemas.openxmlformats.org/drawingml/2006/main" w="25400">
            <a:solidFill>
              <a:srgbClr val="B46B13"/>
            </a:solidFill>
          </a:ln>
        </p:spPr>
      </p:sp>
      <p:sp>
        <p:nvSpPr>
          <p:cNvPr id="82" name="Connector 82">
            <a:extLst xmlns:a="http://schemas.openxmlformats.org/drawingml/2006/main">
              <a:ext uri="{FF2B5EF4-FFF2-40B4-BE49-F238E27FC236}">
                <a16:creationId xmlns:a16="http://schemas.microsoft.com/office/drawing/2014/main" id="{DA649293-711B-42B4-BC3C-E5DE6F5AD980}"/>
              </a:ext>
            </a:extLst>
          </p:cNvPr>
          <p:cNvSpPr>
            <a:spLocks xmlns:a="http://schemas.openxmlformats.org/drawingml/2006/main" noGrp="1"/>
          </p:cNvSpPr>
          <p:nvPr/>
        </p:nvSpPr>
        <p:spPr>
          <a:xfrm xmlns:a="http://schemas.openxmlformats.org/drawingml/2006/main">
            <a:off x="8686800" y="3295650"/>
            <a:ext cx="114300" cy="0"/>
          </a:xfrm>
          <a:prstGeom xmlns:a="http://schemas.openxmlformats.org/drawingml/2006/main" prst="line">
            <a:avLst/>
          </a:prstGeom>
          <a:ln xmlns:a="http://schemas.openxmlformats.org/drawingml/2006/main" w="25400">
            <a:solidFill>
              <a:srgbClr val="B46B13"/>
            </a:solidFill>
          </a:ln>
        </p:spPr>
      </p:sp>
      <p:sp>
        <p:nvSpPr>
          <p:cNvPr id="83" name="Connector 83">
            <a:extLst xmlns:a="http://schemas.openxmlformats.org/drawingml/2006/main">
              <a:ext uri="{FF2B5EF4-FFF2-40B4-BE49-F238E27FC236}">
                <a16:creationId xmlns:a16="http://schemas.microsoft.com/office/drawing/2014/main" id="{19590A6F-A574-4319-A08D-13EB504C9120}"/>
              </a:ext>
            </a:extLst>
          </p:cNvPr>
          <p:cNvSpPr>
            <a:spLocks xmlns:a="http://schemas.openxmlformats.org/drawingml/2006/main" noGrp="1"/>
          </p:cNvSpPr>
          <p:nvPr/>
        </p:nvSpPr>
        <p:spPr>
          <a:xfrm xmlns:a="http://schemas.openxmlformats.org/drawingml/2006/main">
            <a:off x="8686800" y="4076700"/>
            <a:ext cx="114300" cy="0"/>
          </a:xfrm>
          <a:prstGeom xmlns:a="http://schemas.openxmlformats.org/drawingml/2006/main" prst="line">
            <a:avLst/>
          </a:prstGeom>
          <a:ln xmlns:a="http://schemas.openxmlformats.org/drawingml/2006/main" w="25400">
            <a:solidFill>
              <a:srgbClr val="B46B13"/>
            </a:solidFill>
          </a:ln>
        </p:spPr>
      </p:sp>
      <p:sp>
        <p:nvSpPr>
          <p:cNvPr id="84" name="Connector 84">
            <a:extLst xmlns:a="http://schemas.openxmlformats.org/drawingml/2006/main">
              <a:ext uri="{FF2B5EF4-FFF2-40B4-BE49-F238E27FC236}">
                <a16:creationId xmlns:a16="http://schemas.microsoft.com/office/drawing/2014/main" id="{E517442A-88BD-4B31-BDAD-0715736FD956}"/>
              </a:ext>
            </a:extLst>
          </p:cNvPr>
          <p:cNvSpPr>
            <a:spLocks xmlns:a="http://schemas.openxmlformats.org/drawingml/2006/main" noGrp="1"/>
          </p:cNvSpPr>
          <p:nvPr/>
        </p:nvSpPr>
        <p:spPr>
          <a:xfrm xmlns:a="http://schemas.openxmlformats.org/drawingml/2006/main">
            <a:off x="8686800" y="4857750"/>
            <a:ext cx="114300" cy="0"/>
          </a:xfrm>
          <a:prstGeom xmlns:a="http://schemas.openxmlformats.org/drawingml/2006/main" prst="line">
            <a:avLst/>
          </a:prstGeom>
          <a:ln xmlns:a="http://schemas.openxmlformats.org/drawingml/2006/main" w="25400">
            <a:solidFill>
              <a:srgbClr val="B46B13"/>
            </a:solidFill>
          </a:ln>
        </p:spPr>
      </p:sp>
      <p:sp>
        <p:nvSpPr>
          <p:cNvPr id="85" name="Shape 85">
            <a:extLst xmlns:a="http://schemas.openxmlformats.org/drawingml/2006/main">
              <a:ext uri="{FF2B5EF4-FFF2-40B4-BE49-F238E27FC236}">
                <a16:creationId xmlns:a16="http://schemas.microsoft.com/office/drawing/2014/main" id="{696A7808-999C-4693-94B1-75C732C94262}"/>
              </a:ext>
            </a:extLst>
          </p:cNvPr>
          <p:cNvSpPr>
            <a:spLocks xmlns:a="http://schemas.openxmlformats.org/drawingml/2006/main" noGrp="1"/>
          </p:cNvSpPr>
          <p:nvPr/>
        </p:nvSpPr>
        <p:spPr>
          <a:xfrm xmlns:a="http://schemas.openxmlformats.org/drawingml/2006/main">
            <a:off x="8801100" y="2971800"/>
            <a:ext cx="2705100" cy="6477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F7A5A"/>
            </a:solidFill>
          </a:ln>
        </p:spPr>
      </p:sp>
      <p:pic>
        <p:nvPicPr>
          <p:cNvPr id="206" name="Picture 86"/>
          <p:cNvPicPr>
            <a:picLocks xmlns:a="http://schemas.openxmlformats.org/drawingml/2006/main" noChangeAspect="1"/>
          </p:cNvPicPr>
          <p:nvPr/>
        </p:nvPicPr>
        <p:blipFill>
          <a:blip xmlns:r="http://schemas.openxmlformats.org/officeDocument/2006/relationships" xmlns:a="http://schemas.openxmlformats.org/drawingml/2006/main" r:embed="R2c94c1b0bfb94f6d"/>
          <a:stretch xmlns:a="http://schemas.openxmlformats.org/drawingml/2006/main">
            <a:fillRect l="0" t="0" r="0" b="0"/>
          </a:stretch>
        </p:blipFill>
        <p:spPr>
          <a:xfrm xmlns:a="http://schemas.openxmlformats.org/drawingml/2006/main">
            <a:off x="8953500" y="3143250"/>
            <a:ext cx="285750" cy="285750"/>
          </a:xfrm>
          <a:prstGeom xmlns:a="http://schemas.openxmlformats.org/drawingml/2006/main" prst="rect">
            <a:avLst/>
          </a:prstGeom>
          <a:ln xmlns:a="http://schemas.openxmlformats.org/drawingml/2006/main">
            <a:noFill/>
          </a:ln>
        </p:spPr>
      </p:pic>
      <p:sp>
        <p:nvSpPr>
          <p:cNvPr id="87" name="Shape 87">
            <a:extLst xmlns:a="http://schemas.openxmlformats.org/drawingml/2006/main">
              <a:ext uri="{FF2B5EF4-FFF2-40B4-BE49-F238E27FC236}">
                <a16:creationId xmlns:a16="http://schemas.microsoft.com/office/drawing/2014/main" id="{DA98403F-5ABD-4BAD-AF64-5EE44E9C854C}"/>
              </a:ext>
            </a:extLst>
          </p:cNvPr>
          <p:cNvSpPr>
            <a:spLocks xmlns:a="http://schemas.openxmlformats.org/drawingml/2006/main" noGrp="1"/>
          </p:cNvSpPr>
          <p:nvPr/>
        </p:nvSpPr>
        <p:spPr>
          <a:xfrm xmlns:a="http://schemas.openxmlformats.org/drawingml/2006/main">
            <a:off x="11258550" y="3067050"/>
            <a:ext cx="95250" cy="95250"/>
          </a:xfrm>
          <a:prstGeom xmlns:a="http://schemas.openxmlformats.org/drawingml/2006/main" prst="ellipse">
            <a:avLst/>
          </a:prstGeom>
          <a:solidFill xmlns:a="http://schemas.openxmlformats.org/drawingml/2006/main">
            <a:srgbClr val="1F7A5A"/>
          </a:solidFill>
          <a:ln xmlns:a="http://schemas.openxmlformats.org/drawingml/2006/main" w="12700">
            <a:solidFill>
              <a:srgbClr val="1F7A5A"/>
            </a:solidFill>
          </a:ln>
        </p:spPr>
      </p:sp>
      <p:sp>
        <p:nvSpPr>
          <p:cNvPr id="88" name="Text 88">
            <a:extLst xmlns:a="http://schemas.openxmlformats.org/drawingml/2006/main">
              <a:ext uri="{FF2B5EF4-FFF2-40B4-BE49-F238E27FC236}">
                <a16:creationId xmlns:a16="http://schemas.microsoft.com/office/drawing/2014/main" id="{844DE944-3959-4DED-9F3A-A16EB2688CE0}"/>
              </a:ext>
            </a:extLst>
          </p:cNvPr>
          <p:cNvSpPr>
            <a:spLocks xmlns:a="http://schemas.openxmlformats.org/drawingml/2006/main" noGrp="1"/>
          </p:cNvSpPr>
          <p:nvPr/>
        </p:nvSpPr>
        <p:spPr>
          <a:xfrm xmlns:a="http://schemas.openxmlformats.org/drawingml/2006/main">
            <a:off x="9372600" y="3048000"/>
            <a:ext cx="17335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1">
                <a:solidFill>
                  <a:srgbClr val="17212B"/>
                </a:solidFill>
                <a:latin typeface="Arial"/>
                <a:ea typeface="Arial"/>
                <a:cs typeface="Arial"/>
              </a:rPr>
              <a:t>Deterministic</a:t>
            </a:r>
            <a:endParaRPr sz="1400"/>
          </a:p>
        </p:txBody>
      </p:sp>
      <p:sp>
        <p:nvSpPr>
          <p:cNvPr id="89" name="Text 89">
            <a:extLst xmlns:a="http://schemas.openxmlformats.org/drawingml/2006/main">
              <a:ext uri="{FF2B5EF4-FFF2-40B4-BE49-F238E27FC236}">
                <a16:creationId xmlns:a16="http://schemas.microsoft.com/office/drawing/2014/main" id="{156A54EC-3442-46D8-B8E2-71E373902F87}"/>
              </a:ext>
            </a:extLst>
          </p:cNvPr>
          <p:cNvSpPr>
            <a:spLocks xmlns:a="http://schemas.openxmlformats.org/drawingml/2006/main" noGrp="1"/>
          </p:cNvSpPr>
          <p:nvPr/>
        </p:nvSpPr>
        <p:spPr>
          <a:xfrm xmlns:a="http://schemas.openxmlformats.org/drawingml/2006/main">
            <a:off x="9372600" y="3295650"/>
            <a:ext cx="18859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0">
                <a:solidFill>
                  <a:srgbClr val="5D6873"/>
                </a:solidFill>
                <a:latin typeface="Arial"/>
                <a:ea typeface="Arial"/>
                <a:cs typeface="Arial"/>
              </a:rPr>
              <a:t>offline acceptance baseline</a:t>
            </a:r>
            <a:endParaRPr sz="1100"/>
          </a:p>
        </p:txBody>
      </p:sp>
      <p:sp>
        <p:nvSpPr>
          <p:cNvPr id="90" name="Shape 90">
            <a:extLst xmlns:a="http://schemas.openxmlformats.org/drawingml/2006/main">
              <a:ext uri="{FF2B5EF4-FFF2-40B4-BE49-F238E27FC236}">
                <a16:creationId xmlns:a16="http://schemas.microsoft.com/office/drawing/2014/main" id="{0AD74BEB-E2D8-45E9-A51A-5BDDD21FACE3}"/>
              </a:ext>
            </a:extLst>
          </p:cNvPr>
          <p:cNvSpPr>
            <a:spLocks xmlns:a="http://schemas.openxmlformats.org/drawingml/2006/main" noGrp="1"/>
          </p:cNvSpPr>
          <p:nvPr/>
        </p:nvSpPr>
        <p:spPr>
          <a:xfrm xmlns:a="http://schemas.openxmlformats.org/drawingml/2006/main">
            <a:off x="8801100" y="3752850"/>
            <a:ext cx="2705100" cy="6477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F7A5A"/>
            </a:solidFill>
          </a:ln>
        </p:spPr>
      </p:sp>
      <p:pic>
        <p:nvPicPr>
          <p:cNvPr id="211" name="Picture 91"/>
          <p:cNvPicPr>
            <a:picLocks xmlns:a="http://schemas.openxmlformats.org/drawingml/2006/main" noChangeAspect="1"/>
          </p:cNvPicPr>
          <p:nvPr/>
        </p:nvPicPr>
        <p:blipFill>
          <a:blip xmlns:r="http://schemas.openxmlformats.org/officeDocument/2006/relationships" xmlns:a="http://schemas.openxmlformats.org/drawingml/2006/main" r:embed="Ref634d55ee0e446e"/>
          <a:stretch xmlns:a="http://schemas.openxmlformats.org/drawingml/2006/main">
            <a:fillRect l="0" t="0" r="0" b="0"/>
          </a:stretch>
        </p:blipFill>
        <p:spPr>
          <a:xfrm xmlns:a="http://schemas.openxmlformats.org/drawingml/2006/main">
            <a:off x="8953500" y="3924300"/>
            <a:ext cx="285750" cy="285750"/>
          </a:xfrm>
          <a:prstGeom xmlns:a="http://schemas.openxmlformats.org/drawingml/2006/main" prst="rect">
            <a:avLst/>
          </a:prstGeom>
          <a:ln xmlns:a="http://schemas.openxmlformats.org/drawingml/2006/main">
            <a:noFill/>
          </a:ln>
        </p:spPr>
      </p:pic>
      <p:sp>
        <p:nvSpPr>
          <p:cNvPr id="92" name="Shape 92">
            <a:extLst xmlns:a="http://schemas.openxmlformats.org/drawingml/2006/main">
              <a:ext uri="{FF2B5EF4-FFF2-40B4-BE49-F238E27FC236}">
                <a16:creationId xmlns:a16="http://schemas.microsoft.com/office/drawing/2014/main" id="{D2B17C2E-1BB7-4C5A-8825-5D5A8A569486}"/>
              </a:ext>
            </a:extLst>
          </p:cNvPr>
          <p:cNvSpPr>
            <a:spLocks xmlns:a="http://schemas.openxmlformats.org/drawingml/2006/main" noGrp="1"/>
          </p:cNvSpPr>
          <p:nvPr/>
        </p:nvSpPr>
        <p:spPr>
          <a:xfrm xmlns:a="http://schemas.openxmlformats.org/drawingml/2006/main">
            <a:off x="11258550" y="3848100"/>
            <a:ext cx="95250" cy="95250"/>
          </a:xfrm>
          <a:prstGeom xmlns:a="http://schemas.openxmlformats.org/drawingml/2006/main" prst="ellipse">
            <a:avLst/>
          </a:prstGeom>
          <a:solidFill xmlns:a="http://schemas.openxmlformats.org/drawingml/2006/main">
            <a:srgbClr val="1F7A5A"/>
          </a:solidFill>
          <a:ln xmlns:a="http://schemas.openxmlformats.org/drawingml/2006/main" w="12700">
            <a:solidFill>
              <a:srgbClr val="1F7A5A"/>
            </a:solidFill>
          </a:ln>
        </p:spPr>
      </p:sp>
      <p:sp>
        <p:nvSpPr>
          <p:cNvPr id="93" name="Text 93">
            <a:extLst xmlns:a="http://schemas.openxmlformats.org/drawingml/2006/main">
              <a:ext uri="{FF2B5EF4-FFF2-40B4-BE49-F238E27FC236}">
                <a16:creationId xmlns:a16="http://schemas.microsoft.com/office/drawing/2014/main" id="{7E6DC950-9FB3-4164-8B5D-E6FDFBAAD31C}"/>
              </a:ext>
            </a:extLst>
          </p:cNvPr>
          <p:cNvSpPr>
            <a:spLocks xmlns:a="http://schemas.openxmlformats.org/drawingml/2006/main" noGrp="1"/>
          </p:cNvSpPr>
          <p:nvPr/>
        </p:nvSpPr>
        <p:spPr>
          <a:xfrm xmlns:a="http://schemas.openxmlformats.org/drawingml/2006/main">
            <a:off x="9372600" y="3829050"/>
            <a:ext cx="17335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1">
                <a:solidFill>
                  <a:srgbClr val="17212B"/>
                </a:solidFill>
                <a:latin typeface="Arial"/>
                <a:ea typeface="Arial"/>
                <a:cs typeface="Arial"/>
                <a:hlinkClick xmlns:r="http://schemas.openxmlformats.org/officeDocument/2006/relationships" r:id="R9628048a7a504551"/>
              </a:rPr>
              <a:t>OpenAI</a:t>
            </a:r>
            <a:endParaRPr sz="1400"/>
          </a:p>
        </p:txBody>
      </p:sp>
      <p:sp>
        <p:nvSpPr>
          <p:cNvPr id="94" name="Text 94">
            <a:extLst xmlns:a="http://schemas.openxmlformats.org/drawingml/2006/main">
              <a:ext uri="{FF2B5EF4-FFF2-40B4-BE49-F238E27FC236}">
                <a16:creationId xmlns:a16="http://schemas.microsoft.com/office/drawing/2014/main" id="{A6EB0ECA-B25C-4E45-9616-5019AA39DCDD}"/>
              </a:ext>
            </a:extLst>
          </p:cNvPr>
          <p:cNvSpPr>
            <a:spLocks xmlns:a="http://schemas.openxmlformats.org/drawingml/2006/main" noGrp="1"/>
          </p:cNvSpPr>
          <p:nvPr/>
        </p:nvSpPr>
        <p:spPr>
          <a:xfrm xmlns:a="http://schemas.openxmlformats.org/drawingml/2006/main">
            <a:off x="9372600" y="4076700"/>
            <a:ext cx="18859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0">
                <a:solidFill>
                  <a:srgbClr val="5D6873"/>
                </a:solidFill>
                <a:latin typeface="Arial"/>
                <a:ea typeface="Arial"/>
                <a:cs typeface="Arial"/>
              </a:rPr>
              <a:t>explicit external opt-in</a:t>
            </a:r>
            <a:endParaRPr sz="1100"/>
          </a:p>
        </p:txBody>
      </p:sp>
      <p:sp>
        <p:nvSpPr>
          <p:cNvPr id="95" name="Shape 95">
            <a:extLst xmlns:a="http://schemas.openxmlformats.org/drawingml/2006/main">
              <a:ext uri="{FF2B5EF4-FFF2-40B4-BE49-F238E27FC236}">
                <a16:creationId xmlns:a16="http://schemas.microsoft.com/office/drawing/2014/main" id="{FCBE8ACD-E285-4EAD-B8D2-D258A899C636}"/>
              </a:ext>
            </a:extLst>
          </p:cNvPr>
          <p:cNvSpPr>
            <a:spLocks xmlns:a="http://schemas.openxmlformats.org/drawingml/2006/main" noGrp="1"/>
          </p:cNvSpPr>
          <p:nvPr/>
        </p:nvSpPr>
        <p:spPr>
          <a:xfrm xmlns:a="http://schemas.openxmlformats.org/drawingml/2006/main">
            <a:off x="8801100" y="4533900"/>
            <a:ext cx="2705100" cy="6477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F7A5A"/>
            </a:solidFill>
          </a:ln>
        </p:spPr>
      </p:sp>
      <p:pic>
        <p:nvPicPr>
          <p:cNvPr id="216" name="Picture 96"/>
          <p:cNvPicPr>
            <a:picLocks xmlns:a="http://schemas.openxmlformats.org/drawingml/2006/main" noChangeAspect="1"/>
          </p:cNvPicPr>
          <p:nvPr/>
        </p:nvPicPr>
        <p:blipFill>
          <a:blip xmlns:r="http://schemas.openxmlformats.org/officeDocument/2006/relationships" xmlns:a="http://schemas.openxmlformats.org/drawingml/2006/main" r:embed="R5a8bd4159db949f0"/>
          <a:stretch xmlns:a="http://schemas.openxmlformats.org/drawingml/2006/main">
            <a:fillRect l="0" t="0" r="0" b="0"/>
          </a:stretch>
        </p:blipFill>
        <p:spPr>
          <a:xfrm xmlns:a="http://schemas.openxmlformats.org/drawingml/2006/main">
            <a:off x="8953500" y="4705350"/>
            <a:ext cx="285750" cy="285750"/>
          </a:xfrm>
          <a:prstGeom xmlns:a="http://schemas.openxmlformats.org/drawingml/2006/main" prst="rect">
            <a:avLst/>
          </a:prstGeom>
          <a:ln xmlns:a="http://schemas.openxmlformats.org/drawingml/2006/main">
            <a:noFill/>
          </a:ln>
        </p:spPr>
      </p:pic>
      <p:sp>
        <p:nvSpPr>
          <p:cNvPr id="97" name="Shape 97">
            <a:extLst xmlns:a="http://schemas.openxmlformats.org/drawingml/2006/main">
              <a:ext uri="{FF2B5EF4-FFF2-40B4-BE49-F238E27FC236}">
                <a16:creationId xmlns:a16="http://schemas.microsoft.com/office/drawing/2014/main" id="{1D1E4BC2-612F-438D-8DFA-334FE7259B71}"/>
              </a:ext>
            </a:extLst>
          </p:cNvPr>
          <p:cNvSpPr>
            <a:spLocks xmlns:a="http://schemas.openxmlformats.org/drawingml/2006/main" noGrp="1"/>
          </p:cNvSpPr>
          <p:nvPr/>
        </p:nvSpPr>
        <p:spPr>
          <a:xfrm xmlns:a="http://schemas.openxmlformats.org/drawingml/2006/main">
            <a:off x="11258550" y="4629150"/>
            <a:ext cx="95250" cy="95250"/>
          </a:xfrm>
          <a:prstGeom xmlns:a="http://schemas.openxmlformats.org/drawingml/2006/main" prst="ellipse">
            <a:avLst/>
          </a:prstGeom>
          <a:solidFill xmlns:a="http://schemas.openxmlformats.org/drawingml/2006/main">
            <a:srgbClr val="1F7A5A"/>
          </a:solidFill>
          <a:ln xmlns:a="http://schemas.openxmlformats.org/drawingml/2006/main" w="12700">
            <a:solidFill>
              <a:srgbClr val="1F7A5A"/>
            </a:solidFill>
          </a:ln>
        </p:spPr>
      </p:sp>
      <p:sp>
        <p:nvSpPr>
          <p:cNvPr id="98" name="Text 98">
            <a:extLst xmlns:a="http://schemas.openxmlformats.org/drawingml/2006/main">
              <a:ext uri="{FF2B5EF4-FFF2-40B4-BE49-F238E27FC236}">
                <a16:creationId xmlns:a16="http://schemas.microsoft.com/office/drawing/2014/main" id="{22CC8204-DB4D-4E1A-9510-A295FDB9A43B}"/>
              </a:ext>
            </a:extLst>
          </p:cNvPr>
          <p:cNvSpPr>
            <a:spLocks xmlns:a="http://schemas.openxmlformats.org/drawingml/2006/main" noGrp="1"/>
          </p:cNvSpPr>
          <p:nvPr/>
        </p:nvSpPr>
        <p:spPr>
          <a:xfrm xmlns:a="http://schemas.openxmlformats.org/drawingml/2006/main">
            <a:off x="9372600" y="4610100"/>
            <a:ext cx="17335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1">
                <a:solidFill>
                  <a:srgbClr val="17212B"/>
                </a:solidFill>
                <a:latin typeface="Arial"/>
                <a:ea typeface="Arial"/>
                <a:cs typeface="Arial"/>
                <a:hlinkClick xmlns:r="http://schemas.openxmlformats.org/officeDocument/2006/relationships" r:id="Ra501bbbf3f0f4e5f"/>
              </a:rPr>
              <a:t>Local / LM Studio</a:t>
            </a:r>
            <a:endParaRPr sz="1400"/>
          </a:p>
        </p:txBody>
      </p:sp>
      <p:sp>
        <p:nvSpPr>
          <p:cNvPr id="99" name="Text 99">
            <a:extLst xmlns:a="http://schemas.openxmlformats.org/drawingml/2006/main">
              <a:ext uri="{FF2B5EF4-FFF2-40B4-BE49-F238E27FC236}">
                <a16:creationId xmlns:a16="http://schemas.microsoft.com/office/drawing/2014/main" id="{0BFD6A1D-6764-4673-8CAC-3F6F7B1D21F8}"/>
              </a:ext>
            </a:extLst>
          </p:cNvPr>
          <p:cNvSpPr>
            <a:spLocks xmlns:a="http://schemas.openxmlformats.org/drawingml/2006/main" noGrp="1"/>
          </p:cNvSpPr>
          <p:nvPr/>
        </p:nvSpPr>
        <p:spPr>
          <a:xfrm xmlns:a="http://schemas.openxmlformats.org/drawingml/2006/main">
            <a:off x="9372600" y="4857750"/>
            <a:ext cx="18859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0">
                <a:solidFill>
                  <a:srgbClr val="5D6873"/>
                </a:solidFill>
                <a:latin typeface="Arial"/>
                <a:ea typeface="Arial"/>
                <a:cs typeface="Arial"/>
              </a:rPr>
              <a:t>R5 interview path</a:t>
            </a:r>
            <a:endParaRPr sz="1100"/>
          </a:p>
        </p:txBody>
      </p:sp>
      <p:sp>
        <p:nvSpPr>
          <p:cNvPr id="100" name="Shape 100">
            <a:extLst xmlns:a="http://schemas.openxmlformats.org/drawingml/2006/main">
              <a:ext uri="{FF2B5EF4-FFF2-40B4-BE49-F238E27FC236}">
                <a16:creationId xmlns:a16="http://schemas.microsoft.com/office/drawing/2014/main" id="{F1854F2D-AB4C-4ABE-983F-E26D8173BF3D}"/>
              </a:ext>
            </a:extLst>
          </p:cNvPr>
          <p:cNvSpPr>
            <a:spLocks xmlns:a="http://schemas.openxmlformats.org/drawingml/2006/main" noGrp="1"/>
          </p:cNvSpPr>
          <p:nvPr/>
        </p:nvSpPr>
        <p:spPr>
          <a:xfrm xmlns:a="http://schemas.openxmlformats.org/drawingml/2006/main">
            <a:off x="8801100" y="5314950"/>
            <a:ext cx="2705100" cy="361950"/>
          </a:xfrm>
          <a:prstGeom xmlns:a="http://schemas.openxmlformats.org/drawingml/2006/main" prst="roundRect">
            <a:avLst/>
          </a:prstGeom>
          <a:solidFill xmlns:a="http://schemas.openxmlformats.org/drawingml/2006/main">
            <a:srgbClr val="FFF4E3"/>
          </a:solidFill>
          <a:ln xmlns:a="http://schemas.openxmlformats.org/drawingml/2006/main" w="19050">
            <a:solidFill>
              <a:srgbClr val="B46B13"/>
            </a:solidFill>
          </a:ln>
        </p:spPr>
      </p:sp>
      <p:sp>
        <p:nvSpPr>
          <p:cNvPr id="101" name="Shape 101">
            <a:extLst xmlns:a="http://schemas.openxmlformats.org/drawingml/2006/main">
              <a:ext uri="{FF2B5EF4-FFF2-40B4-BE49-F238E27FC236}">
                <a16:creationId xmlns:a16="http://schemas.microsoft.com/office/drawing/2014/main" id="{8C7411C4-ACBD-4DBF-A104-F6B9E07AA0D2}"/>
              </a:ext>
            </a:extLst>
          </p:cNvPr>
          <p:cNvSpPr>
            <a:spLocks xmlns:a="http://schemas.openxmlformats.org/drawingml/2006/main" noGrp="1"/>
          </p:cNvSpPr>
          <p:nvPr/>
        </p:nvSpPr>
        <p:spPr>
          <a:xfrm xmlns:a="http://schemas.openxmlformats.org/drawingml/2006/main">
            <a:off x="8953500" y="5448300"/>
            <a:ext cx="95250" cy="95250"/>
          </a:xfrm>
          <a:prstGeom xmlns:a="http://schemas.openxmlformats.org/drawingml/2006/main" prst="ellipse">
            <a:avLst/>
          </a:prstGeom>
          <a:solidFill xmlns:a="http://schemas.openxmlformats.org/drawingml/2006/main">
            <a:srgbClr val="B46B13"/>
          </a:solidFill>
          <a:ln xmlns:a="http://schemas.openxmlformats.org/drawingml/2006/main" w="12700">
            <a:solidFill>
              <a:srgbClr val="B46B13"/>
            </a:solidFill>
          </a:ln>
        </p:spPr>
      </p:sp>
      <p:sp>
        <p:nvSpPr>
          <p:cNvPr id="102" name="Text 102">
            <a:extLst xmlns:a="http://schemas.openxmlformats.org/drawingml/2006/main">
              <a:ext uri="{FF2B5EF4-FFF2-40B4-BE49-F238E27FC236}">
                <a16:creationId xmlns:a16="http://schemas.microsoft.com/office/drawing/2014/main" id="{F15CA1DF-2CD3-470F-A3B5-C8D7031A8F8E}"/>
              </a:ext>
            </a:extLst>
          </p:cNvPr>
          <p:cNvSpPr>
            <a:spLocks xmlns:a="http://schemas.openxmlformats.org/drawingml/2006/main" noGrp="1"/>
          </p:cNvSpPr>
          <p:nvPr/>
        </p:nvSpPr>
        <p:spPr>
          <a:xfrm xmlns:a="http://schemas.openxmlformats.org/drawingml/2006/main">
            <a:off x="9124950" y="5381625"/>
            <a:ext cx="22098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000" b="1">
                <a:solidFill>
                  <a:srgbClr val="B46B13"/>
                </a:solidFill>
                <a:latin typeface="Arial"/>
                <a:ea typeface="Arial"/>
                <a:cs typeface="Arial"/>
                <a:hlinkClick xmlns:r="http://schemas.openxmlformats.org/officeDocument/2006/relationships" r:id="R37b7bff3dbe34c1c"/>
              </a:rPr>
              <a:t>Typed selector · delivered</a:t>
            </a:r>
            <a:endParaRPr sz="1000"/>
          </a:p>
        </p:txBody>
      </p:sp>
      <p:sp>
        <p:nvSpPr>
          <p:cNvPr id="103" name="Shape 103">
            <a:extLst xmlns:a="http://schemas.openxmlformats.org/drawingml/2006/main">
              <a:ext uri="{FF2B5EF4-FFF2-40B4-BE49-F238E27FC236}">
                <a16:creationId xmlns:a16="http://schemas.microsoft.com/office/drawing/2014/main" id="{15853781-45BB-470C-A5E4-EA7436DA4AFA}"/>
              </a:ext>
            </a:extLst>
          </p:cNvPr>
          <p:cNvSpPr>
            <a:spLocks xmlns:a="http://schemas.openxmlformats.org/drawingml/2006/main" noGrp="1"/>
          </p:cNvSpPr>
          <p:nvPr/>
        </p:nvSpPr>
        <p:spPr>
          <a:xfrm xmlns:a="http://schemas.openxmlformats.org/drawingml/2006/main">
            <a:off x="685800" y="5867400"/>
            <a:ext cx="10820400" cy="361950"/>
          </a:xfrm>
          <a:prstGeom xmlns:a="http://schemas.openxmlformats.org/drawingml/2006/main" prst="roundRect">
            <a:avLst/>
          </a:prstGeom>
          <a:solidFill xmlns:a="http://schemas.openxmlformats.org/drawingml/2006/main">
            <a:srgbClr val="17212B"/>
          </a:solidFill>
          <a:ln xmlns:a="http://schemas.openxmlformats.org/drawingml/2006/main" w="12700">
            <a:solidFill>
              <a:srgbClr val="17212B"/>
            </a:solidFill>
          </a:ln>
        </p:spPr>
      </p:sp>
      <p:sp>
        <p:nvSpPr>
          <p:cNvPr id="104" name="Text 104">
            <a:extLst xmlns:a="http://schemas.openxmlformats.org/drawingml/2006/main">
              <a:ext uri="{FF2B5EF4-FFF2-40B4-BE49-F238E27FC236}">
                <a16:creationId xmlns:a16="http://schemas.microsoft.com/office/drawing/2014/main" id="{4118A165-1D65-412E-A380-CD102A017260}"/>
              </a:ext>
            </a:extLst>
          </p:cNvPr>
          <p:cNvSpPr>
            <a:spLocks xmlns:a="http://schemas.openxmlformats.org/drawingml/2006/main" noGrp="1"/>
          </p:cNvSpPr>
          <p:nvPr/>
        </p:nvSpPr>
        <p:spPr>
          <a:xfrm xmlns:a="http://schemas.openxmlformats.org/drawingml/2006/main">
            <a:off x="895350" y="5934075"/>
            <a:ext cx="104013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1">
                <a:solidFill>
                  <a:srgbClr val="FFFFFF"/>
                </a:solidFill>
                <a:latin typeface="Arial"/>
                <a:ea typeface="Arial"/>
                <a:cs typeface="Arial"/>
              </a:rPr>
              <a:t>One AnalysisService · bounded evidence · provider-neutral result · unchanged operator contract</a:t>
            </a:r>
            <a:endParaRPr sz="1300"/>
          </a:p>
        </p:txBody>
      </p:sp>
      <p:sp>
        <p:nvSpPr>
          <p:cNvPr id="105" name="Connector 105">
            <a:extLst xmlns:a="http://schemas.openxmlformats.org/drawingml/2006/main">
              <a:ext uri="{FF2B5EF4-FFF2-40B4-BE49-F238E27FC236}">
                <a16:creationId xmlns:a16="http://schemas.microsoft.com/office/drawing/2014/main" id="{31EFB7A9-6BAF-45B1-8352-161FAF22AC16}"/>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D9DEE3"/>
            </a:solidFill>
          </a:ln>
        </p:spPr>
      </p:sp>
      <p:sp>
        <p:nvSpPr>
          <p:cNvPr id="106" name="Text 106">
            <a:extLst xmlns:a="http://schemas.openxmlformats.org/drawingml/2006/main">
              <a:ext uri="{FF2B5EF4-FFF2-40B4-BE49-F238E27FC236}">
                <a16:creationId xmlns:a16="http://schemas.microsoft.com/office/drawing/2014/main" id="{6E0BBDDB-C4D9-4468-AAD8-C26BDB984D24}"/>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CUSTOMER ACTIVITY ANALYTICS</a:t>
            </a:r>
            <a:endParaRPr sz="1000"/>
          </a:p>
        </p:txBody>
      </p:sp>
      <p:sp>
        <p:nvSpPr>
          <p:cNvPr id="107" name="Text 107">
            <a:extLst xmlns:a="http://schemas.openxmlformats.org/drawingml/2006/main">
              <a:ext uri="{FF2B5EF4-FFF2-40B4-BE49-F238E27FC236}">
                <a16:creationId xmlns:a16="http://schemas.microsoft.com/office/drawing/2014/main" id="{7297A896-B93E-4FBC-9EED-C8B69B18B1AF}"/>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6</a:t>
            </a:r>
            <a:endParaRPr sz="1000"/>
          </a:p>
        </p:txBody>
      </p:sp>
    </p:spTree>
    <p:extLst>
      <p:ext uri="{BB962C8B-B14F-4D97-AF65-F5344CB8AC3E}">
        <p14:creationId xmlns:p14="http://schemas.microsoft.com/office/powerpoint/2010/main" val="1317463899"/>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D0DF8D82-3B4F-4D2F-AC00-BC9BDD243ACD}"/>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HEXAGONAL SUBSTITUTION MAP</a:t>
            </a:r>
            <a:endParaRPr sz="1100"/>
          </a:p>
        </p:txBody>
      </p:sp>
      <p:sp>
        <p:nvSpPr>
          <p:cNvPr id="3" name="Text 3">
            <a:extLst xmlns:a="http://schemas.openxmlformats.org/drawingml/2006/main">
              <a:ext uri="{FF2B5EF4-FFF2-40B4-BE49-F238E27FC236}">
                <a16:creationId xmlns:a16="http://schemas.microsoft.com/office/drawing/2014/main" id="{631D98DE-DD6A-487C-8BED-33276A8792B3}"/>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Stable ports let adapters evolve without moving application semantics</a:t>
            </a:r>
            <a:endParaRPr sz="3000"/>
          </a:p>
        </p:txBody>
      </p:sp>
      <p:sp>
        <p:nvSpPr>
          <p:cNvPr id="4" name="Shape 4">
            <a:extLst xmlns:a="http://schemas.openxmlformats.org/drawingml/2006/main">
              <a:ext uri="{FF2B5EF4-FFF2-40B4-BE49-F238E27FC236}">
                <a16:creationId xmlns:a16="http://schemas.microsoft.com/office/drawing/2014/main" id="{62EE7ED6-C38F-4D37-999A-5FA692791836}"/>
              </a:ext>
            </a:extLst>
          </p:cNvPr>
          <p:cNvSpPr>
            <a:spLocks xmlns:a="http://schemas.openxmlformats.org/drawingml/2006/main" noGrp="1"/>
          </p:cNvSpPr>
          <p:nvPr/>
        </p:nvSpPr>
        <p:spPr>
          <a:xfrm xmlns:a="http://schemas.openxmlformats.org/drawingml/2006/main">
            <a:off x="838200" y="1657350"/>
            <a:ext cx="10515600" cy="1619250"/>
          </a:xfrm>
          <a:prstGeom xmlns:a="http://schemas.openxmlformats.org/drawingml/2006/main" prst="roundRect">
            <a:avLst/>
          </a:prstGeom>
          <a:solidFill xmlns:a="http://schemas.openxmlformats.org/drawingml/2006/main">
            <a:srgbClr val="17212B"/>
          </a:solidFill>
          <a:ln xmlns:a="http://schemas.openxmlformats.org/drawingml/2006/main" w="12700">
            <a:solidFill>
              <a:srgbClr val="17212B"/>
            </a:solidFill>
          </a:ln>
        </p:spPr>
      </p:sp>
      <p:sp>
        <p:nvSpPr>
          <p:cNvPr id="5" name="Text 5">
            <a:extLst xmlns:a="http://schemas.openxmlformats.org/drawingml/2006/main">
              <a:ext uri="{FF2B5EF4-FFF2-40B4-BE49-F238E27FC236}">
                <a16:creationId xmlns:a16="http://schemas.microsoft.com/office/drawing/2014/main" id="{BB217E38-0338-4CEB-8149-BDF89AD32E6E}"/>
              </a:ext>
            </a:extLst>
          </p:cNvPr>
          <p:cNvSpPr>
            <a:spLocks xmlns:a="http://schemas.openxmlformats.org/drawingml/2006/main" noGrp="1"/>
          </p:cNvSpPr>
          <p:nvPr/>
        </p:nvSpPr>
        <p:spPr>
          <a:xfrm xmlns:a="http://schemas.openxmlformats.org/drawingml/2006/main">
            <a:off x="1143000" y="1866900"/>
            <a:ext cx="99060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500" b="1" spc="160">
                <a:solidFill>
                  <a:srgbClr val="FF8589"/>
                </a:solidFill>
                <a:latin typeface="Arial"/>
                <a:ea typeface="Arial"/>
                <a:cs typeface="Arial"/>
              </a:rPr>
              <a:t>APPLICATION CORE</a:t>
            </a:r>
            <a:endParaRPr sz="1500"/>
          </a:p>
        </p:txBody>
      </p:sp>
      <p:sp>
        <p:nvSpPr>
          <p:cNvPr id="6" name="Shape 6">
            <a:extLst xmlns:a="http://schemas.openxmlformats.org/drawingml/2006/main">
              <a:ext uri="{FF2B5EF4-FFF2-40B4-BE49-F238E27FC236}">
                <a16:creationId xmlns:a16="http://schemas.microsoft.com/office/drawing/2014/main" id="{CE502660-3428-4F5D-92AE-973BD17A3733}"/>
              </a:ext>
            </a:extLst>
          </p:cNvPr>
          <p:cNvSpPr>
            <a:spLocks xmlns:a="http://schemas.openxmlformats.org/drawingml/2006/main" noGrp="1"/>
          </p:cNvSpPr>
          <p:nvPr/>
        </p:nvSpPr>
        <p:spPr>
          <a:xfrm xmlns:a="http://schemas.openxmlformats.org/drawingml/2006/main">
            <a:off x="1238250" y="2343150"/>
            <a:ext cx="590550" cy="590550"/>
          </a:xfrm>
          <a:prstGeom xmlns:a="http://schemas.openxmlformats.org/drawingml/2006/main" prst="roundRect">
            <a:avLst/>
          </a:prstGeom>
          <a:solidFill xmlns:a="http://schemas.openxmlformats.org/drawingml/2006/main">
            <a:srgbClr val="2B3742"/>
          </a:solidFill>
          <a:ln xmlns:a="http://schemas.openxmlformats.org/drawingml/2006/main" w="19050">
            <a:solidFill>
              <a:srgbClr val="FFFFFF"/>
            </a:solidFill>
          </a:ln>
        </p:spPr>
      </p:sp>
      <p:pic>
        <p:nvPicPr>
          <p:cNvPr id="73" name="Picture 7"/>
          <p:cNvPicPr>
            <a:picLocks xmlns:a="http://schemas.openxmlformats.org/drawingml/2006/main" noChangeAspect="1"/>
          </p:cNvPicPr>
          <p:nvPr/>
        </p:nvPicPr>
        <p:blipFill>
          <a:blip xmlns:r="http://schemas.openxmlformats.org/officeDocument/2006/relationships" xmlns:a="http://schemas.openxmlformats.org/drawingml/2006/main" r:embed="Rff04bd3993974b9e"/>
          <a:stretch xmlns:a="http://schemas.openxmlformats.org/drawingml/2006/main">
            <a:fillRect l="0" t="0" r="0" b="0"/>
          </a:stretch>
        </p:blipFill>
        <p:spPr>
          <a:xfrm xmlns:a="http://schemas.openxmlformats.org/drawingml/2006/main">
            <a:off x="1390650" y="2495550"/>
            <a:ext cx="285750" cy="285750"/>
          </a:xfrm>
          <a:prstGeom xmlns:a="http://schemas.openxmlformats.org/drawingml/2006/main" prst="rect">
            <a:avLst/>
          </a:prstGeom>
          <a:ln xmlns:a="http://schemas.openxmlformats.org/drawingml/2006/main">
            <a:noFill/>
          </a:ln>
        </p:spPr>
      </p:pic>
      <p:sp>
        <p:nvSpPr>
          <p:cNvPr id="8" name="Text 8">
            <a:extLst xmlns:a="http://schemas.openxmlformats.org/drawingml/2006/main">
              <a:ext uri="{FF2B5EF4-FFF2-40B4-BE49-F238E27FC236}">
                <a16:creationId xmlns:a16="http://schemas.microsoft.com/office/drawing/2014/main" id="{E019E687-643E-4B77-8CEF-BA99A13A24F6}"/>
              </a:ext>
            </a:extLst>
          </p:cNvPr>
          <p:cNvSpPr>
            <a:spLocks xmlns:a="http://schemas.openxmlformats.org/drawingml/2006/main" noGrp="1"/>
          </p:cNvSpPr>
          <p:nvPr/>
        </p:nvSpPr>
        <p:spPr>
          <a:xfrm xmlns:a="http://schemas.openxmlformats.org/drawingml/2006/main">
            <a:off x="2114550" y="2343150"/>
            <a:ext cx="8286750" cy="590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2100" b="1">
                <a:solidFill>
                  <a:srgbClr val="FFFFFF"/>
                </a:solidFill>
                <a:latin typeface="Arial"/>
                <a:ea typeface="Arial"/>
                <a:cs typeface="Arial"/>
              </a:rPr>
              <a:t>Customer review and analysis use cases own the domain contracts, failure semantics and orchestration</a:t>
            </a:r>
            <a:endParaRPr sz="2100"/>
          </a:p>
        </p:txBody>
      </p:sp>
      <p:sp>
        <p:nvSpPr>
          <p:cNvPr id="9" name="Connector 9">
            <a:extLst xmlns:a="http://schemas.openxmlformats.org/drawingml/2006/main">
              <a:ext uri="{FF2B5EF4-FFF2-40B4-BE49-F238E27FC236}">
                <a16:creationId xmlns:a16="http://schemas.microsoft.com/office/drawing/2014/main" id="{271C17EF-A87A-48CA-BC82-210272ACF44C}"/>
              </a:ext>
            </a:extLst>
          </p:cNvPr>
          <p:cNvSpPr>
            <a:spLocks xmlns:a="http://schemas.openxmlformats.org/drawingml/2006/main" noGrp="1"/>
          </p:cNvSpPr>
          <p:nvPr/>
        </p:nvSpPr>
        <p:spPr>
          <a:xfrm xmlns:a="http://schemas.openxmlformats.org/drawingml/2006/main">
            <a:off x="1400175" y="3276600"/>
            <a:ext cx="0" cy="685800"/>
          </a:xfrm>
          <a:prstGeom xmlns:a="http://schemas.openxmlformats.org/drawingml/2006/main" prst="line">
            <a:avLst/>
          </a:prstGeom>
          <a:ln xmlns:a="http://schemas.openxmlformats.org/drawingml/2006/main" w="25400">
            <a:solidFill>
              <a:srgbClr val="D9DEE3"/>
            </a:solidFill>
          </a:ln>
        </p:spPr>
      </p:sp>
      <p:sp>
        <p:nvSpPr>
          <p:cNvPr id="10" name="Connector 10">
            <a:extLst xmlns:a="http://schemas.openxmlformats.org/drawingml/2006/main">
              <a:ext uri="{FF2B5EF4-FFF2-40B4-BE49-F238E27FC236}">
                <a16:creationId xmlns:a16="http://schemas.microsoft.com/office/drawing/2014/main" id="{39934D5A-A5AF-4EAB-B8E6-511D26A6B1EF}"/>
              </a:ext>
            </a:extLst>
          </p:cNvPr>
          <p:cNvSpPr>
            <a:spLocks xmlns:a="http://schemas.openxmlformats.org/drawingml/2006/main" noGrp="1"/>
          </p:cNvSpPr>
          <p:nvPr/>
        </p:nvSpPr>
        <p:spPr>
          <a:xfrm xmlns:a="http://schemas.openxmlformats.org/drawingml/2006/main">
            <a:off x="3209925" y="3276600"/>
            <a:ext cx="0" cy="685800"/>
          </a:xfrm>
          <a:prstGeom xmlns:a="http://schemas.openxmlformats.org/drawingml/2006/main" prst="line">
            <a:avLst/>
          </a:prstGeom>
          <a:ln xmlns:a="http://schemas.openxmlformats.org/drawingml/2006/main" w="25400">
            <a:solidFill>
              <a:srgbClr val="D9DEE3"/>
            </a:solidFill>
          </a:ln>
        </p:spPr>
      </p:sp>
      <p:sp>
        <p:nvSpPr>
          <p:cNvPr id="11" name="Connector 11">
            <a:extLst xmlns:a="http://schemas.openxmlformats.org/drawingml/2006/main">
              <a:ext uri="{FF2B5EF4-FFF2-40B4-BE49-F238E27FC236}">
                <a16:creationId xmlns:a16="http://schemas.microsoft.com/office/drawing/2014/main" id="{8CF730CC-F270-4A3B-B601-DAA1447BD386}"/>
              </a:ext>
            </a:extLst>
          </p:cNvPr>
          <p:cNvSpPr>
            <a:spLocks xmlns:a="http://schemas.openxmlformats.org/drawingml/2006/main" noGrp="1"/>
          </p:cNvSpPr>
          <p:nvPr/>
        </p:nvSpPr>
        <p:spPr>
          <a:xfrm xmlns:a="http://schemas.openxmlformats.org/drawingml/2006/main">
            <a:off x="5019675" y="3276600"/>
            <a:ext cx="0" cy="685800"/>
          </a:xfrm>
          <a:prstGeom xmlns:a="http://schemas.openxmlformats.org/drawingml/2006/main" prst="line">
            <a:avLst/>
          </a:prstGeom>
          <a:ln xmlns:a="http://schemas.openxmlformats.org/drawingml/2006/main" w="25400">
            <a:solidFill>
              <a:srgbClr val="D9DEE3"/>
            </a:solidFill>
          </a:ln>
        </p:spPr>
      </p:sp>
      <p:sp>
        <p:nvSpPr>
          <p:cNvPr id="12" name="Connector 12">
            <a:extLst xmlns:a="http://schemas.openxmlformats.org/drawingml/2006/main">
              <a:ext uri="{FF2B5EF4-FFF2-40B4-BE49-F238E27FC236}">
                <a16:creationId xmlns:a16="http://schemas.microsoft.com/office/drawing/2014/main" id="{525CE6F2-E7DB-4937-B721-B0B9AFFE696B}"/>
              </a:ext>
            </a:extLst>
          </p:cNvPr>
          <p:cNvSpPr>
            <a:spLocks xmlns:a="http://schemas.openxmlformats.org/drawingml/2006/main" noGrp="1"/>
          </p:cNvSpPr>
          <p:nvPr/>
        </p:nvSpPr>
        <p:spPr>
          <a:xfrm xmlns:a="http://schemas.openxmlformats.org/drawingml/2006/main">
            <a:off x="6829425" y="3276600"/>
            <a:ext cx="0" cy="685800"/>
          </a:xfrm>
          <a:prstGeom xmlns:a="http://schemas.openxmlformats.org/drawingml/2006/main" prst="line">
            <a:avLst/>
          </a:prstGeom>
          <a:ln xmlns:a="http://schemas.openxmlformats.org/drawingml/2006/main" w="25400">
            <a:solidFill>
              <a:srgbClr val="D9DEE3"/>
            </a:solidFill>
          </a:ln>
        </p:spPr>
      </p:sp>
      <p:sp>
        <p:nvSpPr>
          <p:cNvPr id="13" name="Connector 13">
            <a:extLst xmlns:a="http://schemas.openxmlformats.org/drawingml/2006/main">
              <a:ext uri="{FF2B5EF4-FFF2-40B4-BE49-F238E27FC236}">
                <a16:creationId xmlns:a16="http://schemas.microsoft.com/office/drawing/2014/main" id="{DB0DAEB4-DA16-4BD9-9AA7-D60A96358E57}"/>
              </a:ext>
            </a:extLst>
          </p:cNvPr>
          <p:cNvSpPr>
            <a:spLocks xmlns:a="http://schemas.openxmlformats.org/drawingml/2006/main" noGrp="1"/>
          </p:cNvSpPr>
          <p:nvPr/>
        </p:nvSpPr>
        <p:spPr>
          <a:xfrm xmlns:a="http://schemas.openxmlformats.org/drawingml/2006/main">
            <a:off x="8639175" y="3276600"/>
            <a:ext cx="0" cy="685800"/>
          </a:xfrm>
          <a:prstGeom xmlns:a="http://schemas.openxmlformats.org/drawingml/2006/main" prst="line">
            <a:avLst/>
          </a:prstGeom>
          <a:ln xmlns:a="http://schemas.openxmlformats.org/drawingml/2006/main" w="25400">
            <a:solidFill>
              <a:srgbClr val="D9DEE3"/>
            </a:solidFill>
          </a:ln>
        </p:spPr>
      </p:sp>
      <p:sp>
        <p:nvSpPr>
          <p:cNvPr id="14" name="Connector 14">
            <a:extLst xmlns:a="http://schemas.openxmlformats.org/drawingml/2006/main">
              <a:ext uri="{FF2B5EF4-FFF2-40B4-BE49-F238E27FC236}">
                <a16:creationId xmlns:a16="http://schemas.microsoft.com/office/drawing/2014/main" id="{BA3AC4A3-E147-40E5-A410-1DC73CFECC00}"/>
              </a:ext>
            </a:extLst>
          </p:cNvPr>
          <p:cNvSpPr>
            <a:spLocks xmlns:a="http://schemas.openxmlformats.org/drawingml/2006/main" noGrp="1"/>
          </p:cNvSpPr>
          <p:nvPr/>
        </p:nvSpPr>
        <p:spPr>
          <a:xfrm xmlns:a="http://schemas.openxmlformats.org/drawingml/2006/main">
            <a:off x="10448925" y="3276600"/>
            <a:ext cx="0" cy="685800"/>
          </a:xfrm>
          <a:prstGeom xmlns:a="http://schemas.openxmlformats.org/drawingml/2006/main" prst="line">
            <a:avLst/>
          </a:prstGeom>
          <a:ln xmlns:a="http://schemas.openxmlformats.org/drawingml/2006/main" w="25400">
            <a:solidFill>
              <a:srgbClr val="D9DEE3"/>
            </a:solidFill>
          </a:ln>
        </p:spPr>
      </p:sp>
      <p:sp>
        <p:nvSpPr>
          <p:cNvPr id="15" name="Shape 15">
            <a:extLst xmlns:a="http://schemas.openxmlformats.org/drawingml/2006/main">
              <a:ext uri="{FF2B5EF4-FFF2-40B4-BE49-F238E27FC236}">
                <a16:creationId xmlns:a16="http://schemas.microsoft.com/office/drawing/2014/main" id="{3BB208E5-8D01-4351-985A-22F8460502F7}"/>
              </a:ext>
            </a:extLst>
          </p:cNvPr>
          <p:cNvSpPr>
            <a:spLocks xmlns:a="http://schemas.openxmlformats.org/drawingml/2006/main" noGrp="1"/>
          </p:cNvSpPr>
          <p:nvPr/>
        </p:nvSpPr>
        <p:spPr>
          <a:xfrm xmlns:a="http://schemas.openxmlformats.org/drawingml/2006/main">
            <a:off x="571500" y="3962400"/>
            <a:ext cx="1657350" cy="666750"/>
          </a:xfrm>
          <a:prstGeom xmlns:a="http://schemas.openxmlformats.org/drawingml/2006/main" prst="roundRect">
            <a:avLst/>
          </a:prstGeom>
          <a:solidFill xmlns:a="http://schemas.openxmlformats.org/drawingml/2006/main">
            <a:srgbClr val="FCEBEC"/>
          </a:solidFill>
          <a:ln xmlns:a="http://schemas.openxmlformats.org/drawingml/2006/main" w="25400">
            <a:solidFill>
              <a:srgbClr val="D71920"/>
            </a:solidFill>
          </a:ln>
        </p:spPr>
      </p:sp>
      <p:sp>
        <p:nvSpPr>
          <p:cNvPr id="16" name="Shape 16">
            <a:extLst xmlns:a="http://schemas.openxmlformats.org/drawingml/2006/main">
              <a:ext uri="{FF2B5EF4-FFF2-40B4-BE49-F238E27FC236}">
                <a16:creationId xmlns:a16="http://schemas.microsoft.com/office/drawing/2014/main" id="{A73057C1-BD28-4355-82C6-011798FD74B4}"/>
              </a:ext>
            </a:extLst>
          </p:cNvPr>
          <p:cNvSpPr>
            <a:spLocks xmlns:a="http://schemas.openxmlformats.org/drawingml/2006/main" noGrp="1"/>
          </p:cNvSpPr>
          <p:nvPr/>
        </p:nvSpPr>
        <p:spPr>
          <a:xfrm xmlns:a="http://schemas.openxmlformats.org/drawingml/2006/main">
            <a:off x="685800" y="4105275"/>
            <a:ext cx="381000" cy="3810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D71920"/>
            </a:solidFill>
          </a:ln>
        </p:spPr>
      </p:sp>
      <p:pic>
        <p:nvPicPr>
          <p:cNvPr id="83" name="Picture 17"/>
          <p:cNvPicPr>
            <a:picLocks xmlns:a="http://schemas.openxmlformats.org/drawingml/2006/main" noChangeAspect="1"/>
          </p:cNvPicPr>
          <p:nvPr/>
        </p:nvPicPr>
        <p:blipFill>
          <a:blip xmlns:r="http://schemas.openxmlformats.org/officeDocument/2006/relationships" xmlns:a="http://schemas.openxmlformats.org/drawingml/2006/main" r:embed="R5069b3ff098340d0"/>
          <a:stretch xmlns:a="http://schemas.openxmlformats.org/drawingml/2006/main">
            <a:fillRect l="0" t="0" r="0" b="0"/>
          </a:stretch>
        </p:blipFill>
        <p:spPr>
          <a:xfrm xmlns:a="http://schemas.openxmlformats.org/drawingml/2006/main">
            <a:off x="781050" y="4200525"/>
            <a:ext cx="190500" cy="190500"/>
          </a:xfrm>
          <a:prstGeom xmlns:a="http://schemas.openxmlformats.org/drawingml/2006/main" prst="rect">
            <a:avLst/>
          </a:prstGeom>
          <a:ln xmlns:a="http://schemas.openxmlformats.org/drawingml/2006/main">
            <a:noFill/>
          </a:ln>
        </p:spPr>
      </p:pic>
      <p:sp>
        <p:nvSpPr>
          <p:cNvPr id="18" name="Text 18">
            <a:extLst xmlns:a="http://schemas.openxmlformats.org/drawingml/2006/main">
              <a:ext uri="{FF2B5EF4-FFF2-40B4-BE49-F238E27FC236}">
                <a16:creationId xmlns:a16="http://schemas.microsoft.com/office/drawing/2014/main" id="{8E2AA2C0-B254-48B4-BE42-71287B809023}"/>
              </a:ext>
            </a:extLst>
          </p:cNvPr>
          <p:cNvSpPr>
            <a:spLocks xmlns:a="http://schemas.openxmlformats.org/drawingml/2006/main" noGrp="1"/>
          </p:cNvSpPr>
          <p:nvPr/>
        </p:nvSpPr>
        <p:spPr>
          <a:xfrm xmlns:a="http://schemas.openxmlformats.org/drawingml/2006/main">
            <a:off x="1143000" y="4057650"/>
            <a:ext cx="9906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200" b="1">
                <a:solidFill>
                  <a:srgbClr val="981B1E"/>
                </a:solidFill>
                <a:latin typeface="Arial"/>
                <a:ea typeface="Arial"/>
                <a:cs typeface="Arial"/>
              </a:rPr>
              <a:t>Operator</a:t>
            </a:r>
            <a:endParaRPr sz="1200"/>
          </a:p>
          <a:p xmlns:a="http://schemas.openxmlformats.org/drawingml/2006/main">
            <a:pPr algn="l">
              <a:buNone/>
            </a:pPr>
            <a:r>
              <a:rPr sz="1200" b="1">
                <a:solidFill>
                  <a:srgbClr val="981B1E"/>
                </a:solidFill>
                <a:latin typeface="Arial"/>
                <a:ea typeface="Arial"/>
                <a:cs typeface="Arial"/>
              </a:rPr>
              <a:t>ContextPort</a:t>
            </a:r>
            <a:endParaRPr sz="1200"/>
          </a:p>
        </p:txBody>
      </p:sp>
      <p:sp>
        <p:nvSpPr>
          <p:cNvPr id="19" name="Shape 19">
            <a:extLst xmlns:a="http://schemas.openxmlformats.org/drawingml/2006/main">
              <a:ext uri="{FF2B5EF4-FFF2-40B4-BE49-F238E27FC236}">
                <a16:creationId xmlns:a16="http://schemas.microsoft.com/office/drawing/2014/main" id="{B08A27F0-088C-474C-8500-D82CC905CFFD}"/>
              </a:ext>
            </a:extLst>
          </p:cNvPr>
          <p:cNvSpPr>
            <a:spLocks xmlns:a="http://schemas.openxmlformats.org/drawingml/2006/main" noGrp="1"/>
          </p:cNvSpPr>
          <p:nvPr/>
        </p:nvSpPr>
        <p:spPr>
          <a:xfrm xmlns:a="http://schemas.openxmlformats.org/drawingml/2006/main">
            <a:off x="571500" y="4800600"/>
            <a:ext cx="1657350" cy="9144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20" name="Shape 20">
            <a:extLst xmlns:a="http://schemas.openxmlformats.org/drawingml/2006/main">
              <a:ext uri="{FF2B5EF4-FFF2-40B4-BE49-F238E27FC236}">
                <a16:creationId xmlns:a16="http://schemas.microsoft.com/office/drawing/2014/main" id="{5F46CA5F-606D-4DE5-9739-6CC1FE59ED8F}"/>
              </a:ext>
            </a:extLst>
          </p:cNvPr>
          <p:cNvSpPr>
            <a:spLocks xmlns:a="http://schemas.openxmlformats.org/drawingml/2006/main" noGrp="1"/>
          </p:cNvSpPr>
          <p:nvPr/>
        </p:nvSpPr>
        <p:spPr>
          <a:xfrm xmlns:a="http://schemas.openxmlformats.org/drawingml/2006/main">
            <a:off x="571500" y="4800600"/>
            <a:ext cx="1657350" cy="47625"/>
          </a:xfrm>
          <a:prstGeom xmlns:a="http://schemas.openxmlformats.org/drawingml/2006/main" prst="rect">
            <a:avLst/>
          </a:prstGeom>
          <a:solidFill xmlns:a="http://schemas.openxmlformats.org/drawingml/2006/main">
            <a:srgbClr val="D71920"/>
          </a:solidFill>
          <a:ln xmlns:a="http://schemas.openxmlformats.org/drawingml/2006/main" w="12700">
            <a:solidFill>
              <a:srgbClr val="D71920"/>
            </a:solidFill>
          </a:ln>
        </p:spPr>
      </p:sp>
      <p:sp>
        <p:nvSpPr>
          <p:cNvPr id="21" name="Text 21">
            <a:extLst xmlns:a="http://schemas.openxmlformats.org/drawingml/2006/main">
              <a:ext uri="{FF2B5EF4-FFF2-40B4-BE49-F238E27FC236}">
                <a16:creationId xmlns:a16="http://schemas.microsoft.com/office/drawing/2014/main" id="{DC78DA2D-1F08-4333-A7A2-B8FAC98DC4A4}"/>
              </a:ext>
            </a:extLst>
          </p:cNvPr>
          <p:cNvSpPr>
            <a:spLocks xmlns:a="http://schemas.openxmlformats.org/drawingml/2006/main" noGrp="1"/>
          </p:cNvSpPr>
          <p:nvPr/>
        </p:nvSpPr>
        <p:spPr>
          <a:xfrm xmlns:a="http://schemas.openxmlformats.org/drawingml/2006/main">
            <a:off x="666750" y="4953000"/>
            <a:ext cx="1466850" cy="609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400" b="0">
                <a:solidFill>
                  <a:srgbClr val="17212B"/>
                </a:solidFill>
                <a:latin typeface="Arial"/>
                <a:ea typeface="Arial"/>
                <a:cs typeface="Arial"/>
              </a:rPr>
              <a:t>Spring Security</a:t>
            </a:r>
            <a:endParaRPr sz="1400"/>
          </a:p>
          <a:p xmlns:a="http://schemas.openxmlformats.org/drawingml/2006/main">
            <a:pPr algn="ctr">
              <a:buNone/>
            </a:pPr>
            <a:r>
              <a:rPr sz="1400" b="0">
                <a:solidFill>
                  <a:srgbClr val="17212B"/>
                </a:solidFill>
                <a:latin typeface="Arial"/>
                <a:ea typeface="Arial"/>
                <a:cs typeface="Arial"/>
              </a:rPr>
              <a:t>Static baseline</a:t>
            </a:r>
            <a:endParaRPr sz="1400"/>
          </a:p>
        </p:txBody>
      </p:sp>
      <p:sp>
        <p:nvSpPr>
          <p:cNvPr id="22" name="Shape 22">
            <a:extLst xmlns:a="http://schemas.openxmlformats.org/drawingml/2006/main">
              <a:ext uri="{FF2B5EF4-FFF2-40B4-BE49-F238E27FC236}">
                <a16:creationId xmlns:a16="http://schemas.microsoft.com/office/drawing/2014/main" id="{BF584B6F-4C35-4CAA-AB5E-568DB4E618F0}"/>
              </a:ext>
            </a:extLst>
          </p:cNvPr>
          <p:cNvSpPr>
            <a:spLocks xmlns:a="http://schemas.openxmlformats.org/drawingml/2006/main" noGrp="1"/>
          </p:cNvSpPr>
          <p:nvPr/>
        </p:nvSpPr>
        <p:spPr>
          <a:xfrm xmlns:a="http://schemas.openxmlformats.org/drawingml/2006/main">
            <a:off x="2381250" y="3962400"/>
            <a:ext cx="1657350" cy="666750"/>
          </a:xfrm>
          <a:prstGeom xmlns:a="http://schemas.openxmlformats.org/drawingml/2006/main" prst="roundRect">
            <a:avLst/>
          </a:prstGeom>
          <a:solidFill xmlns:a="http://schemas.openxmlformats.org/drawingml/2006/main">
            <a:srgbClr val="FCEBEC"/>
          </a:solidFill>
          <a:ln xmlns:a="http://schemas.openxmlformats.org/drawingml/2006/main" w="25400">
            <a:solidFill>
              <a:srgbClr val="D71920"/>
            </a:solidFill>
          </a:ln>
        </p:spPr>
      </p:sp>
      <p:sp>
        <p:nvSpPr>
          <p:cNvPr id="23" name="Shape 23">
            <a:extLst xmlns:a="http://schemas.openxmlformats.org/drawingml/2006/main">
              <a:ext uri="{FF2B5EF4-FFF2-40B4-BE49-F238E27FC236}">
                <a16:creationId xmlns:a16="http://schemas.microsoft.com/office/drawing/2014/main" id="{0113A84C-FDB6-424E-BD26-CC8A4AB87BCD}"/>
              </a:ext>
            </a:extLst>
          </p:cNvPr>
          <p:cNvSpPr>
            <a:spLocks xmlns:a="http://schemas.openxmlformats.org/drawingml/2006/main" noGrp="1"/>
          </p:cNvSpPr>
          <p:nvPr/>
        </p:nvSpPr>
        <p:spPr>
          <a:xfrm xmlns:a="http://schemas.openxmlformats.org/drawingml/2006/main">
            <a:off x="2495550" y="4105275"/>
            <a:ext cx="381000" cy="3810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2A5B84"/>
            </a:solidFill>
          </a:ln>
        </p:spPr>
      </p:sp>
      <p:pic>
        <p:nvPicPr>
          <p:cNvPr id="90" name="Picture 24"/>
          <p:cNvPicPr>
            <a:picLocks xmlns:a="http://schemas.openxmlformats.org/drawingml/2006/main" noChangeAspect="1"/>
          </p:cNvPicPr>
          <p:nvPr/>
        </p:nvPicPr>
        <p:blipFill>
          <a:blip xmlns:r="http://schemas.openxmlformats.org/officeDocument/2006/relationships" xmlns:a="http://schemas.openxmlformats.org/drawingml/2006/main" r:embed="Rb93ff0ed163d4996"/>
          <a:stretch xmlns:a="http://schemas.openxmlformats.org/drawingml/2006/main">
            <a:fillRect l="0" t="0" r="0" b="0"/>
          </a:stretch>
        </p:blipFill>
        <p:spPr>
          <a:xfrm xmlns:a="http://schemas.openxmlformats.org/drawingml/2006/main">
            <a:off x="2590800" y="4200525"/>
            <a:ext cx="190500" cy="190500"/>
          </a:xfrm>
          <a:prstGeom xmlns:a="http://schemas.openxmlformats.org/drawingml/2006/main" prst="rect">
            <a:avLst/>
          </a:prstGeom>
          <a:ln xmlns:a="http://schemas.openxmlformats.org/drawingml/2006/main">
            <a:noFill/>
          </a:ln>
        </p:spPr>
      </p:pic>
      <p:sp>
        <p:nvSpPr>
          <p:cNvPr id="25" name="Text 25">
            <a:extLst xmlns:a="http://schemas.openxmlformats.org/drawingml/2006/main">
              <a:ext uri="{FF2B5EF4-FFF2-40B4-BE49-F238E27FC236}">
                <a16:creationId xmlns:a16="http://schemas.microsoft.com/office/drawing/2014/main" id="{D030D1AB-63F2-42CC-AD11-AB3EDFB3DACB}"/>
              </a:ext>
            </a:extLst>
          </p:cNvPr>
          <p:cNvSpPr>
            <a:spLocks xmlns:a="http://schemas.openxmlformats.org/drawingml/2006/main" noGrp="1"/>
          </p:cNvSpPr>
          <p:nvPr/>
        </p:nvSpPr>
        <p:spPr>
          <a:xfrm xmlns:a="http://schemas.openxmlformats.org/drawingml/2006/main">
            <a:off x="2952750" y="4057650"/>
            <a:ext cx="9906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200" b="1">
                <a:solidFill>
                  <a:srgbClr val="981B1E"/>
                </a:solidFill>
                <a:latin typeface="Arial"/>
                <a:ea typeface="Arial"/>
                <a:cs typeface="Arial"/>
              </a:rPr>
              <a:t>Customer</a:t>
            </a:r>
            <a:endParaRPr sz="1200"/>
          </a:p>
          <a:p xmlns:a="http://schemas.openxmlformats.org/drawingml/2006/main">
            <a:pPr algn="l">
              <a:buNone/>
            </a:pPr>
            <a:r>
              <a:rPr sz="1200" b="1">
                <a:solidFill>
                  <a:srgbClr val="981B1E"/>
                </a:solidFill>
                <a:latin typeface="Arial"/>
                <a:ea typeface="Arial"/>
                <a:cs typeface="Arial"/>
              </a:rPr>
              <a:t>ActivityPort</a:t>
            </a:r>
            <a:endParaRPr sz="1200"/>
          </a:p>
        </p:txBody>
      </p:sp>
      <p:sp>
        <p:nvSpPr>
          <p:cNvPr id="26" name="Shape 26">
            <a:extLst xmlns:a="http://schemas.openxmlformats.org/drawingml/2006/main">
              <a:ext uri="{FF2B5EF4-FFF2-40B4-BE49-F238E27FC236}">
                <a16:creationId xmlns:a16="http://schemas.microsoft.com/office/drawing/2014/main" id="{F4A55CFE-0D10-41C6-865D-8363E9A8F010}"/>
              </a:ext>
            </a:extLst>
          </p:cNvPr>
          <p:cNvSpPr>
            <a:spLocks xmlns:a="http://schemas.openxmlformats.org/drawingml/2006/main" noGrp="1"/>
          </p:cNvSpPr>
          <p:nvPr/>
        </p:nvSpPr>
        <p:spPr>
          <a:xfrm xmlns:a="http://schemas.openxmlformats.org/drawingml/2006/main">
            <a:off x="2381250" y="4800600"/>
            <a:ext cx="1657350" cy="9144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27" name="Shape 27">
            <a:extLst xmlns:a="http://schemas.openxmlformats.org/drawingml/2006/main">
              <a:ext uri="{FF2B5EF4-FFF2-40B4-BE49-F238E27FC236}">
                <a16:creationId xmlns:a16="http://schemas.microsoft.com/office/drawing/2014/main" id="{CFE61384-423A-43DA-9808-626AD39F5985}"/>
              </a:ext>
            </a:extLst>
          </p:cNvPr>
          <p:cNvSpPr>
            <a:spLocks xmlns:a="http://schemas.openxmlformats.org/drawingml/2006/main" noGrp="1"/>
          </p:cNvSpPr>
          <p:nvPr/>
        </p:nvSpPr>
        <p:spPr>
          <a:xfrm xmlns:a="http://schemas.openxmlformats.org/drawingml/2006/main">
            <a:off x="2381250" y="4800600"/>
            <a:ext cx="1657350" cy="47625"/>
          </a:xfrm>
          <a:prstGeom xmlns:a="http://schemas.openxmlformats.org/drawingml/2006/main" prst="rect">
            <a:avLst/>
          </a:prstGeom>
          <a:solidFill xmlns:a="http://schemas.openxmlformats.org/drawingml/2006/main">
            <a:srgbClr val="2A5B84"/>
          </a:solidFill>
          <a:ln xmlns:a="http://schemas.openxmlformats.org/drawingml/2006/main" w="12700">
            <a:solidFill>
              <a:srgbClr val="2A5B84"/>
            </a:solidFill>
          </a:ln>
        </p:spPr>
      </p:sp>
      <p:sp>
        <p:nvSpPr>
          <p:cNvPr id="28" name="Text 28">
            <a:extLst xmlns:a="http://schemas.openxmlformats.org/drawingml/2006/main">
              <a:ext uri="{FF2B5EF4-FFF2-40B4-BE49-F238E27FC236}">
                <a16:creationId xmlns:a16="http://schemas.microsoft.com/office/drawing/2014/main" id="{C67F49D4-CD2F-449B-862E-2BD3285D8065}"/>
              </a:ext>
            </a:extLst>
          </p:cNvPr>
          <p:cNvSpPr>
            <a:spLocks xmlns:a="http://schemas.openxmlformats.org/drawingml/2006/main" noGrp="1"/>
          </p:cNvSpPr>
          <p:nvPr/>
        </p:nvSpPr>
        <p:spPr>
          <a:xfrm xmlns:a="http://schemas.openxmlformats.org/drawingml/2006/main">
            <a:off x="2476500" y="4953000"/>
            <a:ext cx="1466850" cy="609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400" b="0">
                <a:solidFill>
                  <a:srgbClr val="17212B"/>
                </a:solidFill>
                <a:latin typeface="Arial"/>
                <a:ea typeface="Arial"/>
                <a:cs typeface="Arial"/>
              </a:rPr>
              <a:t>Hibernate/JPA</a:t>
            </a:r>
            <a:endParaRPr sz="1400"/>
          </a:p>
          <a:p xmlns:a="http://schemas.openxmlformats.org/drawingml/2006/main">
            <a:pPr algn="ctr">
              <a:buNone/>
            </a:pPr>
            <a:r>
              <a:rPr sz="1400" b="0">
                <a:solidFill>
                  <a:srgbClr val="17212B"/>
                </a:solidFill>
                <a:latin typeface="Arial"/>
                <a:ea typeface="Arial"/>
                <a:cs typeface="Arial"/>
              </a:rPr>
              <a:t>Flyway schema</a:t>
            </a:r>
            <a:endParaRPr sz="1400"/>
          </a:p>
        </p:txBody>
      </p:sp>
      <p:sp>
        <p:nvSpPr>
          <p:cNvPr id="29" name="Shape 29">
            <a:extLst xmlns:a="http://schemas.openxmlformats.org/drawingml/2006/main">
              <a:ext uri="{FF2B5EF4-FFF2-40B4-BE49-F238E27FC236}">
                <a16:creationId xmlns:a16="http://schemas.microsoft.com/office/drawing/2014/main" id="{E9A9F780-5D27-49A3-87E2-63C50F924FD6}"/>
              </a:ext>
            </a:extLst>
          </p:cNvPr>
          <p:cNvSpPr>
            <a:spLocks xmlns:a="http://schemas.openxmlformats.org/drawingml/2006/main" noGrp="1"/>
          </p:cNvSpPr>
          <p:nvPr/>
        </p:nvSpPr>
        <p:spPr>
          <a:xfrm xmlns:a="http://schemas.openxmlformats.org/drawingml/2006/main">
            <a:off x="4191000" y="3962400"/>
            <a:ext cx="1657350" cy="666750"/>
          </a:xfrm>
          <a:prstGeom xmlns:a="http://schemas.openxmlformats.org/drawingml/2006/main" prst="roundRect">
            <a:avLst/>
          </a:prstGeom>
          <a:solidFill xmlns:a="http://schemas.openxmlformats.org/drawingml/2006/main">
            <a:srgbClr val="FCEBEC"/>
          </a:solidFill>
          <a:ln xmlns:a="http://schemas.openxmlformats.org/drawingml/2006/main" w="25400">
            <a:solidFill>
              <a:srgbClr val="D71920"/>
            </a:solidFill>
          </a:ln>
        </p:spPr>
      </p:sp>
      <p:sp>
        <p:nvSpPr>
          <p:cNvPr id="30" name="Shape 30">
            <a:extLst xmlns:a="http://schemas.openxmlformats.org/drawingml/2006/main">
              <a:ext uri="{FF2B5EF4-FFF2-40B4-BE49-F238E27FC236}">
                <a16:creationId xmlns:a16="http://schemas.microsoft.com/office/drawing/2014/main" id="{519622F0-3CD9-4EFD-80CA-DDEBE072DA32}"/>
              </a:ext>
            </a:extLst>
          </p:cNvPr>
          <p:cNvSpPr>
            <a:spLocks xmlns:a="http://schemas.openxmlformats.org/drawingml/2006/main" noGrp="1"/>
          </p:cNvSpPr>
          <p:nvPr/>
        </p:nvSpPr>
        <p:spPr>
          <a:xfrm xmlns:a="http://schemas.openxmlformats.org/drawingml/2006/main">
            <a:off x="4305300" y="4105275"/>
            <a:ext cx="381000" cy="3810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981B1E"/>
            </a:solidFill>
          </a:ln>
        </p:spPr>
      </p:sp>
      <p:pic>
        <p:nvPicPr>
          <p:cNvPr id="97" name="Picture 31"/>
          <p:cNvPicPr>
            <a:picLocks xmlns:a="http://schemas.openxmlformats.org/drawingml/2006/main" noChangeAspect="1"/>
          </p:cNvPicPr>
          <p:nvPr/>
        </p:nvPicPr>
        <p:blipFill>
          <a:blip xmlns:r="http://schemas.openxmlformats.org/officeDocument/2006/relationships" xmlns:a="http://schemas.openxmlformats.org/drawingml/2006/main" r:embed="Rcd19393dbb0546bc"/>
          <a:stretch xmlns:a="http://schemas.openxmlformats.org/drawingml/2006/main">
            <a:fillRect l="0" t="0" r="0" b="0"/>
          </a:stretch>
        </p:blipFill>
        <p:spPr>
          <a:xfrm xmlns:a="http://schemas.openxmlformats.org/drawingml/2006/main">
            <a:off x="4400550" y="4200525"/>
            <a:ext cx="190500" cy="190500"/>
          </a:xfrm>
          <a:prstGeom xmlns:a="http://schemas.openxmlformats.org/drawingml/2006/main" prst="rect">
            <a:avLst/>
          </a:prstGeom>
          <a:ln xmlns:a="http://schemas.openxmlformats.org/drawingml/2006/main">
            <a:noFill/>
          </a:ln>
        </p:spPr>
      </p:pic>
      <p:sp>
        <p:nvSpPr>
          <p:cNvPr id="32" name="Text 32">
            <a:extLst xmlns:a="http://schemas.openxmlformats.org/drawingml/2006/main">
              <a:ext uri="{FF2B5EF4-FFF2-40B4-BE49-F238E27FC236}">
                <a16:creationId xmlns:a16="http://schemas.microsoft.com/office/drawing/2014/main" id="{A1A3276B-84E6-4DDB-8248-786EFACB04F6}"/>
              </a:ext>
            </a:extLst>
          </p:cNvPr>
          <p:cNvSpPr>
            <a:spLocks xmlns:a="http://schemas.openxmlformats.org/drawingml/2006/main" noGrp="1"/>
          </p:cNvSpPr>
          <p:nvPr/>
        </p:nvSpPr>
        <p:spPr>
          <a:xfrm xmlns:a="http://schemas.openxmlformats.org/drawingml/2006/main">
            <a:off x="4762500" y="4057650"/>
            <a:ext cx="9906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200" b="1">
                <a:solidFill>
                  <a:srgbClr val="981B1E"/>
                </a:solidFill>
                <a:latin typeface="Arial"/>
                <a:ea typeface="Arial"/>
                <a:cs typeface="Arial"/>
              </a:rPr>
              <a:t>Risk Signal</a:t>
            </a:r>
            <a:endParaRPr sz="1200"/>
          </a:p>
          <a:p xmlns:a="http://schemas.openxmlformats.org/drawingml/2006/main">
            <a:pPr algn="l">
              <a:buNone/>
            </a:pPr>
            <a:r>
              <a:rPr sz="1200" b="1">
                <a:solidFill>
                  <a:srgbClr val="981B1E"/>
                </a:solidFill>
                <a:latin typeface="Arial"/>
                <a:ea typeface="Arial"/>
                <a:cs typeface="Arial"/>
              </a:rPr>
              <a:t>DetectorPort</a:t>
            </a:r>
            <a:endParaRPr sz="1200"/>
          </a:p>
        </p:txBody>
      </p:sp>
      <p:sp>
        <p:nvSpPr>
          <p:cNvPr id="33" name="Shape 33">
            <a:extLst xmlns:a="http://schemas.openxmlformats.org/drawingml/2006/main">
              <a:ext uri="{FF2B5EF4-FFF2-40B4-BE49-F238E27FC236}">
                <a16:creationId xmlns:a16="http://schemas.microsoft.com/office/drawing/2014/main" id="{D28D186C-26C5-4E70-A727-59DC5217B7F8}"/>
              </a:ext>
            </a:extLst>
          </p:cNvPr>
          <p:cNvSpPr>
            <a:spLocks xmlns:a="http://schemas.openxmlformats.org/drawingml/2006/main" noGrp="1"/>
          </p:cNvSpPr>
          <p:nvPr/>
        </p:nvSpPr>
        <p:spPr>
          <a:xfrm xmlns:a="http://schemas.openxmlformats.org/drawingml/2006/main">
            <a:off x="4191000" y="4800600"/>
            <a:ext cx="1657350" cy="9144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34" name="Shape 34">
            <a:extLst xmlns:a="http://schemas.openxmlformats.org/drawingml/2006/main">
              <a:ext uri="{FF2B5EF4-FFF2-40B4-BE49-F238E27FC236}">
                <a16:creationId xmlns:a16="http://schemas.microsoft.com/office/drawing/2014/main" id="{E9677216-BE9B-4CF4-85CF-665750DF92D9}"/>
              </a:ext>
            </a:extLst>
          </p:cNvPr>
          <p:cNvSpPr>
            <a:spLocks xmlns:a="http://schemas.openxmlformats.org/drawingml/2006/main" noGrp="1"/>
          </p:cNvSpPr>
          <p:nvPr/>
        </p:nvSpPr>
        <p:spPr>
          <a:xfrm xmlns:a="http://schemas.openxmlformats.org/drawingml/2006/main">
            <a:off x="4191000" y="4800600"/>
            <a:ext cx="1657350" cy="47625"/>
          </a:xfrm>
          <a:prstGeom xmlns:a="http://schemas.openxmlformats.org/drawingml/2006/main" prst="rect">
            <a:avLst/>
          </a:prstGeom>
          <a:solidFill xmlns:a="http://schemas.openxmlformats.org/drawingml/2006/main">
            <a:srgbClr val="981B1E"/>
          </a:solidFill>
          <a:ln xmlns:a="http://schemas.openxmlformats.org/drawingml/2006/main" w="12700">
            <a:solidFill>
              <a:srgbClr val="981B1E"/>
            </a:solidFill>
          </a:ln>
        </p:spPr>
      </p:sp>
      <p:sp>
        <p:nvSpPr>
          <p:cNvPr id="35" name="Text 35">
            <a:extLst xmlns:a="http://schemas.openxmlformats.org/drawingml/2006/main">
              <a:ext uri="{FF2B5EF4-FFF2-40B4-BE49-F238E27FC236}">
                <a16:creationId xmlns:a16="http://schemas.microsoft.com/office/drawing/2014/main" id="{45139E5B-5B33-46D5-B261-D7BE34547BBB}"/>
              </a:ext>
            </a:extLst>
          </p:cNvPr>
          <p:cNvSpPr>
            <a:spLocks xmlns:a="http://schemas.openxmlformats.org/drawingml/2006/main" noGrp="1"/>
          </p:cNvSpPr>
          <p:nvPr/>
        </p:nvSpPr>
        <p:spPr>
          <a:xfrm xmlns:a="http://schemas.openxmlformats.org/drawingml/2006/main">
            <a:off x="4286250" y="4953000"/>
            <a:ext cx="1466850" cy="609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400" b="0">
                <a:solidFill>
                  <a:srgbClr val="17212B"/>
                </a:solidFill>
                <a:latin typeface="Arial"/>
                <a:ea typeface="Arial"/>
                <a:cs typeface="Arial"/>
              </a:rPr>
              <a:t>No-op · Bayesian · Fuzzy</a:t>
            </a:r>
            <a:endParaRPr sz="1400"/>
          </a:p>
          <a:p xmlns:a="http://schemas.openxmlformats.org/drawingml/2006/main">
            <a:pPr algn="ctr">
              <a:buNone/>
            </a:pPr>
            <a:r>
              <a:rPr sz="1400" b="0">
                <a:solidFill>
                  <a:srgbClr val="17212B"/>
                </a:solidFill>
                <a:latin typeface="Arial"/>
                <a:ea typeface="Arial"/>
                <a:cs typeface="Arial"/>
              </a:rPr>
              <a:t>Random Forest</a:t>
            </a:r>
            <a:endParaRPr sz="1400"/>
          </a:p>
        </p:txBody>
      </p:sp>
      <p:sp>
        <p:nvSpPr>
          <p:cNvPr id="36" name="Shape 36">
            <a:extLst xmlns:a="http://schemas.openxmlformats.org/drawingml/2006/main">
              <a:ext uri="{FF2B5EF4-FFF2-40B4-BE49-F238E27FC236}">
                <a16:creationId xmlns:a16="http://schemas.microsoft.com/office/drawing/2014/main" id="{08232AAE-9172-4119-8D52-0E9BEE949698}"/>
              </a:ext>
            </a:extLst>
          </p:cNvPr>
          <p:cNvSpPr>
            <a:spLocks xmlns:a="http://schemas.openxmlformats.org/drawingml/2006/main" noGrp="1"/>
          </p:cNvSpPr>
          <p:nvPr/>
        </p:nvSpPr>
        <p:spPr>
          <a:xfrm xmlns:a="http://schemas.openxmlformats.org/drawingml/2006/main">
            <a:off x="6000750" y="3962400"/>
            <a:ext cx="1657350" cy="666750"/>
          </a:xfrm>
          <a:prstGeom xmlns:a="http://schemas.openxmlformats.org/drawingml/2006/main" prst="roundRect">
            <a:avLst/>
          </a:prstGeom>
          <a:solidFill xmlns:a="http://schemas.openxmlformats.org/drawingml/2006/main">
            <a:srgbClr val="FCEBEC"/>
          </a:solidFill>
          <a:ln xmlns:a="http://schemas.openxmlformats.org/drawingml/2006/main" w="25400">
            <a:solidFill>
              <a:srgbClr val="D71920"/>
            </a:solidFill>
          </a:ln>
        </p:spPr>
      </p:sp>
      <p:sp>
        <p:nvSpPr>
          <p:cNvPr id="37" name="Shape 37">
            <a:extLst xmlns:a="http://schemas.openxmlformats.org/drawingml/2006/main">
              <a:ext uri="{FF2B5EF4-FFF2-40B4-BE49-F238E27FC236}">
                <a16:creationId xmlns:a16="http://schemas.microsoft.com/office/drawing/2014/main" id="{3895C238-3477-4149-A0DB-385EBA3E5866}"/>
              </a:ext>
            </a:extLst>
          </p:cNvPr>
          <p:cNvSpPr>
            <a:spLocks xmlns:a="http://schemas.openxmlformats.org/drawingml/2006/main" noGrp="1"/>
          </p:cNvSpPr>
          <p:nvPr/>
        </p:nvSpPr>
        <p:spPr>
          <a:xfrm xmlns:a="http://schemas.openxmlformats.org/drawingml/2006/main">
            <a:off x="6115050" y="4105275"/>
            <a:ext cx="381000" cy="3810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F7A5A"/>
            </a:solidFill>
          </a:ln>
        </p:spPr>
      </p:sp>
      <p:pic>
        <p:nvPicPr>
          <p:cNvPr id="104" name="Picture 38"/>
          <p:cNvPicPr>
            <a:picLocks xmlns:a="http://schemas.openxmlformats.org/drawingml/2006/main" noChangeAspect="1"/>
          </p:cNvPicPr>
          <p:nvPr/>
        </p:nvPicPr>
        <p:blipFill>
          <a:blip xmlns:r="http://schemas.openxmlformats.org/officeDocument/2006/relationships" xmlns:a="http://schemas.openxmlformats.org/drawingml/2006/main" r:embed="Recacd7a5f0694f4e"/>
          <a:stretch xmlns:a="http://schemas.openxmlformats.org/drawingml/2006/main">
            <a:fillRect l="0" t="0" r="0" b="0"/>
          </a:stretch>
        </p:blipFill>
        <p:spPr>
          <a:xfrm xmlns:a="http://schemas.openxmlformats.org/drawingml/2006/main">
            <a:off x="6210300" y="4200525"/>
            <a:ext cx="190500" cy="190500"/>
          </a:xfrm>
          <a:prstGeom xmlns:a="http://schemas.openxmlformats.org/drawingml/2006/main" prst="rect">
            <a:avLst/>
          </a:prstGeom>
          <a:ln xmlns:a="http://schemas.openxmlformats.org/drawingml/2006/main">
            <a:noFill/>
          </a:ln>
        </p:spPr>
      </p:pic>
      <p:sp>
        <p:nvSpPr>
          <p:cNvPr id="39" name="Text 39">
            <a:extLst xmlns:a="http://schemas.openxmlformats.org/drawingml/2006/main">
              <a:ext uri="{FF2B5EF4-FFF2-40B4-BE49-F238E27FC236}">
                <a16:creationId xmlns:a16="http://schemas.microsoft.com/office/drawing/2014/main" id="{8FE9660E-BB30-4D35-85CA-E76113C2ABE4}"/>
              </a:ext>
            </a:extLst>
          </p:cNvPr>
          <p:cNvSpPr>
            <a:spLocks xmlns:a="http://schemas.openxmlformats.org/drawingml/2006/main" noGrp="1"/>
          </p:cNvSpPr>
          <p:nvPr/>
        </p:nvSpPr>
        <p:spPr>
          <a:xfrm xmlns:a="http://schemas.openxmlformats.org/drawingml/2006/main">
            <a:off x="6572250" y="4057650"/>
            <a:ext cx="9906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000" b="1">
                <a:solidFill>
                  <a:srgbClr val="981B1E"/>
                </a:solidFill>
                <a:latin typeface="Arial"/>
                <a:ea typeface="Arial"/>
                <a:cs typeface="Arial"/>
              </a:rPr>
              <a:t>Policy</a:t>
            </a:r>
            <a:endParaRPr sz="1000"/>
          </a:p>
          <a:p xmlns:a="http://schemas.openxmlformats.org/drawingml/2006/main">
            <a:pPr algn="l">
              <a:buNone/>
            </a:pPr>
            <a:r>
              <a:rPr sz="1000" b="1">
                <a:solidFill>
                  <a:srgbClr val="981B1E"/>
                </a:solidFill>
                <a:latin typeface="Arial"/>
                <a:ea typeface="Arial"/>
                <a:cs typeface="Arial"/>
              </a:rPr>
              <a:t>Knowledge</a:t>
            </a:r>
            <a:endParaRPr sz="1000"/>
          </a:p>
          <a:p xmlns:a="http://schemas.openxmlformats.org/drawingml/2006/main">
            <a:pPr algn="l">
              <a:buNone/>
            </a:pPr>
            <a:r>
              <a:rPr sz="1000" b="1">
                <a:solidFill>
                  <a:srgbClr val="981B1E"/>
                </a:solidFill>
                <a:latin typeface="Arial"/>
                <a:ea typeface="Arial"/>
                <a:cs typeface="Arial"/>
              </a:rPr>
              <a:t>Port</a:t>
            </a:r>
            <a:endParaRPr sz="1000"/>
          </a:p>
        </p:txBody>
      </p:sp>
      <p:sp>
        <p:nvSpPr>
          <p:cNvPr id="40" name="Shape 40">
            <a:extLst xmlns:a="http://schemas.openxmlformats.org/drawingml/2006/main">
              <a:ext uri="{FF2B5EF4-FFF2-40B4-BE49-F238E27FC236}">
                <a16:creationId xmlns:a16="http://schemas.microsoft.com/office/drawing/2014/main" id="{D7FB1761-391D-45D3-8572-7ABAC1620D6A}"/>
              </a:ext>
            </a:extLst>
          </p:cNvPr>
          <p:cNvSpPr>
            <a:spLocks xmlns:a="http://schemas.openxmlformats.org/drawingml/2006/main" noGrp="1"/>
          </p:cNvSpPr>
          <p:nvPr/>
        </p:nvSpPr>
        <p:spPr>
          <a:xfrm xmlns:a="http://schemas.openxmlformats.org/drawingml/2006/main">
            <a:off x="6000750" y="4800600"/>
            <a:ext cx="1657350" cy="9144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41" name="Shape 41">
            <a:extLst xmlns:a="http://schemas.openxmlformats.org/drawingml/2006/main">
              <a:ext uri="{FF2B5EF4-FFF2-40B4-BE49-F238E27FC236}">
                <a16:creationId xmlns:a16="http://schemas.microsoft.com/office/drawing/2014/main" id="{4F8607B9-50AE-4EE0-97F6-5A36DCB15DC3}"/>
              </a:ext>
            </a:extLst>
          </p:cNvPr>
          <p:cNvSpPr>
            <a:spLocks xmlns:a="http://schemas.openxmlformats.org/drawingml/2006/main" noGrp="1"/>
          </p:cNvSpPr>
          <p:nvPr/>
        </p:nvSpPr>
        <p:spPr>
          <a:xfrm xmlns:a="http://schemas.openxmlformats.org/drawingml/2006/main">
            <a:off x="6000750" y="4800600"/>
            <a:ext cx="1657350" cy="47625"/>
          </a:xfrm>
          <a:prstGeom xmlns:a="http://schemas.openxmlformats.org/drawingml/2006/main" prst="rect">
            <a:avLst/>
          </a:prstGeom>
          <a:solidFill xmlns:a="http://schemas.openxmlformats.org/drawingml/2006/main">
            <a:srgbClr val="1F7A5A"/>
          </a:solidFill>
          <a:ln xmlns:a="http://schemas.openxmlformats.org/drawingml/2006/main" w="12700">
            <a:solidFill>
              <a:srgbClr val="1F7A5A"/>
            </a:solidFill>
          </a:ln>
        </p:spPr>
      </p:sp>
      <p:sp>
        <p:nvSpPr>
          <p:cNvPr id="42" name="Text 42">
            <a:extLst xmlns:a="http://schemas.openxmlformats.org/drawingml/2006/main">
              <a:ext uri="{FF2B5EF4-FFF2-40B4-BE49-F238E27FC236}">
                <a16:creationId xmlns:a16="http://schemas.microsoft.com/office/drawing/2014/main" id="{716DC681-5F62-4277-9441-843B791F6A17}"/>
              </a:ext>
            </a:extLst>
          </p:cNvPr>
          <p:cNvSpPr>
            <a:spLocks xmlns:a="http://schemas.openxmlformats.org/drawingml/2006/main" noGrp="1"/>
          </p:cNvSpPr>
          <p:nvPr/>
        </p:nvSpPr>
        <p:spPr>
          <a:xfrm xmlns:a="http://schemas.openxmlformats.org/drawingml/2006/main">
            <a:off x="6096000" y="4953000"/>
            <a:ext cx="1466850" cy="609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400" b="0">
                <a:solidFill>
                  <a:srgbClr val="17212B"/>
                </a:solidFill>
                <a:latin typeface="Arial"/>
                <a:ea typeface="Arial"/>
                <a:cs typeface="Arial"/>
              </a:rPr>
              <a:t>pgvector + MiniLM</a:t>
            </a:r>
            <a:endParaRPr sz="1400"/>
          </a:p>
          <a:p xmlns:a="http://schemas.openxmlformats.org/drawingml/2006/main">
            <a:pPr algn="ctr">
              <a:buNone/>
            </a:pPr>
            <a:r>
              <a:rPr sz="1400" b="0">
                <a:solidFill>
                  <a:srgbClr val="17212B"/>
                </a:solidFill>
                <a:latin typeface="Arial"/>
                <a:ea typeface="Arial"/>
                <a:cs typeface="Arial"/>
              </a:rPr>
              <a:t>Static baseline</a:t>
            </a:r>
            <a:endParaRPr sz="1400"/>
          </a:p>
        </p:txBody>
      </p:sp>
      <p:sp>
        <p:nvSpPr>
          <p:cNvPr id="43" name="Shape 43">
            <a:extLst xmlns:a="http://schemas.openxmlformats.org/drawingml/2006/main">
              <a:ext uri="{FF2B5EF4-FFF2-40B4-BE49-F238E27FC236}">
                <a16:creationId xmlns:a16="http://schemas.microsoft.com/office/drawing/2014/main" id="{9AB4D80A-380E-46BA-B8F1-218634AFE4E9}"/>
              </a:ext>
            </a:extLst>
          </p:cNvPr>
          <p:cNvSpPr>
            <a:spLocks xmlns:a="http://schemas.openxmlformats.org/drawingml/2006/main" noGrp="1"/>
          </p:cNvSpPr>
          <p:nvPr/>
        </p:nvSpPr>
        <p:spPr>
          <a:xfrm xmlns:a="http://schemas.openxmlformats.org/drawingml/2006/main">
            <a:off x="7810500" y="3962400"/>
            <a:ext cx="1657350" cy="666750"/>
          </a:xfrm>
          <a:prstGeom xmlns:a="http://schemas.openxmlformats.org/drawingml/2006/main" prst="roundRect">
            <a:avLst/>
          </a:prstGeom>
          <a:solidFill xmlns:a="http://schemas.openxmlformats.org/drawingml/2006/main">
            <a:srgbClr val="FCEBEC"/>
          </a:solidFill>
          <a:ln xmlns:a="http://schemas.openxmlformats.org/drawingml/2006/main" w="25400">
            <a:solidFill>
              <a:srgbClr val="D71920"/>
            </a:solidFill>
          </a:ln>
        </p:spPr>
      </p:sp>
      <p:sp>
        <p:nvSpPr>
          <p:cNvPr id="44" name="Shape 44">
            <a:extLst xmlns:a="http://schemas.openxmlformats.org/drawingml/2006/main">
              <a:ext uri="{FF2B5EF4-FFF2-40B4-BE49-F238E27FC236}">
                <a16:creationId xmlns:a16="http://schemas.microsoft.com/office/drawing/2014/main" id="{C460F52E-6203-4EF5-AC8E-B969C6581A8B}"/>
              </a:ext>
            </a:extLst>
          </p:cNvPr>
          <p:cNvSpPr>
            <a:spLocks xmlns:a="http://schemas.openxmlformats.org/drawingml/2006/main" noGrp="1"/>
          </p:cNvSpPr>
          <p:nvPr/>
        </p:nvSpPr>
        <p:spPr>
          <a:xfrm xmlns:a="http://schemas.openxmlformats.org/drawingml/2006/main">
            <a:off x="7924800" y="4105275"/>
            <a:ext cx="381000" cy="3810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B46B13"/>
            </a:solidFill>
          </a:ln>
        </p:spPr>
      </p:sp>
      <p:pic>
        <p:nvPicPr>
          <p:cNvPr id="111" name="Picture 45"/>
          <p:cNvPicPr>
            <a:picLocks xmlns:a="http://schemas.openxmlformats.org/drawingml/2006/main" noChangeAspect="1"/>
          </p:cNvPicPr>
          <p:nvPr/>
        </p:nvPicPr>
        <p:blipFill>
          <a:blip xmlns:r="http://schemas.openxmlformats.org/officeDocument/2006/relationships" xmlns:a="http://schemas.openxmlformats.org/drawingml/2006/main" r:embed="R530df5ee64764ab3"/>
          <a:stretch xmlns:a="http://schemas.openxmlformats.org/drawingml/2006/main">
            <a:fillRect l="0" t="0" r="0" b="0"/>
          </a:stretch>
        </p:blipFill>
        <p:spPr>
          <a:xfrm xmlns:a="http://schemas.openxmlformats.org/drawingml/2006/main">
            <a:off x="8020050" y="4200525"/>
            <a:ext cx="190500" cy="190500"/>
          </a:xfrm>
          <a:prstGeom xmlns:a="http://schemas.openxmlformats.org/drawingml/2006/main" prst="rect">
            <a:avLst/>
          </a:prstGeom>
          <a:ln xmlns:a="http://schemas.openxmlformats.org/drawingml/2006/main">
            <a:noFill/>
          </a:ln>
        </p:spPr>
      </p:pic>
      <p:sp>
        <p:nvSpPr>
          <p:cNvPr id="46" name="Text 46">
            <a:extLst xmlns:a="http://schemas.openxmlformats.org/drawingml/2006/main">
              <a:ext uri="{FF2B5EF4-FFF2-40B4-BE49-F238E27FC236}">
                <a16:creationId xmlns:a16="http://schemas.microsoft.com/office/drawing/2014/main" id="{32A483C4-07DD-43C6-9F39-F11A12448091}"/>
              </a:ext>
            </a:extLst>
          </p:cNvPr>
          <p:cNvSpPr>
            <a:spLocks xmlns:a="http://schemas.openxmlformats.org/drawingml/2006/main" noGrp="1"/>
          </p:cNvSpPr>
          <p:nvPr/>
        </p:nvSpPr>
        <p:spPr>
          <a:xfrm xmlns:a="http://schemas.openxmlformats.org/drawingml/2006/main">
            <a:off x="8382000" y="4057650"/>
            <a:ext cx="9906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200" b="1">
                <a:solidFill>
                  <a:srgbClr val="981B1E"/>
                </a:solidFill>
                <a:latin typeface="Arial"/>
                <a:ea typeface="Arial"/>
                <a:cs typeface="Arial"/>
              </a:rPr>
              <a:t>Analysis</a:t>
            </a:r>
            <a:endParaRPr sz="1200"/>
          </a:p>
          <a:p xmlns:a="http://schemas.openxmlformats.org/drawingml/2006/main">
            <a:pPr algn="l">
              <a:buNone/>
            </a:pPr>
            <a:r>
              <a:rPr sz="1200" b="1">
                <a:solidFill>
                  <a:srgbClr val="981B1E"/>
                </a:solidFill>
                <a:latin typeface="Arial"/>
                <a:ea typeface="Arial"/>
                <a:cs typeface="Arial"/>
              </a:rPr>
              <a:t>ModelPort</a:t>
            </a:r>
            <a:endParaRPr sz="1200"/>
          </a:p>
        </p:txBody>
      </p:sp>
      <p:sp>
        <p:nvSpPr>
          <p:cNvPr id="47" name="Shape 47">
            <a:extLst xmlns:a="http://schemas.openxmlformats.org/drawingml/2006/main">
              <a:ext uri="{FF2B5EF4-FFF2-40B4-BE49-F238E27FC236}">
                <a16:creationId xmlns:a16="http://schemas.microsoft.com/office/drawing/2014/main" id="{302B78A6-3C78-4A46-A40D-A29794D8C085}"/>
              </a:ext>
            </a:extLst>
          </p:cNvPr>
          <p:cNvSpPr>
            <a:spLocks xmlns:a="http://schemas.openxmlformats.org/drawingml/2006/main" noGrp="1"/>
          </p:cNvSpPr>
          <p:nvPr/>
        </p:nvSpPr>
        <p:spPr>
          <a:xfrm xmlns:a="http://schemas.openxmlformats.org/drawingml/2006/main">
            <a:off x="7810500" y="4800600"/>
            <a:ext cx="1657350" cy="9144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48" name="Shape 48">
            <a:extLst xmlns:a="http://schemas.openxmlformats.org/drawingml/2006/main">
              <a:ext uri="{FF2B5EF4-FFF2-40B4-BE49-F238E27FC236}">
                <a16:creationId xmlns:a16="http://schemas.microsoft.com/office/drawing/2014/main" id="{3E6591B1-C13C-494B-A839-2986968DD11E}"/>
              </a:ext>
            </a:extLst>
          </p:cNvPr>
          <p:cNvSpPr>
            <a:spLocks xmlns:a="http://schemas.openxmlformats.org/drawingml/2006/main" noGrp="1"/>
          </p:cNvSpPr>
          <p:nvPr/>
        </p:nvSpPr>
        <p:spPr>
          <a:xfrm xmlns:a="http://schemas.openxmlformats.org/drawingml/2006/main">
            <a:off x="7810500" y="4800600"/>
            <a:ext cx="1657350" cy="47625"/>
          </a:xfrm>
          <a:prstGeom xmlns:a="http://schemas.openxmlformats.org/drawingml/2006/main" prst="rect">
            <a:avLst/>
          </a:prstGeom>
          <a:solidFill xmlns:a="http://schemas.openxmlformats.org/drawingml/2006/main">
            <a:srgbClr val="B46B13"/>
          </a:solidFill>
          <a:ln xmlns:a="http://schemas.openxmlformats.org/drawingml/2006/main" w="12700">
            <a:solidFill>
              <a:srgbClr val="B46B13"/>
            </a:solidFill>
          </a:ln>
        </p:spPr>
      </p:sp>
      <p:sp>
        <p:nvSpPr>
          <p:cNvPr id="49" name="Text 49">
            <a:extLst xmlns:a="http://schemas.openxmlformats.org/drawingml/2006/main">
              <a:ext uri="{FF2B5EF4-FFF2-40B4-BE49-F238E27FC236}">
                <a16:creationId xmlns:a16="http://schemas.microsoft.com/office/drawing/2014/main" id="{E9A77088-8C00-4EBB-8569-9B398BA30C79}"/>
              </a:ext>
            </a:extLst>
          </p:cNvPr>
          <p:cNvSpPr>
            <a:spLocks xmlns:a="http://schemas.openxmlformats.org/drawingml/2006/main" noGrp="1"/>
          </p:cNvSpPr>
          <p:nvPr/>
        </p:nvSpPr>
        <p:spPr>
          <a:xfrm xmlns:a="http://schemas.openxmlformats.org/drawingml/2006/main">
            <a:off x="7905750" y="4953000"/>
            <a:ext cx="1466850" cy="609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400" b="0">
                <a:solidFill>
                  <a:srgbClr val="17212B"/>
                </a:solidFill>
                <a:latin typeface="Arial"/>
                <a:ea typeface="Arial"/>
                <a:cs typeface="Arial"/>
              </a:rPr>
              <a:t>LM Studio interview path</a:t>
            </a:r>
            <a:endParaRPr sz="1400"/>
          </a:p>
          <a:p xmlns:a="http://schemas.openxmlformats.org/drawingml/2006/main">
            <a:pPr algn="ctr">
              <a:buNone/>
            </a:pPr>
            <a:r>
              <a:rPr sz="1400" b="0">
                <a:solidFill>
                  <a:srgbClr val="17212B"/>
                </a:solidFill>
                <a:latin typeface="Arial"/>
                <a:ea typeface="Arial"/>
                <a:cs typeface="Arial"/>
              </a:rPr>
              <a:t>Deterministic · OpenAI</a:t>
            </a:r>
            <a:endParaRPr sz="1400"/>
          </a:p>
        </p:txBody>
      </p:sp>
      <p:sp>
        <p:nvSpPr>
          <p:cNvPr id="50" name="Shape 50">
            <a:extLst xmlns:a="http://schemas.openxmlformats.org/drawingml/2006/main">
              <a:ext uri="{FF2B5EF4-FFF2-40B4-BE49-F238E27FC236}">
                <a16:creationId xmlns:a16="http://schemas.microsoft.com/office/drawing/2014/main" id="{997FA7C2-7A49-4A80-B9C9-C197B8516F68}"/>
              </a:ext>
            </a:extLst>
          </p:cNvPr>
          <p:cNvSpPr>
            <a:spLocks xmlns:a="http://schemas.openxmlformats.org/drawingml/2006/main" noGrp="1"/>
          </p:cNvSpPr>
          <p:nvPr/>
        </p:nvSpPr>
        <p:spPr>
          <a:xfrm xmlns:a="http://schemas.openxmlformats.org/drawingml/2006/main">
            <a:off x="9620250" y="3962400"/>
            <a:ext cx="1657350" cy="666750"/>
          </a:xfrm>
          <a:prstGeom xmlns:a="http://schemas.openxmlformats.org/drawingml/2006/main" prst="roundRect">
            <a:avLst/>
          </a:prstGeom>
          <a:solidFill xmlns:a="http://schemas.openxmlformats.org/drawingml/2006/main">
            <a:srgbClr val="FCEBEC"/>
          </a:solidFill>
          <a:ln xmlns:a="http://schemas.openxmlformats.org/drawingml/2006/main" w="25400">
            <a:solidFill>
              <a:srgbClr val="D71920"/>
            </a:solidFill>
          </a:ln>
        </p:spPr>
      </p:sp>
      <p:sp>
        <p:nvSpPr>
          <p:cNvPr id="51" name="Shape 51">
            <a:extLst xmlns:a="http://schemas.openxmlformats.org/drawingml/2006/main">
              <a:ext uri="{FF2B5EF4-FFF2-40B4-BE49-F238E27FC236}">
                <a16:creationId xmlns:a16="http://schemas.microsoft.com/office/drawing/2014/main" id="{C28C9303-55CF-45F6-AC21-73215F4AE53A}"/>
              </a:ext>
            </a:extLst>
          </p:cNvPr>
          <p:cNvSpPr>
            <a:spLocks xmlns:a="http://schemas.openxmlformats.org/drawingml/2006/main" noGrp="1"/>
          </p:cNvSpPr>
          <p:nvPr/>
        </p:nvSpPr>
        <p:spPr>
          <a:xfrm xmlns:a="http://schemas.openxmlformats.org/drawingml/2006/main">
            <a:off x="9734550" y="4105275"/>
            <a:ext cx="381000" cy="3810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384754"/>
            </a:solidFill>
          </a:ln>
        </p:spPr>
      </p:sp>
      <p:pic>
        <p:nvPicPr>
          <p:cNvPr id="118" name="Picture 52"/>
          <p:cNvPicPr>
            <a:picLocks xmlns:a="http://schemas.openxmlformats.org/drawingml/2006/main" noChangeAspect="1"/>
          </p:cNvPicPr>
          <p:nvPr/>
        </p:nvPicPr>
        <p:blipFill>
          <a:blip xmlns:r="http://schemas.openxmlformats.org/officeDocument/2006/relationships" xmlns:a="http://schemas.openxmlformats.org/drawingml/2006/main" r:embed="R48de8db51bbf4287"/>
          <a:stretch xmlns:a="http://schemas.openxmlformats.org/drawingml/2006/main">
            <a:fillRect l="0" t="0" r="0" b="0"/>
          </a:stretch>
        </p:blipFill>
        <p:spPr>
          <a:xfrm xmlns:a="http://schemas.openxmlformats.org/drawingml/2006/main">
            <a:off x="9829800" y="4200525"/>
            <a:ext cx="190500" cy="190500"/>
          </a:xfrm>
          <a:prstGeom xmlns:a="http://schemas.openxmlformats.org/drawingml/2006/main" prst="rect">
            <a:avLst/>
          </a:prstGeom>
          <a:ln xmlns:a="http://schemas.openxmlformats.org/drawingml/2006/main">
            <a:noFill/>
          </a:ln>
        </p:spPr>
      </p:pic>
      <p:sp>
        <p:nvSpPr>
          <p:cNvPr id="53" name="Text 53">
            <a:extLst xmlns:a="http://schemas.openxmlformats.org/drawingml/2006/main">
              <a:ext uri="{FF2B5EF4-FFF2-40B4-BE49-F238E27FC236}">
                <a16:creationId xmlns:a16="http://schemas.microsoft.com/office/drawing/2014/main" id="{5041407F-F8D4-4054-87DD-6D56C75E442B}"/>
              </a:ext>
            </a:extLst>
          </p:cNvPr>
          <p:cNvSpPr>
            <a:spLocks xmlns:a="http://schemas.openxmlformats.org/drawingml/2006/main" noGrp="1"/>
          </p:cNvSpPr>
          <p:nvPr/>
        </p:nvSpPr>
        <p:spPr>
          <a:xfrm xmlns:a="http://schemas.openxmlformats.org/drawingml/2006/main">
            <a:off x="10191750" y="4057650"/>
            <a:ext cx="9906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200" b="1">
                <a:solidFill>
                  <a:srgbClr val="981B1E"/>
                </a:solidFill>
                <a:latin typeface="Arial"/>
                <a:ea typeface="Arial"/>
                <a:cs typeface="Arial"/>
              </a:rPr>
              <a:t>Analysis</a:t>
            </a:r>
            <a:endParaRPr sz="1200"/>
          </a:p>
          <a:p xmlns:a="http://schemas.openxmlformats.org/drawingml/2006/main">
            <a:pPr algn="l">
              <a:buNone/>
            </a:pPr>
            <a:r>
              <a:rPr sz="1200" b="1">
                <a:solidFill>
                  <a:srgbClr val="981B1E"/>
                </a:solidFill>
                <a:latin typeface="Arial"/>
                <a:ea typeface="Arial"/>
                <a:cs typeface="Arial"/>
              </a:rPr>
              <a:t>HistoryPort</a:t>
            </a:r>
            <a:endParaRPr sz="1200"/>
          </a:p>
        </p:txBody>
      </p:sp>
      <p:sp>
        <p:nvSpPr>
          <p:cNvPr id="54" name="Shape 54">
            <a:extLst xmlns:a="http://schemas.openxmlformats.org/drawingml/2006/main">
              <a:ext uri="{FF2B5EF4-FFF2-40B4-BE49-F238E27FC236}">
                <a16:creationId xmlns:a16="http://schemas.microsoft.com/office/drawing/2014/main" id="{8B4AB392-335F-4065-8D49-365A703C79B8}"/>
              </a:ext>
            </a:extLst>
          </p:cNvPr>
          <p:cNvSpPr>
            <a:spLocks xmlns:a="http://schemas.openxmlformats.org/drawingml/2006/main" noGrp="1"/>
          </p:cNvSpPr>
          <p:nvPr/>
        </p:nvSpPr>
        <p:spPr>
          <a:xfrm xmlns:a="http://schemas.openxmlformats.org/drawingml/2006/main">
            <a:off x="9620250" y="4800600"/>
            <a:ext cx="1657350" cy="9144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55" name="Shape 55">
            <a:extLst xmlns:a="http://schemas.openxmlformats.org/drawingml/2006/main">
              <a:ext uri="{FF2B5EF4-FFF2-40B4-BE49-F238E27FC236}">
                <a16:creationId xmlns:a16="http://schemas.microsoft.com/office/drawing/2014/main" id="{B88C75B3-C250-4234-BE66-BCB5DF9AFF79}"/>
              </a:ext>
            </a:extLst>
          </p:cNvPr>
          <p:cNvSpPr>
            <a:spLocks xmlns:a="http://schemas.openxmlformats.org/drawingml/2006/main" noGrp="1"/>
          </p:cNvSpPr>
          <p:nvPr/>
        </p:nvSpPr>
        <p:spPr>
          <a:xfrm xmlns:a="http://schemas.openxmlformats.org/drawingml/2006/main">
            <a:off x="9620250" y="4800600"/>
            <a:ext cx="1657350" cy="47625"/>
          </a:xfrm>
          <a:prstGeom xmlns:a="http://schemas.openxmlformats.org/drawingml/2006/main" prst="rect">
            <a:avLst/>
          </a:prstGeom>
          <a:solidFill xmlns:a="http://schemas.openxmlformats.org/drawingml/2006/main">
            <a:srgbClr val="384754"/>
          </a:solidFill>
          <a:ln xmlns:a="http://schemas.openxmlformats.org/drawingml/2006/main" w="12700">
            <a:solidFill>
              <a:srgbClr val="384754"/>
            </a:solidFill>
          </a:ln>
        </p:spPr>
      </p:sp>
      <p:sp>
        <p:nvSpPr>
          <p:cNvPr id="56" name="Text 56">
            <a:extLst xmlns:a="http://schemas.openxmlformats.org/drawingml/2006/main">
              <a:ext uri="{FF2B5EF4-FFF2-40B4-BE49-F238E27FC236}">
                <a16:creationId xmlns:a16="http://schemas.microsoft.com/office/drawing/2014/main" id="{962D6BC2-1276-4943-B0FE-415E05DD99E1}"/>
              </a:ext>
            </a:extLst>
          </p:cNvPr>
          <p:cNvSpPr>
            <a:spLocks xmlns:a="http://schemas.openxmlformats.org/drawingml/2006/main" noGrp="1"/>
          </p:cNvSpPr>
          <p:nvPr/>
        </p:nvSpPr>
        <p:spPr>
          <a:xfrm xmlns:a="http://schemas.openxmlformats.org/drawingml/2006/main">
            <a:off x="9715500" y="4953000"/>
            <a:ext cx="1466850" cy="609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400" b="0">
                <a:solidFill>
                  <a:srgbClr val="17212B"/>
                </a:solidFill>
                <a:latin typeface="Arial"/>
                <a:ea typeface="Arial"/>
                <a:cs typeface="Arial"/>
              </a:rPr>
              <a:t>Hibernate/JPA</a:t>
            </a:r>
            <a:endParaRPr sz="1400"/>
          </a:p>
          <a:p xmlns:a="http://schemas.openxmlformats.org/drawingml/2006/main">
            <a:pPr algn="ctr">
              <a:buNone/>
            </a:pPr>
            <a:r>
              <a:rPr sz="1400" b="0">
                <a:solidFill>
                  <a:srgbClr val="17212B"/>
                </a:solidFill>
                <a:latin typeface="Arial"/>
                <a:ea typeface="Arial"/>
                <a:cs typeface="Arial"/>
              </a:rPr>
              <a:t>Flyway schema</a:t>
            </a:r>
            <a:endParaRPr sz="1400"/>
          </a:p>
        </p:txBody>
      </p:sp>
      <p:sp>
        <p:nvSpPr>
          <p:cNvPr id="57" name="Text 57">
            <a:extLst xmlns:a="http://schemas.openxmlformats.org/drawingml/2006/main">
              <a:ext uri="{FF2B5EF4-FFF2-40B4-BE49-F238E27FC236}">
                <a16:creationId xmlns:a16="http://schemas.microsoft.com/office/drawing/2014/main" id="{980ADA80-24D5-4982-B590-2062EF855F85}"/>
              </a:ext>
            </a:extLst>
          </p:cNvPr>
          <p:cNvSpPr>
            <a:spLocks xmlns:a="http://schemas.openxmlformats.org/drawingml/2006/main" noGrp="1"/>
          </p:cNvSpPr>
          <p:nvPr/>
        </p:nvSpPr>
        <p:spPr>
          <a:xfrm xmlns:a="http://schemas.openxmlformats.org/drawingml/2006/main">
            <a:off x="952500" y="5943600"/>
            <a:ext cx="102870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700" b="1">
                <a:solidFill>
                  <a:srgbClr val="5D6873"/>
                </a:solidFill>
                <a:latin typeface="Arial"/>
                <a:ea typeface="Arial"/>
                <a:cs typeface="Arial"/>
              </a:rPr>
              <a:t>Framework and provider types stop at the adapter boundary</a:t>
            </a:r>
            <a:endParaRPr sz="1700"/>
          </a:p>
        </p:txBody>
      </p:sp>
      <p:sp>
        <p:nvSpPr>
          <p:cNvPr id="58" name="Connector 58">
            <a:extLst xmlns:a="http://schemas.openxmlformats.org/drawingml/2006/main">
              <a:ext uri="{FF2B5EF4-FFF2-40B4-BE49-F238E27FC236}">
                <a16:creationId xmlns:a16="http://schemas.microsoft.com/office/drawing/2014/main" id="{FD1054C6-4CFB-426A-9863-EB374C93BBAF}"/>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D9DEE3"/>
            </a:solidFill>
          </a:ln>
        </p:spPr>
      </p:sp>
      <p:sp>
        <p:nvSpPr>
          <p:cNvPr id="59" name="Text 59">
            <a:extLst xmlns:a="http://schemas.openxmlformats.org/drawingml/2006/main">
              <a:ext uri="{FF2B5EF4-FFF2-40B4-BE49-F238E27FC236}">
                <a16:creationId xmlns:a16="http://schemas.microsoft.com/office/drawing/2014/main" id="{132F8E8F-D247-4138-8D7C-F74824F83615}"/>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CUSTOMER ACTIVITY ANALYTICS</a:t>
            </a:r>
            <a:endParaRPr sz="1000"/>
          </a:p>
        </p:txBody>
      </p:sp>
      <p:sp>
        <p:nvSpPr>
          <p:cNvPr id="60" name="Text 60">
            <a:extLst xmlns:a="http://schemas.openxmlformats.org/drawingml/2006/main">
              <a:ext uri="{FF2B5EF4-FFF2-40B4-BE49-F238E27FC236}">
                <a16:creationId xmlns:a16="http://schemas.microsoft.com/office/drawing/2014/main" id="{C71710FF-CCFE-4001-970D-13A7F6B66034}"/>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7</a:t>
            </a:r>
            <a:endParaRPr sz="1000"/>
          </a:p>
        </p:txBody>
      </p:sp>
    </p:spTree>
    <p:extLst>
      <p:ext uri="{BB962C8B-B14F-4D97-AF65-F5344CB8AC3E}">
        <p14:creationId xmlns:p14="http://schemas.microsoft.com/office/powerpoint/2010/main" val="1361436018"/>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19F0A7C7-B14B-4CB3-8874-3D781BE1FB47}"/>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CONCENTRIC DELIVERY</a:t>
            </a:r>
            <a:endParaRPr sz="1100"/>
          </a:p>
        </p:txBody>
      </p:sp>
      <p:sp>
        <p:nvSpPr>
          <p:cNvPr id="3" name="Text 3">
            <a:extLst xmlns:a="http://schemas.openxmlformats.org/drawingml/2006/main">
              <a:ext uri="{FF2B5EF4-FFF2-40B4-BE49-F238E27FC236}">
                <a16:creationId xmlns:a16="http://schemas.microsoft.com/office/drawing/2014/main" id="{B4525BBF-2C90-4212-A7BB-ADDBFBBA0F7E}"/>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Six delivery rings kept one deployable shell reviewable throughout the build</a:t>
            </a:r>
            <a:endParaRPr sz="3000"/>
          </a:p>
        </p:txBody>
      </p:sp>
      <p:sp>
        <p:nvSpPr>
          <p:cNvPr id="4" name="Shape 4">
            <a:extLst xmlns:a="http://schemas.openxmlformats.org/drawingml/2006/main">
              <a:ext uri="{FF2B5EF4-FFF2-40B4-BE49-F238E27FC236}">
                <a16:creationId xmlns:a16="http://schemas.microsoft.com/office/drawing/2014/main" id="{B5035431-7D33-4A13-9675-21A526AFD024}"/>
              </a:ext>
            </a:extLst>
          </p:cNvPr>
          <p:cNvSpPr>
            <a:spLocks xmlns:a="http://schemas.openxmlformats.org/drawingml/2006/main" noGrp="1"/>
          </p:cNvSpPr>
          <p:nvPr/>
        </p:nvSpPr>
        <p:spPr>
          <a:xfrm xmlns:a="http://schemas.openxmlformats.org/drawingml/2006/main">
            <a:off x="704850" y="1619250"/>
            <a:ext cx="4095750" cy="4095750"/>
          </a:xfrm>
          <a:prstGeom xmlns:a="http://schemas.openxmlformats.org/drawingml/2006/main" prst="ellipse">
            <a:avLst/>
          </a:prstGeom>
          <a:noFill xmlns:a="http://schemas.openxmlformats.org/drawingml/2006/main"/>
          <a:ln xmlns:a="http://schemas.openxmlformats.org/drawingml/2006/main" w="38100">
            <a:solidFill>
              <a:srgbClr val="981B1E"/>
            </a:solidFill>
          </a:ln>
        </p:spPr>
      </p:sp>
      <p:sp>
        <p:nvSpPr>
          <p:cNvPr id="5" name="Shape 5">
            <a:extLst xmlns:a="http://schemas.openxmlformats.org/drawingml/2006/main">
              <a:ext uri="{FF2B5EF4-FFF2-40B4-BE49-F238E27FC236}">
                <a16:creationId xmlns:a16="http://schemas.microsoft.com/office/drawing/2014/main" id="{7C1898E6-78A5-41A5-9A73-9D559C53C76D}"/>
              </a:ext>
            </a:extLst>
          </p:cNvPr>
          <p:cNvSpPr>
            <a:spLocks xmlns:a="http://schemas.openxmlformats.org/drawingml/2006/main" noGrp="1"/>
          </p:cNvSpPr>
          <p:nvPr/>
        </p:nvSpPr>
        <p:spPr>
          <a:xfrm xmlns:a="http://schemas.openxmlformats.org/drawingml/2006/main">
            <a:off x="990600" y="1905000"/>
            <a:ext cx="3524250" cy="3524250"/>
          </a:xfrm>
          <a:prstGeom xmlns:a="http://schemas.openxmlformats.org/drawingml/2006/main" prst="ellipse">
            <a:avLst/>
          </a:prstGeom>
          <a:noFill xmlns:a="http://schemas.openxmlformats.org/drawingml/2006/main"/>
          <a:ln xmlns:a="http://schemas.openxmlformats.org/drawingml/2006/main" w="38100">
            <a:solidFill>
              <a:srgbClr val="D71920"/>
            </a:solidFill>
          </a:ln>
        </p:spPr>
      </p:sp>
      <p:sp>
        <p:nvSpPr>
          <p:cNvPr id="6" name="Shape 6">
            <a:extLst xmlns:a="http://schemas.openxmlformats.org/drawingml/2006/main">
              <a:ext uri="{FF2B5EF4-FFF2-40B4-BE49-F238E27FC236}">
                <a16:creationId xmlns:a16="http://schemas.microsoft.com/office/drawing/2014/main" id="{4839C14E-597C-4A2E-994C-F74975429A6D}"/>
              </a:ext>
            </a:extLst>
          </p:cNvPr>
          <p:cNvSpPr>
            <a:spLocks xmlns:a="http://schemas.openxmlformats.org/drawingml/2006/main" noGrp="1"/>
          </p:cNvSpPr>
          <p:nvPr/>
        </p:nvSpPr>
        <p:spPr>
          <a:xfrm xmlns:a="http://schemas.openxmlformats.org/drawingml/2006/main">
            <a:off x="1276350" y="2190750"/>
            <a:ext cx="2952750" cy="2952750"/>
          </a:xfrm>
          <a:prstGeom xmlns:a="http://schemas.openxmlformats.org/drawingml/2006/main" prst="ellipse">
            <a:avLst/>
          </a:prstGeom>
          <a:noFill xmlns:a="http://schemas.openxmlformats.org/drawingml/2006/main"/>
          <a:ln xmlns:a="http://schemas.openxmlformats.org/drawingml/2006/main" w="25400">
            <a:solidFill>
              <a:srgbClr val="C94D52"/>
            </a:solidFill>
          </a:ln>
        </p:spPr>
      </p:sp>
      <p:sp>
        <p:nvSpPr>
          <p:cNvPr id="7" name="Shape 7">
            <a:extLst xmlns:a="http://schemas.openxmlformats.org/drawingml/2006/main">
              <a:ext uri="{FF2B5EF4-FFF2-40B4-BE49-F238E27FC236}">
                <a16:creationId xmlns:a16="http://schemas.microsoft.com/office/drawing/2014/main" id="{92DA1D23-2B8C-4390-B99F-206D9CF25CCF}"/>
              </a:ext>
            </a:extLst>
          </p:cNvPr>
          <p:cNvSpPr>
            <a:spLocks xmlns:a="http://schemas.openxmlformats.org/drawingml/2006/main" noGrp="1"/>
          </p:cNvSpPr>
          <p:nvPr/>
        </p:nvSpPr>
        <p:spPr>
          <a:xfrm xmlns:a="http://schemas.openxmlformats.org/drawingml/2006/main">
            <a:off x="1562100" y="2476500"/>
            <a:ext cx="2381250" cy="2381250"/>
          </a:xfrm>
          <a:prstGeom xmlns:a="http://schemas.openxmlformats.org/drawingml/2006/main" prst="ellipse">
            <a:avLst/>
          </a:prstGeom>
          <a:noFill xmlns:a="http://schemas.openxmlformats.org/drawingml/2006/main"/>
          <a:ln xmlns:a="http://schemas.openxmlformats.org/drawingml/2006/main" w="25400">
            <a:solidFill>
              <a:srgbClr val="977176"/>
            </a:solidFill>
          </a:ln>
        </p:spPr>
      </p:sp>
      <p:sp>
        <p:nvSpPr>
          <p:cNvPr id="8" name="Shape 8">
            <a:extLst xmlns:a="http://schemas.openxmlformats.org/drawingml/2006/main">
              <a:ext uri="{FF2B5EF4-FFF2-40B4-BE49-F238E27FC236}">
                <a16:creationId xmlns:a16="http://schemas.microsoft.com/office/drawing/2014/main" id="{9D0C1263-BF3E-48B5-A066-B3C354258EC4}"/>
              </a:ext>
            </a:extLst>
          </p:cNvPr>
          <p:cNvSpPr>
            <a:spLocks xmlns:a="http://schemas.openxmlformats.org/drawingml/2006/main" noGrp="1"/>
          </p:cNvSpPr>
          <p:nvPr/>
        </p:nvSpPr>
        <p:spPr>
          <a:xfrm xmlns:a="http://schemas.openxmlformats.org/drawingml/2006/main">
            <a:off x="1847850" y="2762250"/>
            <a:ext cx="1809750" cy="1809750"/>
          </a:xfrm>
          <a:prstGeom xmlns:a="http://schemas.openxmlformats.org/drawingml/2006/main" prst="ellipse">
            <a:avLst/>
          </a:prstGeom>
          <a:noFill xmlns:a="http://schemas.openxmlformats.org/drawingml/2006/main"/>
          <a:ln xmlns:a="http://schemas.openxmlformats.org/drawingml/2006/main" w="25400">
            <a:solidFill>
              <a:srgbClr val="2A5B84"/>
            </a:solidFill>
          </a:ln>
        </p:spPr>
      </p:sp>
      <p:sp>
        <p:nvSpPr>
          <p:cNvPr id="9" name="Shape 9">
            <a:extLst xmlns:a="http://schemas.openxmlformats.org/drawingml/2006/main">
              <a:ext uri="{FF2B5EF4-FFF2-40B4-BE49-F238E27FC236}">
                <a16:creationId xmlns:a16="http://schemas.microsoft.com/office/drawing/2014/main" id="{E4383AA7-686C-4F34-8DEA-1E8CF6D2B133}"/>
              </a:ext>
            </a:extLst>
          </p:cNvPr>
          <p:cNvSpPr>
            <a:spLocks xmlns:a="http://schemas.openxmlformats.org/drawingml/2006/main" noGrp="1"/>
          </p:cNvSpPr>
          <p:nvPr/>
        </p:nvSpPr>
        <p:spPr>
          <a:xfrm xmlns:a="http://schemas.openxmlformats.org/drawingml/2006/main">
            <a:off x="2228850" y="3143250"/>
            <a:ext cx="1047750" cy="1047750"/>
          </a:xfrm>
          <a:prstGeom xmlns:a="http://schemas.openxmlformats.org/drawingml/2006/main" prst="ellipse">
            <a:avLst/>
          </a:prstGeom>
          <a:solidFill xmlns:a="http://schemas.openxmlformats.org/drawingml/2006/main">
            <a:srgbClr val="FCEBEC"/>
          </a:solidFill>
          <a:ln xmlns:a="http://schemas.openxmlformats.org/drawingml/2006/main" w="25400">
            <a:solidFill>
              <a:srgbClr val="17212B"/>
            </a:solidFill>
          </a:ln>
        </p:spPr>
      </p:sp>
      <p:sp>
        <p:nvSpPr>
          <p:cNvPr id="10" name="Text 10">
            <a:extLst xmlns:a="http://schemas.openxmlformats.org/drawingml/2006/main">
              <a:ext uri="{FF2B5EF4-FFF2-40B4-BE49-F238E27FC236}">
                <a16:creationId xmlns:a16="http://schemas.microsoft.com/office/drawing/2014/main" id="{AE14FF3C-C007-4E19-AD9C-083B5A98A68D}"/>
              </a:ext>
            </a:extLst>
          </p:cNvPr>
          <p:cNvSpPr>
            <a:spLocks xmlns:a="http://schemas.openxmlformats.org/drawingml/2006/main" noGrp="1"/>
          </p:cNvSpPr>
          <p:nvPr/>
        </p:nvSpPr>
        <p:spPr>
          <a:xfrm xmlns:a="http://schemas.openxmlformats.org/drawingml/2006/main">
            <a:off x="2428875" y="3314700"/>
            <a:ext cx="64770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2200" b="1">
                <a:solidFill>
                  <a:srgbClr val="17212B"/>
                </a:solidFill>
                <a:latin typeface="Arial"/>
                <a:ea typeface="Arial"/>
                <a:cs typeface="Arial"/>
              </a:rPr>
              <a:t>R0</a:t>
            </a:r>
            <a:endParaRPr sz="2200"/>
          </a:p>
        </p:txBody>
      </p:sp>
      <p:sp>
        <p:nvSpPr>
          <p:cNvPr id="11" name="Text 11">
            <a:extLst xmlns:a="http://schemas.openxmlformats.org/drawingml/2006/main">
              <a:ext uri="{FF2B5EF4-FFF2-40B4-BE49-F238E27FC236}">
                <a16:creationId xmlns:a16="http://schemas.microsoft.com/office/drawing/2014/main" id="{48661D39-D47F-4D1E-83AB-4295A85B4C41}"/>
              </a:ext>
            </a:extLst>
          </p:cNvPr>
          <p:cNvSpPr>
            <a:spLocks xmlns:a="http://schemas.openxmlformats.org/drawingml/2006/main" noGrp="1"/>
          </p:cNvSpPr>
          <p:nvPr/>
        </p:nvSpPr>
        <p:spPr>
          <a:xfrm xmlns:a="http://schemas.openxmlformats.org/drawingml/2006/main">
            <a:off x="2428875" y="2800350"/>
            <a:ext cx="6477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2A5B84"/>
                </a:solidFill>
                <a:latin typeface="Arial"/>
                <a:ea typeface="Arial"/>
                <a:cs typeface="Arial"/>
              </a:rPr>
              <a:t>R1</a:t>
            </a:r>
            <a:endParaRPr sz="1300"/>
          </a:p>
        </p:txBody>
      </p:sp>
      <p:sp>
        <p:nvSpPr>
          <p:cNvPr id="12" name="Text 12">
            <a:extLst xmlns:a="http://schemas.openxmlformats.org/drawingml/2006/main">
              <a:ext uri="{FF2B5EF4-FFF2-40B4-BE49-F238E27FC236}">
                <a16:creationId xmlns:a16="http://schemas.microsoft.com/office/drawing/2014/main" id="{9A013216-21C1-4CFA-9441-F502D3086881}"/>
              </a:ext>
            </a:extLst>
          </p:cNvPr>
          <p:cNvSpPr>
            <a:spLocks xmlns:a="http://schemas.openxmlformats.org/drawingml/2006/main" noGrp="1"/>
          </p:cNvSpPr>
          <p:nvPr/>
        </p:nvSpPr>
        <p:spPr>
          <a:xfrm xmlns:a="http://schemas.openxmlformats.org/drawingml/2006/main">
            <a:off x="2428875" y="2514600"/>
            <a:ext cx="6477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977176"/>
                </a:solidFill>
                <a:latin typeface="Arial"/>
                <a:ea typeface="Arial"/>
                <a:cs typeface="Arial"/>
              </a:rPr>
              <a:t>R2</a:t>
            </a:r>
            <a:endParaRPr sz="1300"/>
          </a:p>
        </p:txBody>
      </p:sp>
      <p:sp>
        <p:nvSpPr>
          <p:cNvPr id="13" name="Text 13">
            <a:extLst xmlns:a="http://schemas.openxmlformats.org/drawingml/2006/main">
              <a:ext uri="{FF2B5EF4-FFF2-40B4-BE49-F238E27FC236}">
                <a16:creationId xmlns:a16="http://schemas.microsoft.com/office/drawing/2014/main" id="{F7D560EB-3F26-4E23-AF4C-FED05442DD0C}"/>
              </a:ext>
            </a:extLst>
          </p:cNvPr>
          <p:cNvSpPr>
            <a:spLocks xmlns:a="http://schemas.openxmlformats.org/drawingml/2006/main" noGrp="1"/>
          </p:cNvSpPr>
          <p:nvPr/>
        </p:nvSpPr>
        <p:spPr>
          <a:xfrm xmlns:a="http://schemas.openxmlformats.org/drawingml/2006/main">
            <a:off x="2428875" y="2228850"/>
            <a:ext cx="6477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C94D52"/>
                </a:solidFill>
                <a:latin typeface="Arial"/>
                <a:ea typeface="Arial"/>
                <a:cs typeface="Arial"/>
              </a:rPr>
              <a:t>R3</a:t>
            </a:r>
            <a:endParaRPr sz="1300"/>
          </a:p>
        </p:txBody>
      </p:sp>
      <p:sp>
        <p:nvSpPr>
          <p:cNvPr id="14" name="Text 14">
            <a:extLst xmlns:a="http://schemas.openxmlformats.org/drawingml/2006/main">
              <a:ext uri="{FF2B5EF4-FFF2-40B4-BE49-F238E27FC236}">
                <a16:creationId xmlns:a16="http://schemas.microsoft.com/office/drawing/2014/main" id="{EEBDAEE9-1282-478C-93A1-592030FEF844}"/>
              </a:ext>
            </a:extLst>
          </p:cNvPr>
          <p:cNvSpPr>
            <a:spLocks xmlns:a="http://schemas.openxmlformats.org/drawingml/2006/main" noGrp="1"/>
          </p:cNvSpPr>
          <p:nvPr/>
        </p:nvSpPr>
        <p:spPr>
          <a:xfrm xmlns:a="http://schemas.openxmlformats.org/drawingml/2006/main">
            <a:off x="2428875" y="1943100"/>
            <a:ext cx="6477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D71920"/>
                </a:solidFill>
                <a:latin typeface="Arial"/>
                <a:ea typeface="Arial"/>
                <a:cs typeface="Arial"/>
              </a:rPr>
              <a:t>R4</a:t>
            </a:r>
            <a:endParaRPr sz="1300"/>
          </a:p>
        </p:txBody>
      </p:sp>
      <p:sp>
        <p:nvSpPr>
          <p:cNvPr id="15" name="Text 15">
            <a:extLst xmlns:a="http://schemas.openxmlformats.org/drawingml/2006/main">
              <a:ext uri="{FF2B5EF4-FFF2-40B4-BE49-F238E27FC236}">
                <a16:creationId xmlns:a16="http://schemas.microsoft.com/office/drawing/2014/main" id="{1E596873-9E67-4C24-A7AB-AEEC5FC3769E}"/>
              </a:ext>
            </a:extLst>
          </p:cNvPr>
          <p:cNvSpPr>
            <a:spLocks xmlns:a="http://schemas.openxmlformats.org/drawingml/2006/main" noGrp="1"/>
          </p:cNvSpPr>
          <p:nvPr/>
        </p:nvSpPr>
        <p:spPr>
          <a:xfrm xmlns:a="http://schemas.openxmlformats.org/drawingml/2006/main">
            <a:off x="2428875" y="1657350"/>
            <a:ext cx="6477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981B1E"/>
                </a:solidFill>
                <a:latin typeface="Arial"/>
                <a:ea typeface="Arial"/>
                <a:cs typeface="Arial"/>
              </a:rPr>
              <a:t>R5</a:t>
            </a:r>
            <a:endParaRPr sz="1300"/>
          </a:p>
        </p:txBody>
      </p:sp>
      <p:sp>
        <p:nvSpPr>
          <p:cNvPr id="16" name="Text 16">
            <a:extLst xmlns:a="http://schemas.openxmlformats.org/drawingml/2006/main">
              <a:ext uri="{FF2B5EF4-FFF2-40B4-BE49-F238E27FC236}">
                <a16:creationId xmlns:a16="http://schemas.microsoft.com/office/drawing/2014/main" id="{AAE7C0E6-241C-49B9-8C4E-F0958F1AA142}"/>
              </a:ext>
            </a:extLst>
          </p:cNvPr>
          <p:cNvSpPr>
            <a:spLocks xmlns:a="http://schemas.openxmlformats.org/drawingml/2006/main" noGrp="1"/>
          </p:cNvSpPr>
          <p:nvPr/>
        </p:nvSpPr>
        <p:spPr>
          <a:xfrm xmlns:a="http://schemas.openxmlformats.org/drawingml/2006/main">
            <a:off x="5429250" y="1714500"/>
            <a:ext cx="4572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17212B"/>
                </a:solidFill>
                <a:latin typeface="Arial"/>
                <a:ea typeface="Arial"/>
                <a:cs typeface="Arial"/>
              </a:rPr>
              <a:t>R0</a:t>
            </a:r>
            <a:endParaRPr sz="1500"/>
          </a:p>
        </p:txBody>
      </p:sp>
      <p:sp>
        <p:nvSpPr>
          <p:cNvPr id="17" name="Connector 17">
            <a:extLst xmlns:a="http://schemas.openxmlformats.org/drawingml/2006/main">
              <a:ext uri="{FF2B5EF4-FFF2-40B4-BE49-F238E27FC236}">
                <a16:creationId xmlns:a16="http://schemas.microsoft.com/office/drawing/2014/main" id="{757B1991-2AC8-4D0D-8C62-3274DF1E042A}"/>
              </a:ext>
            </a:extLst>
          </p:cNvPr>
          <p:cNvSpPr>
            <a:spLocks xmlns:a="http://schemas.openxmlformats.org/drawingml/2006/main" noGrp="1"/>
          </p:cNvSpPr>
          <p:nvPr/>
        </p:nvSpPr>
        <p:spPr>
          <a:xfrm xmlns:a="http://schemas.openxmlformats.org/drawingml/2006/main">
            <a:off x="5981700" y="1847850"/>
            <a:ext cx="419100" cy="0"/>
          </a:xfrm>
          <a:prstGeom xmlns:a="http://schemas.openxmlformats.org/drawingml/2006/main" prst="line">
            <a:avLst/>
          </a:prstGeom>
          <a:ln xmlns:a="http://schemas.openxmlformats.org/drawingml/2006/main" w="25400">
            <a:solidFill>
              <a:srgbClr val="D9DEE3"/>
            </a:solidFill>
          </a:ln>
        </p:spPr>
      </p:sp>
      <p:sp>
        <p:nvSpPr>
          <p:cNvPr id="18" name="Text 18">
            <a:extLst xmlns:a="http://schemas.openxmlformats.org/drawingml/2006/main">
              <a:ext uri="{FF2B5EF4-FFF2-40B4-BE49-F238E27FC236}">
                <a16:creationId xmlns:a16="http://schemas.microsoft.com/office/drawing/2014/main" id="{6E7ABC2C-85B2-437E-A474-9E6E01BE27D3}"/>
              </a:ext>
            </a:extLst>
          </p:cNvPr>
          <p:cNvSpPr>
            <a:spLocks xmlns:a="http://schemas.openxmlformats.org/drawingml/2006/main" noGrp="1"/>
          </p:cNvSpPr>
          <p:nvPr/>
        </p:nvSpPr>
        <p:spPr>
          <a:xfrm xmlns:a="http://schemas.openxmlformats.org/drawingml/2006/main">
            <a:off x="6534150" y="1695450"/>
            <a:ext cx="447675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700" b="1">
                <a:solidFill>
                  <a:srgbClr val="17212B"/>
                </a:solidFill>
                <a:latin typeface="Arial"/>
                <a:ea typeface="Arial"/>
                <a:cs typeface="Arial"/>
              </a:rPr>
              <a:t>Deployable hollow shell</a:t>
            </a:r>
            <a:endParaRPr sz="1700"/>
          </a:p>
        </p:txBody>
      </p:sp>
      <p:sp>
        <p:nvSpPr>
          <p:cNvPr id="19" name="Text 19">
            <a:extLst xmlns:a="http://schemas.openxmlformats.org/drawingml/2006/main">
              <a:ext uri="{FF2B5EF4-FFF2-40B4-BE49-F238E27FC236}">
                <a16:creationId xmlns:a16="http://schemas.microsoft.com/office/drawing/2014/main" id="{737748B6-4948-4BDA-9C6B-6CA7E567BFBD}"/>
              </a:ext>
            </a:extLst>
          </p:cNvPr>
          <p:cNvSpPr>
            <a:spLocks xmlns:a="http://schemas.openxmlformats.org/drawingml/2006/main" noGrp="1"/>
          </p:cNvSpPr>
          <p:nvPr/>
        </p:nvSpPr>
        <p:spPr>
          <a:xfrm xmlns:a="http://schemas.openxmlformats.org/drawingml/2006/main">
            <a:off x="6534150" y="1962150"/>
            <a:ext cx="44767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0">
                <a:solidFill>
                  <a:srgbClr val="5D6873"/>
                </a:solidFill>
                <a:latin typeface="Arial"/>
                <a:ea typeface="Arial"/>
                <a:cs typeface="Arial"/>
              </a:rPr>
              <a:t>Same browser, API, ports and packaging</a:t>
            </a:r>
            <a:endParaRPr sz="1400"/>
          </a:p>
        </p:txBody>
      </p:sp>
      <p:sp>
        <p:nvSpPr>
          <p:cNvPr id="20" name="Text 20">
            <a:extLst xmlns:a="http://schemas.openxmlformats.org/drawingml/2006/main">
              <a:ext uri="{FF2B5EF4-FFF2-40B4-BE49-F238E27FC236}">
                <a16:creationId xmlns:a16="http://schemas.microsoft.com/office/drawing/2014/main" id="{519F192A-E984-479E-B561-8DFDE1D449C1}"/>
              </a:ext>
            </a:extLst>
          </p:cNvPr>
          <p:cNvSpPr>
            <a:spLocks xmlns:a="http://schemas.openxmlformats.org/drawingml/2006/main" noGrp="1"/>
          </p:cNvSpPr>
          <p:nvPr/>
        </p:nvSpPr>
        <p:spPr>
          <a:xfrm xmlns:a="http://schemas.openxmlformats.org/drawingml/2006/main">
            <a:off x="5429250" y="2362200"/>
            <a:ext cx="4572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17212B"/>
                </a:solidFill>
                <a:latin typeface="Arial"/>
                <a:ea typeface="Arial"/>
                <a:cs typeface="Arial"/>
              </a:rPr>
              <a:t>R1</a:t>
            </a:r>
            <a:endParaRPr sz="1500"/>
          </a:p>
        </p:txBody>
      </p:sp>
      <p:sp>
        <p:nvSpPr>
          <p:cNvPr id="21" name="Connector 21">
            <a:extLst xmlns:a="http://schemas.openxmlformats.org/drawingml/2006/main">
              <a:ext uri="{FF2B5EF4-FFF2-40B4-BE49-F238E27FC236}">
                <a16:creationId xmlns:a16="http://schemas.microsoft.com/office/drawing/2014/main" id="{DE6C027E-E276-4B9D-99CF-4B01B2D13E41}"/>
              </a:ext>
            </a:extLst>
          </p:cNvPr>
          <p:cNvSpPr>
            <a:spLocks xmlns:a="http://schemas.openxmlformats.org/drawingml/2006/main" noGrp="1"/>
          </p:cNvSpPr>
          <p:nvPr/>
        </p:nvSpPr>
        <p:spPr>
          <a:xfrm xmlns:a="http://schemas.openxmlformats.org/drawingml/2006/main">
            <a:off x="5981700" y="2495550"/>
            <a:ext cx="419100" cy="0"/>
          </a:xfrm>
          <a:prstGeom xmlns:a="http://schemas.openxmlformats.org/drawingml/2006/main" prst="line">
            <a:avLst/>
          </a:prstGeom>
          <a:ln xmlns:a="http://schemas.openxmlformats.org/drawingml/2006/main" w="25400">
            <a:solidFill>
              <a:srgbClr val="D9DEE3"/>
            </a:solidFill>
          </a:ln>
        </p:spPr>
      </p:sp>
      <p:sp>
        <p:nvSpPr>
          <p:cNvPr id="22" name="Text 22">
            <a:extLst xmlns:a="http://schemas.openxmlformats.org/drawingml/2006/main">
              <a:ext uri="{FF2B5EF4-FFF2-40B4-BE49-F238E27FC236}">
                <a16:creationId xmlns:a16="http://schemas.microsoft.com/office/drawing/2014/main" id="{34676AF3-0257-47E5-9102-1EBCF6D994E5}"/>
              </a:ext>
            </a:extLst>
          </p:cNvPr>
          <p:cNvSpPr>
            <a:spLocks xmlns:a="http://schemas.openxmlformats.org/drawingml/2006/main" noGrp="1"/>
          </p:cNvSpPr>
          <p:nvPr/>
        </p:nvSpPr>
        <p:spPr>
          <a:xfrm xmlns:a="http://schemas.openxmlformats.org/drawingml/2006/main">
            <a:off x="6534150" y="2343150"/>
            <a:ext cx="447675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700" b="1">
                <a:solidFill>
                  <a:srgbClr val="17212B"/>
                </a:solidFill>
                <a:latin typeface="Arial"/>
                <a:ea typeface="Arial"/>
                <a:cs typeface="Arial"/>
              </a:rPr>
              <a:t>Synthetic customer review</a:t>
            </a:r>
            <a:endParaRPr sz="1700"/>
          </a:p>
        </p:txBody>
      </p:sp>
      <p:sp>
        <p:nvSpPr>
          <p:cNvPr id="23" name="Text 23">
            <a:extLst xmlns:a="http://schemas.openxmlformats.org/drawingml/2006/main">
              <a:ext uri="{FF2B5EF4-FFF2-40B4-BE49-F238E27FC236}">
                <a16:creationId xmlns:a16="http://schemas.microsoft.com/office/drawing/2014/main" id="{D30FFC15-F255-4402-AFD5-7A7BAB042BF4}"/>
              </a:ext>
            </a:extLst>
          </p:cNvPr>
          <p:cNvSpPr>
            <a:spLocks xmlns:a="http://schemas.openxmlformats.org/drawingml/2006/main" noGrp="1"/>
          </p:cNvSpPr>
          <p:nvPr/>
        </p:nvSpPr>
        <p:spPr>
          <a:xfrm xmlns:a="http://schemas.openxmlformats.org/drawingml/2006/main">
            <a:off x="6534150" y="2609850"/>
            <a:ext cx="44767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0">
                <a:solidFill>
                  <a:srgbClr val="5D6873"/>
                </a:solidFill>
                <a:latin typeface="Arial"/>
                <a:ea typeface="Arial"/>
                <a:cs typeface="Arial"/>
              </a:rPr>
              <a:t>First meaningful operator path</a:t>
            </a:r>
            <a:endParaRPr sz="1400"/>
          </a:p>
        </p:txBody>
      </p:sp>
      <p:sp>
        <p:nvSpPr>
          <p:cNvPr id="24" name="Text 24">
            <a:extLst xmlns:a="http://schemas.openxmlformats.org/drawingml/2006/main">
              <a:ext uri="{FF2B5EF4-FFF2-40B4-BE49-F238E27FC236}">
                <a16:creationId xmlns:a16="http://schemas.microsoft.com/office/drawing/2014/main" id="{34C3B353-1177-4909-9CC1-852490154724}"/>
              </a:ext>
            </a:extLst>
          </p:cNvPr>
          <p:cNvSpPr>
            <a:spLocks xmlns:a="http://schemas.openxmlformats.org/drawingml/2006/main" noGrp="1"/>
          </p:cNvSpPr>
          <p:nvPr/>
        </p:nvSpPr>
        <p:spPr>
          <a:xfrm xmlns:a="http://schemas.openxmlformats.org/drawingml/2006/main">
            <a:off x="5429250" y="3009900"/>
            <a:ext cx="4572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17212B"/>
                </a:solidFill>
                <a:latin typeface="Arial"/>
                <a:ea typeface="Arial"/>
                <a:cs typeface="Arial"/>
              </a:rPr>
              <a:t>R2</a:t>
            </a:r>
            <a:endParaRPr sz="1500"/>
          </a:p>
        </p:txBody>
      </p:sp>
      <p:sp>
        <p:nvSpPr>
          <p:cNvPr id="25" name="Connector 25">
            <a:extLst xmlns:a="http://schemas.openxmlformats.org/drawingml/2006/main">
              <a:ext uri="{FF2B5EF4-FFF2-40B4-BE49-F238E27FC236}">
                <a16:creationId xmlns:a16="http://schemas.microsoft.com/office/drawing/2014/main" id="{6497E9F9-B020-4965-BAFC-836531C116DE}"/>
              </a:ext>
            </a:extLst>
          </p:cNvPr>
          <p:cNvSpPr>
            <a:spLocks xmlns:a="http://schemas.openxmlformats.org/drawingml/2006/main" noGrp="1"/>
          </p:cNvSpPr>
          <p:nvPr/>
        </p:nvSpPr>
        <p:spPr>
          <a:xfrm xmlns:a="http://schemas.openxmlformats.org/drawingml/2006/main">
            <a:off x="5981700" y="3143250"/>
            <a:ext cx="419100" cy="0"/>
          </a:xfrm>
          <a:prstGeom xmlns:a="http://schemas.openxmlformats.org/drawingml/2006/main" prst="line">
            <a:avLst/>
          </a:prstGeom>
          <a:ln xmlns:a="http://schemas.openxmlformats.org/drawingml/2006/main" w="25400">
            <a:solidFill>
              <a:srgbClr val="D9DEE3"/>
            </a:solidFill>
          </a:ln>
        </p:spPr>
      </p:sp>
      <p:sp>
        <p:nvSpPr>
          <p:cNvPr id="26" name="Text 26">
            <a:extLst xmlns:a="http://schemas.openxmlformats.org/drawingml/2006/main">
              <a:ext uri="{FF2B5EF4-FFF2-40B4-BE49-F238E27FC236}">
                <a16:creationId xmlns:a16="http://schemas.microsoft.com/office/drawing/2014/main" id="{7AA31F9F-A820-4902-8B3E-A7F1E8D0F341}"/>
              </a:ext>
            </a:extLst>
          </p:cNvPr>
          <p:cNvSpPr>
            <a:spLocks xmlns:a="http://schemas.openxmlformats.org/drawingml/2006/main" noGrp="1"/>
          </p:cNvSpPr>
          <p:nvPr/>
        </p:nvSpPr>
        <p:spPr>
          <a:xfrm xmlns:a="http://schemas.openxmlformats.org/drawingml/2006/main">
            <a:off x="6534150" y="2990850"/>
            <a:ext cx="447675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700" b="1">
                <a:solidFill>
                  <a:srgbClr val="17212B"/>
                </a:solidFill>
                <a:latin typeface="Arial"/>
                <a:ea typeface="Arial"/>
                <a:cs typeface="Arial"/>
              </a:rPr>
              <a:t>Relational substitution</a:t>
            </a:r>
            <a:endParaRPr sz="1700"/>
          </a:p>
        </p:txBody>
      </p:sp>
      <p:sp>
        <p:nvSpPr>
          <p:cNvPr id="27" name="Text 27">
            <a:extLst xmlns:a="http://schemas.openxmlformats.org/drawingml/2006/main">
              <a:ext uri="{FF2B5EF4-FFF2-40B4-BE49-F238E27FC236}">
                <a16:creationId xmlns:a16="http://schemas.microsoft.com/office/drawing/2014/main" id="{CA324C3F-526B-4C13-B6C2-DE5BA9E5192E}"/>
              </a:ext>
            </a:extLst>
          </p:cNvPr>
          <p:cNvSpPr>
            <a:spLocks xmlns:a="http://schemas.openxmlformats.org/drawingml/2006/main" noGrp="1"/>
          </p:cNvSpPr>
          <p:nvPr/>
        </p:nvSpPr>
        <p:spPr>
          <a:xfrm xmlns:a="http://schemas.openxmlformats.org/drawingml/2006/main">
            <a:off x="6534150" y="3257550"/>
            <a:ext cx="44767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0">
                <a:solidFill>
                  <a:srgbClr val="5D6873"/>
                </a:solidFill>
                <a:latin typeface="Arial"/>
                <a:ea typeface="Arial"/>
                <a:cs typeface="Arial"/>
              </a:rPr>
              <a:t>PostgreSQL and source-shaped evidence</a:t>
            </a:r>
            <a:endParaRPr sz="1400"/>
          </a:p>
        </p:txBody>
      </p:sp>
      <p:sp>
        <p:nvSpPr>
          <p:cNvPr id="28" name="Text 28">
            <a:extLst xmlns:a="http://schemas.openxmlformats.org/drawingml/2006/main">
              <a:ext uri="{FF2B5EF4-FFF2-40B4-BE49-F238E27FC236}">
                <a16:creationId xmlns:a16="http://schemas.microsoft.com/office/drawing/2014/main" id="{998935EB-9352-4408-B5A9-4B0C3AC094F6}"/>
              </a:ext>
            </a:extLst>
          </p:cNvPr>
          <p:cNvSpPr>
            <a:spLocks xmlns:a="http://schemas.openxmlformats.org/drawingml/2006/main" noGrp="1"/>
          </p:cNvSpPr>
          <p:nvPr/>
        </p:nvSpPr>
        <p:spPr>
          <a:xfrm xmlns:a="http://schemas.openxmlformats.org/drawingml/2006/main">
            <a:off x="5429250" y="3657600"/>
            <a:ext cx="4572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17212B"/>
                </a:solidFill>
                <a:latin typeface="Arial"/>
                <a:ea typeface="Arial"/>
                <a:cs typeface="Arial"/>
              </a:rPr>
              <a:t>R3</a:t>
            </a:r>
            <a:endParaRPr sz="1500"/>
          </a:p>
        </p:txBody>
      </p:sp>
      <p:sp>
        <p:nvSpPr>
          <p:cNvPr id="29" name="Connector 29">
            <a:extLst xmlns:a="http://schemas.openxmlformats.org/drawingml/2006/main">
              <a:ext uri="{FF2B5EF4-FFF2-40B4-BE49-F238E27FC236}">
                <a16:creationId xmlns:a16="http://schemas.microsoft.com/office/drawing/2014/main" id="{48F54725-F4FF-4323-AE1D-CDB81AD5DF3B}"/>
              </a:ext>
            </a:extLst>
          </p:cNvPr>
          <p:cNvSpPr>
            <a:spLocks xmlns:a="http://schemas.openxmlformats.org/drawingml/2006/main" noGrp="1"/>
          </p:cNvSpPr>
          <p:nvPr/>
        </p:nvSpPr>
        <p:spPr>
          <a:xfrm xmlns:a="http://schemas.openxmlformats.org/drawingml/2006/main">
            <a:off x="5981700" y="3790950"/>
            <a:ext cx="419100" cy="0"/>
          </a:xfrm>
          <a:prstGeom xmlns:a="http://schemas.openxmlformats.org/drawingml/2006/main" prst="line">
            <a:avLst/>
          </a:prstGeom>
          <a:ln xmlns:a="http://schemas.openxmlformats.org/drawingml/2006/main" w="25400">
            <a:solidFill>
              <a:srgbClr val="D9DEE3"/>
            </a:solidFill>
          </a:ln>
        </p:spPr>
      </p:sp>
      <p:sp>
        <p:nvSpPr>
          <p:cNvPr id="30" name="Text 30">
            <a:extLst xmlns:a="http://schemas.openxmlformats.org/drawingml/2006/main">
              <a:ext uri="{FF2B5EF4-FFF2-40B4-BE49-F238E27FC236}">
                <a16:creationId xmlns:a16="http://schemas.microsoft.com/office/drawing/2014/main" id="{5358ACB0-CD1E-4A3F-8F6D-54E2479A0FB7}"/>
              </a:ext>
            </a:extLst>
          </p:cNvPr>
          <p:cNvSpPr>
            <a:spLocks xmlns:a="http://schemas.openxmlformats.org/drawingml/2006/main" noGrp="1"/>
          </p:cNvSpPr>
          <p:nvPr/>
        </p:nvSpPr>
        <p:spPr>
          <a:xfrm xmlns:a="http://schemas.openxmlformats.org/drawingml/2006/main">
            <a:off x="6534150" y="3638550"/>
            <a:ext cx="447675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700" b="1">
                <a:solidFill>
                  <a:srgbClr val="17212B"/>
                </a:solidFill>
                <a:latin typeface="Arial"/>
                <a:ea typeface="Arial"/>
                <a:cs typeface="Arial"/>
              </a:rPr>
              <a:t>Analysis and history</a:t>
            </a:r>
            <a:endParaRPr sz="1700"/>
          </a:p>
        </p:txBody>
      </p:sp>
      <p:sp>
        <p:nvSpPr>
          <p:cNvPr id="31" name="Text 31">
            <a:extLst xmlns:a="http://schemas.openxmlformats.org/drawingml/2006/main">
              <a:ext uri="{FF2B5EF4-FFF2-40B4-BE49-F238E27FC236}">
                <a16:creationId xmlns:a16="http://schemas.microsoft.com/office/drawing/2014/main" id="{3F21BA75-045E-47D6-9E65-AD7FA5B72D92}"/>
              </a:ext>
            </a:extLst>
          </p:cNvPr>
          <p:cNvSpPr>
            <a:spLocks xmlns:a="http://schemas.openxmlformats.org/drawingml/2006/main" noGrp="1"/>
          </p:cNvSpPr>
          <p:nvPr/>
        </p:nvSpPr>
        <p:spPr>
          <a:xfrm xmlns:a="http://schemas.openxmlformats.org/drawingml/2006/main">
            <a:off x="6534150" y="3905250"/>
            <a:ext cx="44767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0">
                <a:solidFill>
                  <a:srgbClr val="5D6873"/>
                </a:solidFill>
                <a:latin typeface="Arial"/>
                <a:ea typeface="Arial"/>
                <a:cs typeface="Arial"/>
              </a:rPr>
              <a:t>Deterministic end-to-end baseline</a:t>
            </a:r>
            <a:endParaRPr sz="1400"/>
          </a:p>
        </p:txBody>
      </p:sp>
      <p:sp>
        <p:nvSpPr>
          <p:cNvPr id="32" name="Text 32">
            <a:extLst xmlns:a="http://schemas.openxmlformats.org/drawingml/2006/main">
              <a:ext uri="{FF2B5EF4-FFF2-40B4-BE49-F238E27FC236}">
                <a16:creationId xmlns:a16="http://schemas.microsoft.com/office/drawing/2014/main" id="{F9C2A09D-DA0A-4F13-94C9-D18DEF284342}"/>
              </a:ext>
            </a:extLst>
          </p:cNvPr>
          <p:cNvSpPr>
            <a:spLocks xmlns:a="http://schemas.openxmlformats.org/drawingml/2006/main" noGrp="1"/>
          </p:cNvSpPr>
          <p:nvPr/>
        </p:nvSpPr>
        <p:spPr>
          <a:xfrm xmlns:a="http://schemas.openxmlformats.org/drawingml/2006/main">
            <a:off x="5429250" y="4305300"/>
            <a:ext cx="4572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D71920"/>
                </a:solidFill>
                <a:latin typeface="Arial"/>
                <a:ea typeface="Arial"/>
                <a:cs typeface="Arial"/>
              </a:rPr>
              <a:t>R4</a:t>
            </a:r>
            <a:endParaRPr sz="1500"/>
          </a:p>
        </p:txBody>
      </p:sp>
      <p:sp>
        <p:nvSpPr>
          <p:cNvPr id="33" name="Connector 33">
            <a:extLst xmlns:a="http://schemas.openxmlformats.org/drawingml/2006/main">
              <a:ext uri="{FF2B5EF4-FFF2-40B4-BE49-F238E27FC236}">
                <a16:creationId xmlns:a16="http://schemas.microsoft.com/office/drawing/2014/main" id="{2729BDBF-CC36-4109-8798-467824738392}"/>
              </a:ext>
            </a:extLst>
          </p:cNvPr>
          <p:cNvSpPr>
            <a:spLocks xmlns:a="http://schemas.openxmlformats.org/drawingml/2006/main" noGrp="1"/>
          </p:cNvSpPr>
          <p:nvPr/>
        </p:nvSpPr>
        <p:spPr>
          <a:xfrm xmlns:a="http://schemas.openxmlformats.org/drawingml/2006/main">
            <a:off x="5981700" y="4438650"/>
            <a:ext cx="419100" cy="0"/>
          </a:xfrm>
          <a:prstGeom xmlns:a="http://schemas.openxmlformats.org/drawingml/2006/main" prst="line">
            <a:avLst/>
          </a:prstGeom>
          <a:ln xmlns:a="http://schemas.openxmlformats.org/drawingml/2006/main" w="25400">
            <a:solidFill>
              <a:srgbClr val="D71920"/>
            </a:solidFill>
          </a:ln>
        </p:spPr>
      </p:sp>
      <p:sp>
        <p:nvSpPr>
          <p:cNvPr id="34" name="Text 34">
            <a:extLst xmlns:a="http://schemas.openxmlformats.org/drawingml/2006/main">
              <a:ext uri="{FF2B5EF4-FFF2-40B4-BE49-F238E27FC236}">
                <a16:creationId xmlns:a16="http://schemas.microsoft.com/office/drawing/2014/main" id="{7A271A61-C2E6-42AE-A204-BF2205FD7417}"/>
              </a:ext>
            </a:extLst>
          </p:cNvPr>
          <p:cNvSpPr>
            <a:spLocks xmlns:a="http://schemas.openxmlformats.org/drawingml/2006/main" noGrp="1"/>
          </p:cNvSpPr>
          <p:nvPr/>
        </p:nvSpPr>
        <p:spPr>
          <a:xfrm xmlns:a="http://schemas.openxmlformats.org/drawingml/2006/main">
            <a:off x="6534150" y="4286250"/>
            <a:ext cx="447675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700" b="1">
                <a:solidFill>
                  <a:srgbClr val="17212B"/>
                </a:solidFill>
                <a:latin typeface="Arial"/>
                <a:ea typeface="Arial"/>
                <a:cs typeface="Arial"/>
              </a:rPr>
              <a:t>Authentication and real retrieval</a:t>
            </a:r>
            <a:endParaRPr sz="1700"/>
          </a:p>
        </p:txBody>
      </p:sp>
      <p:sp>
        <p:nvSpPr>
          <p:cNvPr id="35" name="Text 35">
            <a:extLst xmlns:a="http://schemas.openxmlformats.org/drawingml/2006/main">
              <a:ext uri="{FF2B5EF4-FFF2-40B4-BE49-F238E27FC236}">
                <a16:creationId xmlns:a16="http://schemas.microsoft.com/office/drawing/2014/main" id="{370D52F7-663C-47C8-8B9F-2F423D518329}"/>
              </a:ext>
            </a:extLst>
          </p:cNvPr>
          <p:cNvSpPr>
            <a:spLocks xmlns:a="http://schemas.openxmlformats.org/drawingml/2006/main" noGrp="1"/>
          </p:cNvSpPr>
          <p:nvPr/>
        </p:nvSpPr>
        <p:spPr>
          <a:xfrm xmlns:a="http://schemas.openxmlformats.org/drawingml/2006/main">
            <a:off x="6534150" y="4552950"/>
            <a:ext cx="44767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0">
                <a:solidFill>
                  <a:srgbClr val="5D6873"/>
                </a:solidFill>
                <a:latin typeface="Arial"/>
                <a:ea typeface="Arial"/>
                <a:cs typeface="Arial"/>
              </a:rPr>
              <a:t>Stable authenticated foundation</a:t>
            </a:r>
            <a:endParaRPr sz="1400"/>
          </a:p>
        </p:txBody>
      </p:sp>
      <p:sp>
        <p:nvSpPr>
          <p:cNvPr id="36" name="Text 36">
            <a:extLst xmlns:a="http://schemas.openxmlformats.org/drawingml/2006/main">
              <a:ext uri="{FF2B5EF4-FFF2-40B4-BE49-F238E27FC236}">
                <a16:creationId xmlns:a16="http://schemas.microsoft.com/office/drawing/2014/main" id="{43F89C09-D39F-4F4D-9021-EE09CC653D74}"/>
              </a:ext>
            </a:extLst>
          </p:cNvPr>
          <p:cNvSpPr>
            <a:spLocks xmlns:a="http://schemas.openxmlformats.org/drawingml/2006/main" noGrp="1"/>
          </p:cNvSpPr>
          <p:nvPr/>
        </p:nvSpPr>
        <p:spPr>
          <a:xfrm xmlns:a="http://schemas.openxmlformats.org/drawingml/2006/main">
            <a:off x="5429250" y="4953000"/>
            <a:ext cx="45720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D71920"/>
                </a:solidFill>
                <a:latin typeface="Arial"/>
                <a:ea typeface="Arial"/>
                <a:cs typeface="Arial"/>
              </a:rPr>
              <a:t>R5</a:t>
            </a:r>
            <a:endParaRPr sz="1500"/>
          </a:p>
        </p:txBody>
      </p:sp>
      <p:sp>
        <p:nvSpPr>
          <p:cNvPr id="37" name="Connector 37">
            <a:extLst xmlns:a="http://schemas.openxmlformats.org/drawingml/2006/main">
              <a:ext uri="{FF2B5EF4-FFF2-40B4-BE49-F238E27FC236}">
                <a16:creationId xmlns:a16="http://schemas.microsoft.com/office/drawing/2014/main" id="{BBDAAC46-A7EA-4B17-A6B5-C4E2D101E7B8}"/>
              </a:ext>
            </a:extLst>
          </p:cNvPr>
          <p:cNvSpPr>
            <a:spLocks xmlns:a="http://schemas.openxmlformats.org/drawingml/2006/main" noGrp="1"/>
          </p:cNvSpPr>
          <p:nvPr/>
        </p:nvSpPr>
        <p:spPr>
          <a:xfrm xmlns:a="http://schemas.openxmlformats.org/drawingml/2006/main">
            <a:off x="5981700" y="5086350"/>
            <a:ext cx="419100" cy="0"/>
          </a:xfrm>
          <a:prstGeom xmlns:a="http://schemas.openxmlformats.org/drawingml/2006/main" prst="line">
            <a:avLst/>
          </a:prstGeom>
          <a:ln xmlns:a="http://schemas.openxmlformats.org/drawingml/2006/main" w="25400">
            <a:solidFill>
              <a:srgbClr val="D71920"/>
            </a:solidFill>
          </a:ln>
        </p:spPr>
      </p:sp>
      <p:sp>
        <p:nvSpPr>
          <p:cNvPr id="38" name="Text 38">
            <a:extLst xmlns:a="http://schemas.openxmlformats.org/drawingml/2006/main">
              <a:ext uri="{FF2B5EF4-FFF2-40B4-BE49-F238E27FC236}">
                <a16:creationId xmlns:a16="http://schemas.microsoft.com/office/drawing/2014/main" id="{8C9BE13C-FA7A-45CD-9E60-D5E340AA5CD3}"/>
              </a:ext>
            </a:extLst>
          </p:cNvPr>
          <p:cNvSpPr>
            <a:spLocks xmlns:a="http://schemas.openxmlformats.org/drawingml/2006/main" noGrp="1"/>
          </p:cNvSpPr>
          <p:nvPr/>
        </p:nvSpPr>
        <p:spPr>
          <a:xfrm xmlns:a="http://schemas.openxmlformats.org/drawingml/2006/main">
            <a:off x="6534150" y="4933950"/>
            <a:ext cx="447675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700" b="1">
                <a:solidFill>
                  <a:srgbClr val="17212B"/>
                </a:solidFill>
                <a:latin typeface="Arial"/>
                <a:ea typeface="Arial"/>
                <a:cs typeface="Arial"/>
              </a:rPr>
              <a:t>Full interview runtime</a:t>
            </a:r>
            <a:endParaRPr sz="1700"/>
          </a:p>
        </p:txBody>
      </p:sp>
      <p:sp>
        <p:nvSpPr>
          <p:cNvPr id="39" name="Text 39">
            <a:extLst xmlns:a="http://schemas.openxmlformats.org/drawingml/2006/main">
              <a:ext uri="{FF2B5EF4-FFF2-40B4-BE49-F238E27FC236}">
                <a16:creationId xmlns:a16="http://schemas.microsoft.com/office/drawing/2014/main" id="{CA7570B9-2CF5-4EA9-A915-2E113298D8D2}"/>
              </a:ext>
            </a:extLst>
          </p:cNvPr>
          <p:cNvSpPr>
            <a:spLocks xmlns:a="http://schemas.openxmlformats.org/drawingml/2006/main" noGrp="1"/>
          </p:cNvSpPr>
          <p:nvPr/>
        </p:nvSpPr>
        <p:spPr>
          <a:xfrm xmlns:a="http://schemas.openxmlformats.org/drawingml/2006/main">
            <a:off x="6534150" y="5200650"/>
            <a:ext cx="44767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0">
                <a:solidFill>
                  <a:srgbClr val="5D6873"/>
                </a:solidFill>
                <a:latin typeface="Arial"/>
                <a:ea typeface="Arial"/>
                <a:cs typeface="Arial"/>
              </a:rPr>
              <a:t>Composite + pgvector + local LM Studio</a:t>
            </a:r>
            <a:endParaRPr sz="1400"/>
          </a:p>
        </p:txBody>
      </p:sp>
      <p:sp>
        <p:nvSpPr>
          <p:cNvPr id="40" name="Connector 40">
            <a:extLst xmlns:a="http://schemas.openxmlformats.org/drawingml/2006/main">
              <a:ext uri="{FF2B5EF4-FFF2-40B4-BE49-F238E27FC236}">
                <a16:creationId xmlns:a16="http://schemas.microsoft.com/office/drawing/2014/main" id="{E4446E3A-9820-4750-9BEE-213CD8241573}"/>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D9DEE3"/>
            </a:solidFill>
          </a:ln>
        </p:spPr>
      </p:sp>
      <p:sp>
        <p:nvSpPr>
          <p:cNvPr id="41" name="Text 41">
            <a:extLst xmlns:a="http://schemas.openxmlformats.org/drawingml/2006/main">
              <a:ext uri="{FF2B5EF4-FFF2-40B4-BE49-F238E27FC236}">
                <a16:creationId xmlns:a16="http://schemas.microsoft.com/office/drawing/2014/main" id="{D92FA54C-5E3C-40AB-821C-FB997B78F504}"/>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CUSTOMER ACTIVITY ANALYTICS</a:t>
            </a:r>
            <a:endParaRPr sz="1000"/>
          </a:p>
        </p:txBody>
      </p:sp>
      <p:sp>
        <p:nvSpPr>
          <p:cNvPr id="42" name="Text 42">
            <a:extLst xmlns:a="http://schemas.openxmlformats.org/drawingml/2006/main">
              <a:ext uri="{FF2B5EF4-FFF2-40B4-BE49-F238E27FC236}">
                <a16:creationId xmlns:a16="http://schemas.microsoft.com/office/drawing/2014/main" id="{01765297-6AE0-4DDD-9BD2-81248A3CF592}"/>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8</a:t>
            </a:r>
            <a:endParaRPr sz="1000"/>
          </a:p>
        </p:txBody>
      </p:sp>
    </p:spTree>
    <p:extLst>
      <p:ext uri="{BB962C8B-B14F-4D97-AF65-F5344CB8AC3E}">
        <p14:creationId xmlns:p14="http://schemas.microsoft.com/office/powerpoint/2010/main" val="1794969065"/>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439567E1-41BD-4C26-9474-999E5E1C2768}"/>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ENGINEERING CONTROL PLANE</a:t>
            </a:r>
            <a:endParaRPr sz="1100"/>
          </a:p>
        </p:txBody>
      </p:sp>
      <p:sp>
        <p:nvSpPr>
          <p:cNvPr id="3" name="Text 3">
            <a:extLst xmlns:a="http://schemas.openxmlformats.org/drawingml/2006/main">
              <a:ext uri="{FF2B5EF4-FFF2-40B4-BE49-F238E27FC236}">
                <a16:creationId xmlns:a16="http://schemas.microsoft.com/office/drawing/2014/main" id="{946D540C-D23A-4963-9E99-E14A830BF131}"/>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GitHub mediated every hand-off between one accountable human and parallel agents</a:t>
            </a:r>
            <a:endParaRPr sz="3000"/>
          </a:p>
        </p:txBody>
      </p:sp>
      <p:sp>
        <p:nvSpPr>
          <p:cNvPr id="4" name="Connector 4">
            <a:extLst xmlns:a="http://schemas.openxmlformats.org/drawingml/2006/main">
              <a:ext uri="{FF2B5EF4-FFF2-40B4-BE49-F238E27FC236}">
                <a16:creationId xmlns:a16="http://schemas.microsoft.com/office/drawing/2014/main" id="{DDA5C31D-F5CA-417F-988A-94F505F0E5BD}"/>
              </a:ext>
            </a:extLst>
          </p:cNvPr>
          <p:cNvSpPr>
            <a:spLocks xmlns:a="http://schemas.openxmlformats.org/drawingml/2006/main" noGrp="1"/>
          </p:cNvSpPr>
          <p:nvPr/>
        </p:nvSpPr>
        <p:spPr>
          <a:xfrm xmlns:a="http://schemas.openxmlformats.org/drawingml/2006/main">
            <a:off x="2571750" y="3162300"/>
            <a:ext cx="1714500" cy="0"/>
          </a:xfrm>
          <a:prstGeom xmlns:a="http://schemas.openxmlformats.org/drawingml/2006/main" prst="line">
            <a:avLst/>
          </a:prstGeom>
          <a:ln xmlns:a="http://schemas.openxmlformats.org/drawingml/2006/main" w="38100">
            <a:solidFill>
              <a:srgbClr val="D71920"/>
            </a:solidFill>
            <a:headEnd type="triangle"/>
            <a:tailEnd type="triangle"/>
          </a:ln>
        </p:spPr>
      </p:sp>
      <p:sp>
        <p:nvSpPr>
          <p:cNvPr id="5" name="Connector 5">
            <a:extLst xmlns:a="http://schemas.openxmlformats.org/drawingml/2006/main">
              <a:ext uri="{FF2B5EF4-FFF2-40B4-BE49-F238E27FC236}">
                <a16:creationId xmlns:a16="http://schemas.microsoft.com/office/drawing/2014/main" id="{871754C4-08E5-4E88-BF6B-979357F05DF9}"/>
              </a:ext>
            </a:extLst>
          </p:cNvPr>
          <p:cNvSpPr>
            <a:spLocks xmlns:a="http://schemas.openxmlformats.org/drawingml/2006/main" noGrp="1"/>
          </p:cNvSpPr>
          <p:nvPr/>
        </p:nvSpPr>
        <p:spPr>
          <a:xfrm xmlns:a="http://schemas.openxmlformats.org/drawingml/2006/main" flipV="1">
            <a:off x="6762750" y="2190750"/>
            <a:ext cx="2095500" cy="495300"/>
          </a:xfrm>
          <a:prstGeom xmlns:a="http://schemas.openxmlformats.org/drawingml/2006/main" prst="line">
            <a:avLst/>
          </a:prstGeom>
          <a:ln xmlns:a="http://schemas.openxmlformats.org/drawingml/2006/main" w="25400">
            <a:solidFill>
              <a:srgbClr val="2A5B84"/>
            </a:solidFill>
            <a:headEnd type="triangle"/>
            <a:tailEnd type="triangle"/>
          </a:ln>
        </p:spPr>
      </p:sp>
      <p:sp>
        <p:nvSpPr>
          <p:cNvPr id="6" name="Connector 6">
            <a:extLst xmlns:a="http://schemas.openxmlformats.org/drawingml/2006/main">
              <a:ext uri="{FF2B5EF4-FFF2-40B4-BE49-F238E27FC236}">
                <a16:creationId xmlns:a16="http://schemas.microsoft.com/office/drawing/2014/main" id="{FFED294A-4AC0-4680-B280-01C88A286451}"/>
              </a:ext>
            </a:extLst>
          </p:cNvPr>
          <p:cNvSpPr>
            <a:spLocks xmlns:a="http://schemas.openxmlformats.org/drawingml/2006/main" noGrp="1"/>
          </p:cNvSpPr>
          <p:nvPr/>
        </p:nvSpPr>
        <p:spPr>
          <a:xfrm xmlns:a="http://schemas.openxmlformats.org/drawingml/2006/main">
            <a:off x="6762750" y="3162300"/>
            <a:ext cx="2095500" cy="0"/>
          </a:xfrm>
          <a:prstGeom xmlns:a="http://schemas.openxmlformats.org/drawingml/2006/main" prst="line">
            <a:avLst/>
          </a:prstGeom>
          <a:ln xmlns:a="http://schemas.openxmlformats.org/drawingml/2006/main" w="25400">
            <a:solidFill>
              <a:srgbClr val="2A5B84"/>
            </a:solidFill>
            <a:headEnd type="triangle"/>
            <a:tailEnd type="triangle"/>
          </a:ln>
        </p:spPr>
      </p:sp>
      <p:sp>
        <p:nvSpPr>
          <p:cNvPr id="7" name="Connector 7">
            <a:extLst xmlns:a="http://schemas.openxmlformats.org/drawingml/2006/main">
              <a:ext uri="{FF2B5EF4-FFF2-40B4-BE49-F238E27FC236}">
                <a16:creationId xmlns:a16="http://schemas.microsoft.com/office/drawing/2014/main" id="{C5F0FEE8-9AD3-4D24-A733-9BA931A6E751}"/>
              </a:ext>
            </a:extLst>
          </p:cNvPr>
          <p:cNvSpPr>
            <a:spLocks xmlns:a="http://schemas.openxmlformats.org/drawingml/2006/main" noGrp="1"/>
          </p:cNvSpPr>
          <p:nvPr/>
        </p:nvSpPr>
        <p:spPr>
          <a:xfrm xmlns:a="http://schemas.openxmlformats.org/drawingml/2006/main">
            <a:off x="6762750" y="3638550"/>
            <a:ext cx="2095500" cy="495300"/>
          </a:xfrm>
          <a:prstGeom xmlns:a="http://schemas.openxmlformats.org/drawingml/2006/main" prst="line">
            <a:avLst/>
          </a:prstGeom>
          <a:ln xmlns:a="http://schemas.openxmlformats.org/drawingml/2006/main" w="25400">
            <a:solidFill>
              <a:srgbClr val="2A5B84"/>
            </a:solidFill>
            <a:headEnd type="triangle"/>
            <a:tailEnd type="triangle"/>
          </a:ln>
        </p:spPr>
      </p:sp>
      <p:sp>
        <p:nvSpPr>
          <p:cNvPr id="8" name="Shape 8">
            <a:extLst xmlns:a="http://schemas.openxmlformats.org/drawingml/2006/main">
              <a:ext uri="{FF2B5EF4-FFF2-40B4-BE49-F238E27FC236}">
                <a16:creationId xmlns:a16="http://schemas.microsoft.com/office/drawing/2014/main" id="{14320C70-CF24-491F-8F3F-869B9CC79399}"/>
              </a:ext>
            </a:extLst>
          </p:cNvPr>
          <p:cNvSpPr>
            <a:spLocks xmlns:a="http://schemas.openxmlformats.org/drawingml/2006/main" noGrp="1"/>
          </p:cNvSpPr>
          <p:nvPr/>
        </p:nvSpPr>
        <p:spPr>
          <a:xfrm xmlns:a="http://schemas.openxmlformats.org/drawingml/2006/main">
            <a:off x="800100" y="2305050"/>
            <a:ext cx="1771650" cy="1771650"/>
          </a:xfrm>
          <a:prstGeom xmlns:a="http://schemas.openxmlformats.org/drawingml/2006/main" prst="ellipse">
            <a:avLst/>
          </a:prstGeom>
          <a:solidFill xmlns:a="http://schemas.openxmlformats.org/drawingml/2006/main">
            <a:srgbClr val="FCEBEC"/>
          </a:solidFill>
          <a:ln xmlns:a="http://schemas.openxmlformats.org/drawingml/2006/main" w="38100">
            <a:solidFill>
              <a:srgbClr val="D71920"/>
            </a:solidFill>
          </a:ln>
        </p:spPr>
      </p:sp>
      <p:pic>
        <p:nvPicPr>
          <p:cNvPr id="56" name="Picture 9"/>
          <p:cNvPicPr>
            <a:picLocks xmlns:a="http://schemas.openxmlformats.org/drawingml/2006/main" noChangeAspect="1"/>
          </p:cNvPicPr>
          <p:nvPr/>
        </p:nvPicPr>
        <p:blipFill>
          <a:blip xmlns:r="http://schemas.openxmlformats.org/officeDocument/2006/relationships" xmlns:a="http://schemas.openxmlformats.org/drawingml/2006/main" r:embed="Ra0fd4ddfbc4a4d0c"/>
          <a:stretch xmlns:a="http://schemas.openxmlformats.org/drawingml/2006/main">
            <a:fillRect l="0" t="0" r="0" b="0"/>
          </a:stretch>
        </p:blipFill>
        <p:spPr>
          <a:xfrm xmlns:a="http://schemas.openxmlformats.org/drawingml/2006/main">
            <a:off x="1381125" y="2533650"/>
            <a:ext cx="609600" cy="609600"/>
          </a:xfrm>
          <a:prstGeom xmlns:a="http://schemas.openxmlformats.org/drawingml/2006/main" prst="rect">
            <a:avLst/>
          </a:prstGeom>
          <a:ln xmlns:a="http://schemas.openxmlformats.org/drawingml/2006/main">
            <a:noFill/>
          </a:ln>
        </p:spPr>
      </p:pic>
      <p:sp>
        <p:nvSpPr>
          <p:cNvPr id="10" name="Text 10">
            <a:extLst xmlns:a="http://schemas.openxmlformats.org/drawingml/2006/main">
              <a:ext uri="{FF2B5EF4-FFF2-40B4-BE49-F238E27FC236}">
                <a16:creationId xmlns:a16="http://schemas.microsoft.com/office/drawing/2014/main" id="{B4FF2277-38FD-4B3C-B081-961CCB7DD063}"/>
              </a:ext>
            </a:extLst>
          </p:cNvPr>
          <p:cNvSpPr>
            <a:spLocks xmlns:a="http://schemas.openxmlformats.org/drawingml/2006/main" noGrp="1"/>
          </p:cNvSpPr>
          <p:nvPr/>
        </p:nvSpPr>
        <p:spPr>
          <a:xfrm xmlns:a="http://schemas.openxmlformats.org/drawingml/2006/main">
            <a:off x="1047750" y="3219450"/>
            <a:ext cx="1276350" cy="28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800" b="1">
                <a:solidFill>
                  <a:srgbClr val="981B1E"/>
                </a:solidFill>
                <a:latin typeface="Arial"/>
                <a:ea typeface="Arial"/>
                <a:cs typeface="Arial"/>
              </a:rPr>
              <a:t>HUMAN</a:t>
            </a:r>
            <a:endParaRPr sz="1800"/>
          </a:p>
        </p:txBody>
      </p:sp>
      <p:sp>
        <p:nvSpPr>
          <p:cNvPr id="11" name="Text 11">
            <a:extLst xmlns:a="http://schemas.openxmlformats.org/drawingml/2006/main">
              <a:ext uri="{FF2B5EF4-FFF2-40B4-BE49-F238E27FC236}">
                <a16:creationId xmlns:a16="http://schemas.microsoft.com/office/drawing/2014/main" id="{C84176E8-F278-4C27-9748-00384B722DD6}"/>
              </a:ext>
            </a:extLst>
          </p:cNvPr>
          <p:cNvSpPr>
            <a:spLocks xmlns:a="http://schemas.openxmlformats.org/drawingml/2006/main" noGrp="1"/>
          </p:cNvSpPr>
          <p:nvPr/>
        </p:nvSpPr>
        <p:spPr>
          <a:xfrm xmlns:a="http://schemas.openxmlformats.org/drawingml/2006/main">
            <a:off x="1009650" y="3562350"/>
            <a:ext cx="13525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0">
                <a:solidFill>
                  <a:srgbClr val="17212B"/>
                </a:solidFill>
                <a:latin typeface="Arial"/>
                <a:ea typeface="Arial"/>
                <a:cs typeface="Arial"/>
              </a:rPr>
              <a:t>Prioritizes and accepts</a:t>
            </a:r>
            <a:endParaRPr sz="1300"/>
          </a:p>
        </p:txBody>
      </p:sp>
      <p:sp>
        <p:nvSpPr>
          <p:cNvPr id="12" name="Shape 12">
            <a:extLst xmlns:a="http://schemas.openxmlformats.org/drawingml/2006/main">
              <a:ext uri="{FF2B5EF4-FFF2-40B4-BE49-F238E27FC236}">
                <a16:creationId xmlns:a16="http://schemas.microsoft.com/office/drawing/2014/main" id="{F7F59874-9D13-4E18-9DD0-BB8027949861}"/>
              </a:ext>
            </a:extLst>
          </p:cNvPr>
          <p:cNvSpPr>
            <a:spLocks xmlns:a="http://schemas.openxmlformats.org/drawingml/2006/main" noGrp="1"/>
          </p:cNvSpPr>
          <p:nvPr/>
        </p:nvSpPr>
        <p:spPr>
          <a:xfrm xmlns:a="http://schemas.openxmlformats.org/drawingml/2006/main">
            <a:off x="4286250" y="1924050"/>
            <a:ext cx="2476500" cy="2476500"/>
          </a:xfrm>
          <a:prstGeom xmlns:a="http://schemas.openxmlformats.org/drawingml/2006/main" prst="ellipse">
            <a:avLst/>
          </a:prstGeom>
          <a:solidFill xmlns:a="http://schemas.openxmlformats.org/drawingml/2006/main">
            <a:srgbClr val="17212B"/>
          </a:solidFill>
          <a:ln xmlns:a="http://schemas.openxmlformats.org/drawingml/2006/main" w="12700">
            <a:solidFill>
              <a:srgbClr val="17212B"/>
            </a:solidFill>
          </a:ln>
        </p:spPr>
      </p:sp>
      <p:pic>
        <p:nvPicPr>
          <p:cNvPr id="60" name="Picture 13"/>
          <p:cNvPicPr>
            <a:picLocks xmlns:a="http://schemas.openxmlformats.org/drawingml/2006/main" noChangeAspect="1"/>
          </p:cNvPicPr>
          <p:nvPr/>
        </p:nvPicPr>
        <p:blipFill>
          <a:blip xmlns:r="http://schemas.openxmlformats.org/officeDocument/2006/relationships" xmlns:a="http://schemas.openxmlformats.org/drawingml/2006/main" r:embed="R1ad8ba6a48b24b19"/>
          <a:stretch xmlns:a="http://schemas.openxmlformats.org/drawingml/2006/main">
            <a:fillRect l="0" t="0" r="0" b="0"/>
          </a:stretch>
        </p:blipFill>
        <p:spPr>
          <a:xfrm xmlns:a="http://schemas.openxmlformats.org/drawingml/2006/main">
            <a:off x="5124450" y="2228850"/>
            <a:ext cx="800100" cy="800100"/>
          </a:xfrm>
          <a:prstGeom xmlns:a="http://schemas.openxmlformats.org/drawingml/2006/main" prst="rect">
            <a:avLst/>
          </a:prstGeom>
          <a:ln xmlns:a="http://schemas.openxmlformats.org/drawingml/2006/main">
            <a:noFill/>
          </a:ln>
        </p:spPr>
      </p:pic>
      <p:sp>
        <p:nvSpPr>
          <p:cNvPr id="14" name="Text 14">
            <a:extLst xmlns:a="http://schemas.openxmlformats.org/drawingml/2006/main">
              <a:ext uri="{FF2B5EF4-FFF2-40B4-BE49-F238E27FC236}">
                <a16:creationId xmlns:a16="http://schemas.microsoft.com/office/drawing/2014/main" id="{C9C86A3B-1365-4E02-B0EC-31C0DF2C4260}"/>
              </a:ext>
            </a:extLst>
          </p:cNvPr>
          <p:cNvSpPr>
            <a:spLocks xmlns:a="http://schemas.openxmlformats.org/drawingml/2006/main" noGrp="1"/>
          </p:cNvSpPr>
          <p:nvPr/>
        </p:nvSpPr>
        <p:spPr>
          <a:xfrm xmlns:a="http://schemas.openxmlformats.org/drawingml/2006/main">
            <a:off x="4629150" y="3105150"/>
            <a:ext cx="179070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900" b="1">
                <a:solidFill>
                  <a:srgbClr val="FF8589"/>
                </a:solidFill>
                <a:latin typeface="Arial"/>
                <a:ea typeface="Arial"/>
                <a:cs typeface="Arial"/>
              </a:rPr>
              <a:t>GITHUB</a:t>
            </a:r>
            <a:endParaRPr sz="1900"/>
          </a:p>
        </p:txBody>
      </p:sp>
      <p:sp>
        <p:nvSpPr>
          <p:cNvPr id="15" name="Text 15">
            <a:extLst xmlns:a="http://schemas.openxmlformats.org/drawingml/2006/main">
              <a:ext uri="{FF2B5EF4-FFF2-40B4-BE49-F238E27FC236}">
                <a16:creationId xmlns:a16="http://schemas.microsoft.com/office/drawing/2014/main" id="{79F1CE83-1DB2-4626-80ED-2F7651101402}"/>
              </a:ext>
            </a:extLst>
          </p:cNvPr>
          <p:cNvSpPr>
            <a:spLocks xmlns:a="http://schemas.openxmlformats.org/drawingml/2006/main" noGrp="1"/>
          </p:cNvSpPr>
          <p:nvPr/>
        </p:nvSpPr>
        <p:spPr>
          <a:xfrm xmlns:a="http://schemas.openxmlformats.org/drawingml/2006/main">
            <a:off x="4629150" y="3409950"/>
            <a:ext cx="1790700" cy="419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800" b="1">
                <a:solidFill>
                  <a:srgbClr val="FF8589"/>
                </a:solidFill>
                <a:latin typeface="Arial"/>
                <a:ea typeface="Arial"/>
                <a:cs typeface="Arial"/>
              </a:rPr>
              <a:t>CONTROL PLANE</a:t>
            </a:r>
            <a:endParaRPr sz="1800"/>
          </a:p>
        </p:txBody>
      </p:sp>
      <p:sp>
        <p:nvSpPr>
          <p:cNvPr id="16" name="Text 16">
            <a:extLst xmlns:a="http://schemas.openxmlformats.org/drawingml/2006/main">
              <a:ext uri="{FF2B5EF4-FFF2-40B4-BE49-F238E27FC236}">
                <a16:creationId xmlns:a16="http://schemas.microsoft.com/office/drawing/2014/main" id="{247F07CC-9A07-43E6-AEDB-C868DD59A34A}"/>
              </a:ext>
            </a:extLst>
          </p:cNvPr>
          <p:cNvSpPr>
            <a:spLocks xmlns:a="http://schemas.openxmlformats.org/drawingml/2006/main" noGrp="1"/>
          </p:cNvSpPr>
          <p:nvPr/>
        </p:nvSpPr>
        <p:spPr>
          <a:xfrm xmlns:a="http://schemas.openxmlformats.org/drawingml/2006/main">
            <a:off x="4629150" y="3905250"/>
            <a:ext cx="17907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200" b="0">
                <a:solidFill>
                  <a:srgbClr val="DDE3E8"/>
                </a:solidFill>
                <a:latin typeface="Arial"/>
                <a:ea typeface="Arial"/>
                <a:cs typeface="Arial"/>
              </a:rPr>
              <a:t>work state + evidence</a:t>
            </a:r>
            <a:endParaRPr sz="1200"/>
          </a:p>
        </p:txBody>
      </p:sp>
      <p:sp>
        <p:nvSpPr>
          <p:cNvPr id="17" name="Shape 17">
            <a:extLst xmlns:a="http://schemas.openxmlformats.org/drawingml/2006/main">
              <a:ext uri="{FF2B5EF4-FFF2-40B4-BE49-F238E27FC236}">
                <a16:creationId xmlns:a16="http://schemas.microsoft.com/office/drawing/2014/main" id="{6DB72E16-8A2B-446B-8E56-59B292E8E618}"/>
              </a:ext>
            </a:extLst>
          </p:cNvPr>
          <p:cNvSpPr>
            <a:spLocks xmlns:a="http://schemas.openxmlformats.org/drawingml/2006/main" noGrp="1"/>
          </p:cNvSpPr>
          <p:nvPr/>
        </p:nvSpPr>
        <p:spPr>
          <a:xfrm xmlns:a="http://schemas.openxmlformats.org/drawingml/2006/main">
            <a:off x="8858250" y="1714500"/>
            <a:ext cx="2476500" cy="781050"/>
          </a:xfrm>
          <a:prstGeom xmlns:a="http://schemas.openxmlformats.org/drawingml/2006/main" prst="roundRect">
            <a:avLst/>
          </a:prstGeom>
          <a:solidFill xmlns:a="http://schemas.openxmlformats.org/drawingml/2006/main">
            <a:srgbClr val="EAF1F7"/>
          </a:solidFill>
          <a:ln xmlns:a="http://schemas.openxmlformats.org/drawingml/2006/main" w="25400">
            <a:solidFill>
              <a:srgbClr val="2A5B84"/>
            </a:solidFill>
          </a:ln>
        </p:spPr>
      </p:sp>
      <p:sp>
        <p:nvSpPr>
          <p:cNvPr id="18" name="Shape 18">
            <a:extLst xmlns:a="http://schemas.openxmlformats.org/drawingml/2006/main">
              <a:ext uri="{FF2B5EF4-FFF2-40B4-BE49-F238E27FC236}">
                <a16:creationId xmlns:a16="http://schemas.microsoft.com/office/drawing/2014/main" id="{83FA6CBF-295A-473F-A670-FE63222D3973}"/>
              </a:ext>
            </a:extLst>
          </p:cNvPr>
          <p:cNvSpPr>
            <a:spLocks xmlns:a="http://schemas.openxmlformats.org/drawingml/2006/main" noGrp="1"/>
          </p:cNvSpPr>
          <p:nvPr/>
        </p:nvSpPr>
        <p:spPr>
          <a:xfrm xmlns:a="http://schemas.openxmlformats.org/drawingml/2006/main">
            <a:off x="9010650" y="1866900"/>
            <a:ext cx="476250" cy="47625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2A5B84"/>
            </a:solidFill>
          </a:ln>
        </p:spPr>
      </p:sp>
      <p:pic>
        <p:nvPicPr>
          <p:cNvPr id="66" name="Picture 19"/>
          <p:cNvPicPr>
            <a:picLocks xmlns:a="http://schemas.openxmlformats.org/drawingml/2006/main" noChangeAspect="1"/>
          </p:cNvPicPr>
          <p:nvPr/>
        </p:nvPicPr>
        <p:blipFill>
          <a:blip xmlns:r="http://schemas.openxmlformats.org/officeDocument/2006/relationships" xmlns:a="http://schemas.openxmlformats.org/drawingml/2006/main" r:embed="Rcd02807658d743c2"/>
          <a:stretch xmlns:a="http://schemas.openxmlformats.org/drawingml/2006/main">
            <a:fillRect l="0" t="0" r="0" b="0"/>
          </a:stretch>
        </p:blipFill>
        <p:spPr>
          <a:xfrm xmlns:a="http://schemas.openxmlformats.org/drawingml/2006/main">
            <a:off x="9134475" y="1990725"/>
            <a:ext cx="228600" cy="228600"/>
          </a:xfrm>
          <a:prstGeom xmlns:a="http://schemas.openxmlformats.org/drawingml/2006/main" prst="rect">
            <a:avLst/>
          </a:prstGeom>
          <a:ln xmlns:a="http://schemas.openxmlformats.org/drawingml/2006/main">
            <a:noFill/>
          </a:ln>
        </p:spPr>
      </p:pic>
      <p:sp>
        <p:nvSpPr>
          <p:cNvPr id="20" name="Text 20">
            <a:extLst xmlns:a="http://schemas.openxmlformats.org/drawingml/2006/main">
              <a:ext uri="{FF2B5EF4-FFF2-40B4-BE49-F238E27FC236}">
                <a16:creationId xmlns:a16="http://schemas.microsoft.com/office/drawing/2014/main" id="{1FC935DE-FBC5-4766-9239-80F295367BB9}"/>
              </a:ext>
            </a:extLst>
          </p:cNvPr>
          <p:cNvSpPr>
            <a:spLocks xmlns:a="http://schemas.openxmlformats.org/drawingml/2006/main" noGrp="1"/>
          </p:cNvSpPr>
          <p:nvPr/>
        </p:nvSpPr>
        <p:spPr>
          <a:xfrm xmlns:a="http://schemas.openxmlformats.org/drawingml/2006/main">
            <a:off x="9639300" y="1828800"/>
            <a:ext cx="15049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2A5B84"/>
                </a:solidFill>
                <a:latin typeface="Arial"/>
                <a:ea typeface="Arial"/>
                <a:cs typeface="Arial"/>
              </a:rPr>
              <a:t>AGENT A</a:t>
            </a:r>
            <a:endParaRPr sz="1500"/>
          </a:p>
        </p:txBody>
      </p:sp>
      <p:sp>
        <p:nvSpPr>
          <p:cNvPr id="21" name="Text 21">
            <a:extLst xmlns:a="http://schemas.openxmlformats.org/drawingml/2006/main">
              <a:ext uri="{FF2B5EF4-FFF2-40B4-BE49-F238E27FC236}">
                <a16:creationId xmlns:a16="http://schemas.microsoft.com/office/drawing/2014/main" id="{5C09E46E-446C-4ACE-BB14-BED454386F3E}"/>
              </a:ext>
            </a:extLst>
          </p:cNvPr>
          <p:cNvSpPr>
            <a:spLocks xmlns:a="http://schemas.openxmlformats.org/drawingml/2006/main" noGrp="1"/>
          </p:cNvSpPr>
          <p:nvPr/>
        </p:nvSpPr>
        <p:spPr>
          <a:xfrm xmlns:a="http://schemas.openxmlformats.org/drawingml/2006/main">
            <a:off x="9639300" y="2114550"/>
            <a:ext cx="15049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0">
                <a:solidFill>
                  <a:srgbClr val="17212B"/>
                </a:solidFill>
                <a:latin typeface="Arial"/>
                <a:ea typeface="Arial"/>
                <a:cs typeface="Arial"/>
              </a:rPr>
              <a:t>bounded implementation</a:t>
            </a:r>
            <a:endParaRPr sz="1300"/>
          </a:p>
        </p:txBody>
      </p:sp>
      <p:sp>
        <p:nvSpPr>
          <p:cNvPr id="22" name="Shape 22">
            <a:extLst xmlns:a="http://schemas.openxmlformats.org/drawingml/2006/main">
              <a:ext uri="{FF2B5EF4-FFF2-40B4-BE49-F238E27FC236}">
                <a16:creationId xmlns:a16="http://schemas.microsoft.com/office/drawing/2014/main" id="{585BCFF7-1C6B-4F71-AAD4-B1B40CA16020}"/>
              </a:ext>
            </a:extLst>
          </p:cNvPr>
          <p:cNvSpPr>
            <a:spLocks xmlns:a="http://schemas.openxmlformats.org/drawingml/2006/main" noGrp="1"/>
          </p:cNvSpPr>
          <p:nvPr/>
        </p:nvSpPr>
        <p:spPr>
          <a:xfrm xmlns:a="http://schemas.openxmlformats.org/drawingml/2006/main">
            <a:off x="8858250" y="2733675"/>
            <a:ext cx="2476500" cy="781050"/>
          </a:xfrm>
          <a:prstGeom xmlns:a="http://schemas.openxmlformats.org/drawingml/2006/main" prst="roundRect">
            <a:avLst/>
          </a:prstGeom>
          <a:solidFill xmlns:a="http://schemas.openxmlformats.org/drawingml/2006/main">
            <a:srgbClr val="EAF1F7"/>
          </a:solidFill>
          <a:ln xmlns:a="http://schemas.openxmlformats.org/drawingml/2006/main" w="25400">
            <a:solidFill>
              <a:srgbClr val="2A5B84"/>
            </a:solidFill>
          </a:ln>
        </p:spPr>
      </p:sp>
      <p:sp>
        <p:nvSpPr>
          <p:cNvPr id="23" name="Shape 23">
            <a:extLst xmlns:a="http://schemas.openxmlformats.org/drawingml/2006/main">
              <a:ext uri="{FF2B5EF4-FFF2-40B4-BE49-F238E27FC236}">
                <a16:creationId xmlns:a16="http://schemas.microsoft.com/office/drawing/2014/main" id="{DDEC6C61-F5DA-4565-A31B-92EB968C8B0F}"/>
              </a:ext>
            </a:extLst>
          </p:cNvPr>
          <p:cNvSpPr>
            <a:spLocks xmlns:a="http://schemas.openxmlformats.org/drawingml/2006/main" noGrp="1"/>
          </p:cNvSpPr>
          <p:nvPr/>
        </p:nvSpPr>
        <p:spPr>
          <a:xfrm xmlns:a="http://schemas.openxmlformats.org/drawingml/2006/main">
            <a:off x="9010650" y="2886075"/>
            <a:ext cx="476250" cy="47625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2A5B84"/>
            </a:solidFill>
          </a:ln>
        </p:spPr>
      </p:sp>
      <p:pic>
        <p:nvPicPr>
          <p:cNvPr id="71" name="Picture 24"/>
          <p:cNvPicPr>
            <a:picLocks xmlns:a="http://schemas.openxmlformats.org/drawingml/2006/main" noChangeAspect="1"/>
          </p:cNvPicPr>
          <p:nvPr/>
        </p:nvPicPr>
        <p:blipFill>
          <a:blip xmlns:r="http://schemas.openxmlformats.org/officeDocument/2006/relationships" xmlns:a="http://schemas.openxmlformats.org/drawingml/2006/main" r:embed="R1489e99cbdc24e3b"/>
          <a:stretch xmlns:a="http://schemas.openxmlformats.org/drawingml/2006/main">
            <a:fillRect l="0" t="0" r="0" b="0"/>
          </a:stretch>
        </p:blipFill>
        <p:spPr>
          <a:xfrm xmlns:a="http://schemas.openxmlformats.org/drawingml/2006/main">
            <a:off x="9134475" y="3009900"/>
            <a:ext cx="228600" cy="228600"/>
          </a:xfrm>
          <a:prstGeom xmlns:a="http://schemas.openxmlformats.org/drawingml/2006/main" prst="rect">
            <a:avLst/>
          </a:prstGeom>
          <a:ln xmlns:a="http://schemas.openxmlformats.org/drawingml/2006/main">
            <a:noFill/>
          </a:ln>
        </p:spPr>
      </p:pic>
      <p:sp>
        <p:nvSpPr>
          <p:cNvPr id="25" name="Text 25">
            <a:extLst xmlns:a="http://schemas.openxmlformats.org/drawingml/2006/main">
              <a:ext uri="{FF2B5EF4-FFF2-40B4-BE49-F238E27FC236}">
                <a16:creationId xmlns:a16="http://schemas.microsoft.com/office/drawing/2014/main" id="{6AC32214-3654-4FF5-A383-021B04967EDA}"/>
              </a:ext>
            </a:extLst>
          </p:cNvPr>
          <p:cNvSpPr>
            <a:spLocks xmlns:a="http://schemas.openxmlformats.org/drawingml/2006/main" noGrp="1"/>
          </p:cNvSpPr>
          <p:nvPr/>
        </p:nvSpPr>
        <p:spPr>
          <a:xfrm xmlns:a="http://schemas.openxmlformats.org/drawingml/2006/main">
            <a:off x="9639300" y="2847975"/>
            <a:ext cx="15049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2A5B84"/>
                </a:solidFill>
                <a:latin typeface="Arial"/>
                <a:ea typeface="Arial"/>
                <a:cs typeface="Arial"/>
              </a:rPr>
              <a:t>AGENT B</a:t>
            </a:r>
            <a:endParaRPr sz="1500"/>
          </a:p>
        </p:txBody>
      </p:sp>
      <p:sp>
        <p:nvSpPr>
          <p:cNvPr id="26" name="Text 26">
            <a:extLst xmlns:a="http://schemas.openxmlformats.org/drawingml/2006/main">
              <a:ext uri="{FF2B5EF4-FFF2-40B4-BE49-F238E27FC236}">
                <a16:creationId xmlns:a16="http://schemas.microsoft.com/office/drawing/2014/main" id="{36F868BF-2DA9-4A28-8131-5436BDD22591}"/>
              </a:ext>
            </a:extLst>
          </p:cNvPr>
          <p:cNvSpPr>
            <a:spLocks xmlns:a="http://schemas.openxmlformats.org/drawingml/2006/main" noGrp="1"/>
          </p:cNvSpPr>
          <p:nvPr/>
        </p:nvSpPr>
        <p:spPr>
          <a:xfrm xmlns:a="http://schemas.openxmlformats.org/drawingml/2006/main">
            <a:off x="9639300" y="3133725"/>
            <a:ext cx="15049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0">
                <a:solidFill>
                  <a:srgbClr val="17212B"/>
                </a:solidFill>
                <a:latin typeface="Arial"/>
                <a:ea typeface="Arial"/>
                <a:cs typeface="Arial"/>
              </a:rPr>
              <a:t>independent review</a:t>
            </a:r>
            <a:endParaRPr sz="1300"/>
          </a:p>
        </p:txBody>
      </p:sp>
      <p:sp>
        <p:nvSpPr>
          <p:cNvPr id="27" name="Shape 27">
            <a:extLst xmlns:a="http://schemas.openxmlformats.org/drawingml/2006/main">
              <a:ext uri="{FF2B5EF4-FFF2-40B4-BE49-F238E27FC236}">
                <a16:creationId xmlns:a16="http://schemas.microsoft.com/office/drawing/2014/main" id="{E8A6DCDB-C760-4D54-B7C2-B6327CAD240F}"/>
              </a:ext>
            </a:extLst>
          </p:cNvPr>
          <p:cNvSpPr>
            <a:spLocks xmlns:a="http://schemas.openxmlformats.org/drawingml/2006/main" noGrp="1"/>
          </p:cNvSpPr>
          <p:nvPr/>
        </p:nvSpPr>
        <p:spPr>
          <a:xfrm xmlns:a="http://schemas.openxmlformats.org/drawingml/2006/main">
            <a:off x="8858250" y="3752850"/>
            <a:ext cx="2476500" cy="781050"/>
          </a:xfrm>
          <a:prstGeom xmlns:a="http://schemas.openxmlformats.org/drawingml/2006/main" prst="roundRect">
            <a:avLst/>
          </a:prstGeom>
          <a:solidFill xmlns:a="http://schemas.openxmlformats.org/drawingml/2006/main">
            <a:srgbClr val="EAF1F7"/>
          </a:solidFill>
          <a:ln xmlns:a="http://schemas.openxmlformats.org/drawingml/2006/main" w="25400">
            <a:solidFill>
              <a:srgbClr val="2A5B84"/>
            </a:solidFill>
          </a:ln>
        </p:spPr>
      </p:sp>
      <p:sp>
        <p:nvSpPr>
          <p:cNvPr id="28" name="Shape 28">
            <a:extLst xmlns:a="http://schemas.openxmlformats.org/drawingml/2006/main">
              <a:ext uri="{FF2B5EF4-FFF2-40B4-BE49-F238E27FC236}">
                <a16:creationId xmlns:a16="http://schemas.microsoft.com/office/drawing/2014/main" id="{594FCE7F-207B-486F-920F-FD4777A86E56}"/>
              </a:ext>
            </a:extLst>
          </p:cNvPr>
          <p:cNvSpPr>
            <a:spLocks xmlns:a="http://schemas.openxmlformats.org/drawingml/2006/main" noGrp="1"/>
          </p:cNvSpPr>
          <p:nvPr/>
        </p:nvSpPr>
        <p:spPr>
          <a:xfrm xmlns:a="http://schemas.openxmlformats.org/drawingml/2006/main">
            <a:off x="9010650" y="3905250"/>
            <a:ext cx="476250" cy="47625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2A5B84"/>
            </a:solidFill>
          </a:ln>
        </p:spPr>
      </p:sp>
      <p:pic>
        <p:nvPicPr>
          <p:cNvPr id="76" name="Picture 29"/>
          <p:cNvPicPr>
            <a:picLocks xmlns:a="http://schemas.openxmlformats.org/drawingml/2006/main" noChangeAspect="1"/>
          </p:cNvPicPr>
          <p:nvPr/>
        </p:nvPicPr>
        <p:blipFill>
          <a:blip xmlns:r="http://schemas.openxmlformats.org/officeDocument/2006/relationships" xmlns:a="http://schemas.openxmlformats.org/drawingml/2006/main" r:embed="Rda7cc23e422942fc"/>
          <a:stretch xmlns:a="http://schemas.openxmlformats.org/drawingml/2006/main">
            <a:fillRect l="0" t="0" r="0" b="0"/>
          </a:stretch>
        </p:blipFill>
        <p:spPr>
          <a:xfrm xmlns:a="http://schemas.openxmlformats.org/drawingml/2006/main">
            <a:off x="9134475" y="4029075"/>
            <a:ext cx="228600" cy="228600"/>
          </a:xfrm>
          <a:prstGeom xmlns:a="http://schemas.openxmlformats.org/drawingml/2006/main" prst="rect">
            <a:avLst/>
          </a:prstGeom>
          <a:ln xmlns:a="http://schemas.openxmlformats.org/drawingml/2006/main">
            <a:noFill/>
          </a:ln>
        </p:spPr>
      </p:pic>
      <p:sp>
        <p:nvSpPr>
          <p:cNvPr id="30" name="Text 30">
            <a:extLst xmlns:a="http://schemas.openxmlformats.org/drawingml/2006/main">
              <a:ext uri="{FF2B5EF4-FFF2-40B4-BE49-F238E27FC236}">
                <a16:creationId xmlns:a16="http://schemas.microsoft.com/office/drawing/2014/main" id="{35EB617A-3BDA-431E-83BD-77FA577F625F}"/>
              </a:ext>
            </a:extLst>
          </p:cNvPr>
          <p:cNvSpPr>
            <a:spLocks xmlns:a="http://schemas.openxmlformats.org/drawingml/2006/main" noGrp="1"/>
          </p:cNvSpPr>
          <p:nvPr/>
        </p:nvSpPr>
        <p:spPr>
          <a:xfrm xmlns:a="http://schemas.openxmlformats.org/drawingml/2006/main">
            <a:off x="9639300" y="3867150"/>
            <a:ext cx="15049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2A5B84"/>
                </a:solidFill>
                <a:latin typeface="Arial"/>
                <a:ea typeface="Arial"/>
                <a:cs typeface="Arial"/>
              </a:rPr>
              <a:t>AGENT C</a:t>
            </a:r>
            <a:endParaRPr sz="1500"/>
          </a:p>
        </p:txBody>
      </p:sp>
      <p:sp>
        <p:nvSpPr>
          <p:cNvPr id="31" name="Text 31">
            <a:extLst xmlns:a="http://schemas.openxmlformats.org/drawingml/2006/main">
              <a:ext uri="{FF2B5EF4-FFF2-40B4-BE49-F238E27FC236}">
                <a16:creationId xmlns:a16="http://schemas.microsoft.com/office/drawing/2014/main" id="{D058D6A2-2357-4E90-A845-2E09E85A776A}"/>
              </a:ext>
            </a:extLst>
          </p:cNvPr>
          <p:cNvSpPr>
            <a:spLocks xmlns:a="http://schemas.openxmlformats.org/drawingml/2006/main" noGrp="1"/>
          </p:cNvSpPr>
          <p:nvPr/>
        </p:nvSpPr>
        <p:spPr>
          <a:xfrm xmlns:a="http://schemas.openxmlformats.org/drawingml/2006/main">
            <a:off x="9639300" y="4152900"/>
            <a:ext cx="15049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0">
                <a:solidFill>
                  <a:srgbClr val="17212B"/>
                </a:solidFill>
                <a:latin typeface="Arial"/>
                <a:ea typeface="Arial"/>
                <a:cs typeface="Arial"/>
              </a:rPr>
              <a:t>verification or docs</a:t>
            </a:r>
            <a:endParaRPr sz="1300"/>
          </a:p>
        </p:txBody>
      </p:sp>
      <p:sp>
        <p:nvSpPr>
          <p:cNvPr id="32" name="Shape 32">
            <a:extLst xmlns:a="http://schemas.openxmlformats.org/drawingml/2006/main">
              <a:ext uri="{FF2B5EF4-FFF2-40B4-BE49-F238E27FC236}">
                <a16:creationId xmlns:a16="http://schemas.microsoft.com/office/drawing/2014/main" id="{BEEAA9FE-F95A-436A-82B8-58EA048756D8}"/>
              </a:ext>
            </a:extLst>
          </p:cNvPr>
          <p:cNvSpPr>
            <a:spLocks xmlns:a="http://schemas.openxmlformats.org/drawingml/2006/main" noGrp="1"/>
          </p:cNvSpPr>
          <p:nvPr/>
        </p:nvSpPr>
        <p:spPr>
          <a:xfrm xmlns:a="http://schemas.openxmlformats.org/drawingml/2006/main">
            <a:off x="3143250" y="4819650"/>
            <a:ext cx="5334000" cy="120015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D9DEE3"/>
            </a:solidFill>
          </a:ln>
        </p:spPr>
      </p:sp>
      <p:sp>
        <p:nvSpPr>
          <p:cNvPr id="33" name="Shape 33">
            <a:extLst xmlns:a="http://schemas.openxmlformats.org/drawingml/2006/main">
              <a:ext uri="{FF2B5EF4-FFF2-40B4-BE49-F238E27FC236}">
                <a16:creationId xmlns:a16="http://schemas.microsoft.com/office/drawing/2014/main" id="{48C8141B-458E-436F-80DA-98B41B21B628}"/>
              </a:ext>
            </a:extLst>
          </p:cNvPr>
          <p:cNvSpPr>
            <a:spLocks xmlns:a="http://schemas.openxmlformats.org/drawingml/2006/main" noGrp="1"/>
          </p:cNvSpPr>
          <p:nvPr/>
        </p:nvSpPr>
        <p:spPr>
          <a:xfrm xmlns:a="http://schemas.openxmlformats.org/drawingml/2006/main">
            <a:off x="3352800" y="5105400"/>
            <a:ext cx="533400" cy="5334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D71920"/>
            </a:solidFill>
          </a:ln>
        </p:spPr>
      </p:sp>
      <p:pic>
        <p:nvPicPr>
          <p:cNvPr id="81" name="Picture 34"/>
          <p:cNvPicPr>
            <a:picLocks xmlns:a="http://schemas.openxmlformats.org/drawingml/2006/main" noChangeAspect="1"/>
          </p:cNvPicPr>
          <p:nvPr/>
        </p:nvPicPr>
        <p:blipFill>
          <a:blip xmlns:r="http://schemas.openxmlformats.org/officeDocument/2006/relationships" xmlns:a="http://schemas.openxmlformats.org/drawingml/2006/main" r:embed="R4818c551e9ce4e8c"/>
          <a:stretch xmlns:a="http://schemas.openxmlformats.org/drawingml/2006/main">
            <a:fillRect l="0" t="0" r="0" b="0"/>
          </a:stretch>
        </p:blipFill>
        <p:spPr>
          <a:xfrm xmlns:a="http://schemas.openxmlformats.org/drawingml/2006/main">
            <a:off x="3486150" y="5238750"/>
            <a:ext cx="266700" cy="266700"/>
          </a:xfrm>
          <a:prstGeom xmlns:a="http://schemas.openxmlformats.org/drawingml/2006/main" prst="rect">
            <a:avLst/>
          </a:prstGeom>
          <a:ln xmlns:a="http://schemas.openxmlformats.org/drawingml/2006/main">
            <a:noFill/>
          </a:ln>
        </p:spPr>
      </p:pic>
      <p:sp>
        <p:nvSpPr>
          <p:cNvPr id="35" name="Text 35">
            <a:extLst xmlns:a="http://schemas.openxmlformats.org/drawingml/2006/main">
              <a:ext uri="{FF2B5EF4-FFF2-40B4-BE49-F238E27FC236}">
                <a16:creationId xmlns:a16="http://schemas.microsoft.com/office/drawing/2014/main" id="{81B8240B-2BF4-423F-8AC8-FBD32E871ACD}"/>
              </a:ext>
            </a:extLst>
          </p:cNvPr>
          <p:cNvSpPr>
            <a:spLocks xmlns:a="http://schemas.openxmlformats.org/drawingml/2006/main" noGrp="1"/>
          </p:cNvSpPr>
          <p:nvPr/>
        </p:nvSpPr>
        <p:spPr>
          <a:xfrm xmlns:a="http://schemas.openxmlformats.org/drawingml/2006/main">
            <a:off x="4114800" y="4953000"/>
            <a:ext cx="400050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1">
                <a:solidFill>
                  <a:srgbClr val="17212B"/>
                </a:solidFill>
                <a:latin typeface="Arial"/>
                <a:ea typeface="Arial"/>
                <a:cs typeface="Arial"/>
              </a:rPr>
              <a:t>NATIVE WORK GRAPH</a:t>
            </a:r>
            <a:endParaRPr sz="1300"/>
          </a:p>
        </p:txBody>
      </p:sp>
      <p:sp>
        <p:nvSpPr>
          <p:cNvPr id="36" name="Text 36">
            <a:extLst xmlns:a="http://schemas.openxmlformats.org/drawingml/2006/main">
              <a:ext uri="{FF2B5EF4-FFF2-40B4-BE49-F238E27FC236}">
                <a16:creationId xmlns:a16="http://schemas.microsoft.com/office/drawing/2014/main" id="{8E91155C-B201-4C71-86E4-835E57D4F38C}"/>
              </a:ext>
            </a:extLst>
          </p:cNvPr>
          <p:cNvSpPr>
            <a:spLocks xmlns:a="http://schemas.openxmlformats.org/drawingml/2006/main" noGrp="1"/>
          </p:cNvSpPr>
          <p:nvPr/>
        </p:nvSpPr>
        <p:spPr>
          <a:xfrm xmlns:a="http://schemas.openxmlformats.org/drawingml/2006/main">
            <a:off x="4114800" y="5238750"/>
            <a:ext cx="400050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0">
                <a:solidFill>
                  <a:srgbClr val="5D6873"/>
                </a:solidFill>
                <a:latin typeface="Arial"/>
                <a:ea typeface="Arial"/>
                <a:cs typeface="Arial"/>
              </a:rPr>
              <a:t>Issues, PRs, relations, milestones and lifecycle</a:t>
            </a:r>
            <a:endParaRPr sz="1400"/>
          </a:p>
        </p:txBody>
      </p:sp>
      <p:sp>
        <p:nvSpPr>
          <p:cNvPr id="37" name="Connector 37">
            <a:extLst xmlns:a="http://schemas.openxmlformats.org/drawingml/2006/main">
              <a:ext uri="{FF2B5EF4-FFF2-40B4-BE49-F238E27FC236}">
                <a16:creationId xmlns:a16="http://schemas.microsoft.com/office/drawing/2014/main" id="{DEAD507B-8D7F-410D-AA31-55AB3CF9F0CD}"/>
              </a:ext>
            </a:extLst>
          </p:cNvPr>
          <p:cNvSpPr>
            <a:spLocks xmlns:a="http://schemas.openxmlformats.org/drawingml/2006/main" noGrp="1"/>
          </p:cNvSpPr>
          <p:nvPr/>
        </p:nvSpPr>
        <p:spPr>
          <a:xfrm xmlns:a="http://schemas.openxmlformats.org/drawingml/2006/main">
            <a:off x="4114800" y="5657850"/>
            <a:ext cx="4000500" cy="0"/>
          </a:xfrm>
          <a:prstGeom xmlns:a="http://schemas.openxmlformats.org/drawingml/2006/main" prst="line">
            <a:avLst/>
          </a:prstGeom>
          <a:ln xmlns:a="http://schemas.openxmlformats.org/drawingml/2006/main" w="12700">
            <a:solidFill>
              <a:srgbClr val="D9DEE3"/>
            </a:solidFill>
          </a:ln>
        </p:spPr>
      </p:sp>
      <p:sp>
        <p:nvSpPr>
          <p:cNvPr id="38" name="Text 38">
            <a:extLst xmlns:a="http://schemas.openxmlformats.org/drawingml/2006/main">
              <a:ext uri="{FF2B5EF4-FFF2-40B4-BE49-F238E27FC236}">
                <a16:creationId xmlns:a16="http://schemas.microsoft.com/office/drawing/2014/main" id="{E582162D-DC99-4E2F-BA21-A348CDF28F4D}"/>
              </a:ext>
            </a:extLst>
          </p:cNvPr>
          <p:cNvSpPr>
            <a:spLocks xmlns:a="http://schemas.openxmlformats.org/drawingml/2006/main" noGrp="1"/>
          </p:cNvSpPr>
          <p:nvPr/>
        </p:nvSpPr>
        <p:spPr>
          <a:xfrm xmlns:a="http://schemas.openxmlformats.org/drawingml/2006/main">
            <a:off x="4114800" y="5734050"/>
            <a:ext cx="40005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1">
                <a:solidFill>
                  <a:srgbClr val="981B1E"/>
                </a:solidFill>
                <a:latin typeface="Arial"/>
                <a:ea typeface="Arial"/>
                <a:cs typeface="Arial"/>
              </a:rPr>
              <a:t>Delivery priority · Discovery disposition</a:t>
            </a:r>
            <a:endParaRPr sz="1300"/>
          </a:p>
        </p:txBody>
      </p:sp>
      <p:sp>
        <p:nvSpPr>
          <p:cNvPr id="39" name="Text 39">
            <a:extLst xmlns:a="http://schemas.openxmlformats.org/drawingml/2006/main">
              <a:ext uri="{FF2B5EF4-FFF2-40B4-BE49-F238E27FC236}">
                <a16:creationId xmlns:a16="http://schemas.microsoft.com/office/drawing/2014/main" id="{D8174B1B-4670-4080-BE7B-DBE03CD13821}"/>
              </a:ext>
            </a:extLst>
          </p:cNvPr>
          <p:cNvSpPr>
            <a:spLocks xmlns:a="http://schemas.openxmlformats.org/drawingml/2006/main" noGrp="1"/>
          </p:cNvSpPr>
          <p:nvPr/>
        </p:nvSpPr>
        <p:spPr>
          <a:xfrm xmlns:a="http://schemas.openxmlformats.org/drawingml/2006/main">
            <a:off x="8724900" y="4895850"/>
            <a:ext cx="2762250" cy="1066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400" b="0">
                <a:solidFill>
                  <a:srgbClr val="5D6873"/>
                </a:solidFill>
                <a:latin typeface="Arial"/>
                <a:ea typeface="Arial"/>
                <a:cs typeface="Arial"/>
              </a:rPr>
              <a:t>The semantics can map to existing enterprise vocabulary. This exercise does not claim enterprise application integration.</a:t>
            </a:r>
            <a:endParaRPr sz="1400"/>
          </a:p>
        </p:txBody>
      </p:sp>
      <p:sp>
        <p:nvSpPr>
          <p:cNvPr id="40" name="Connector 40">
            <a:extLst xmlns:a="http://schemas.openxmlformats.org/drawingml/2006/main">
              <a:ext uri="{FF2B5EF4-FFF2-40B4-BE49-F238E27FC236}">
                <a16:creationId xmlns:a16="http://schemas.microsoft.com/office/drawing/2014/main" id="{FF1BD5F4-1965-49D2-82F8-788B507E927D}"/>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D9DEE3"/>
            </a:solidFill>
          </a:ln>
        </p:spPr>
      </p:sp>
      <p:sp>
        <p:nvSpPr>
          <p:cNvPr id="41" name="Text 41">
            <a:extLst xmlns:a="http://schemas.openxmlformats.org/drawingml/2006/main">
              <a:ext uri="{FF2B5EF4-FFF2-40B4-BE49-F238E27FC236}">
                <a16:creationId xmlns:a16="http://schemas.microsoft.com/office/drawing/2014/main" id="{E1B7F121-CFD0-4AC5-8A29-44B1A0379495}"/>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CUSTOMER ACTIVITY ANALYTICS</a:t>
            </a:r>
            <a:endParaRPr sz="1000"/>
          </a:p>
        </p:txBody>
      </p:sp>
      <p:sp>
        <p:nvSpPr>
          <p:cNvPr id="42" name="Text 42">
            <a:extLst xmlns:a="http://schemas.openxmlformats.org/drawingml/2006/main">
              <a:ext uri="{FF2B5EF4-FFF2-40B4-BE49-F238E27FC236}">
                <a16:creationId xmlns:a16="http://schemas.microsoft.com/office/drawing/2014/main" id="{F0E3FE27-0FE5-4CC7-8A67-8BBB9F1975A5}"/>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9</a:t>
            </a:r>
            <a:endParaRPr sz="1000"/>
          </a:p>
        </p:txBody>
      </p:sp>
    </p:spTree>
    <p:extLst>
      <p:ext uri="{BB962C8B-B14F-4D97-AF65-F5344CB8AC3E}">
        <p14:creationId xmlns:p14="http://schemas.microsoft.com/office/powerpoint/2010/main" val="955288581"/>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9CBF1D41-F25D-41F3-9F40-A70E9A3DE841}"/>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MANAGEMENT PROJECTIONS</a:t>
            </a:r>
            <a:endParaRPr sz="1100"/>
          </a:p>
        </p:txBody>
      </p:sp>
      <p:sp>
        <p:nvSpPr>
          <p:cNvPr id="3" name="Text 3">
            <a:extLst xmlns:a="http://schemas.openxmlformats.org/drawingml/2006/main">
              <a:ext uri="{FF2B5EF4-FFF2-40B4-BE49-F238E27FC236}">
                <a16:creationId xmlns:a16="http://schemas.microsoft.com/office/drawing/2014/main" id="{687C8AD4-CBD3-48E1-8F70-47B6C7FE6863}"/>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One work graph supports delivery, schedule and scope conversations</a:t>
            </a:r>
            <a:endParaRPr sz="3000"/>
          </a:p>
        </p:txBody>
      </p:sp>
      <p:sp>
        <p:nvSpPr>
          <p:cNvPr id="4" name="Text 4">
            <a:extLst xmlns:a="http://schemas.openxmlformats.org/drawingml/2006/main">
              <a:ext uri="{FF2B5EF4-FFF2-40B4-BE49-F238E27FC236}">
                <a16:creationId xmlns:a16="http://schemas.microsoft.com/office/drawing/2014/main" id="{1012DB19-9588-437A-98A6-64A8A495096E}"/>
              </a:ext>
            </a:extLst>
          </p:cNvPr>
          <p:cNvSpPr>
            <a:spLocks xmlns:a="http://schemas.openxmlformats.org/drawingml/2006/main" noGrp="1"/>
          </p:cNvSpPr>
          <p:nvPr/>
        </p:nvSpPr>
        <p:spPr>
          <a:xfrm xmlns:a="http://schemas.openxmlformats.org/drawingml/2006/main">
            <a:off x="8858250" y="1104900"/>
            <a:ext cx="27622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1" spc="120">
                <a:solidFill>
                  <a:srgbClr val="B46B13"/>
                </a:solidFill>
                <a:latin typeface="Arial"/>
                <a:ea typeface="Arial"/>
                <a:cs typeface="Arial"/>
              </a:rPr>
              <a:t>CONCEPTUAL PROJECTIONS</a:t>
            </a:r>
            <a:endParaRPr sz="1000"/>
          </a:p>
        </p:txBody>
      </p:sp>
      <p:sp>
        <p:nvSpPr>
          <p:cNvPr id="5" name="Shape 5">
            <a:extLst xmlns:a="http://schemas.openxmlformats.org/drawingml/2006/main">
              <a:ext uri="{FF2B5EF4-FFF2-40B4-BE49-F238E27FC236}">
                <a16:creationId xmlns:a16="http://schemas.microsoft.com/office/drawing/2014/main" id="{65B4E157-49E5-4C44-8263-941E6E20BF46}"/>
              </a:ext>
            </a:extLst>
          </p:cNvPr>
          <p:cNvSpPr>
            <a:spLocks xmlns:a="http://schemas.openxmlformats.org/drawingml/2006/main" noGrp="1"/>
          </p:cNvSpPr>
          <p:nvPr/>
        </p:nvSpPr>
        <p:spPr>
          <a:xfrm xmlns:a="http://schemas.openxmlformats.org/drawingml/2006/main">
            <a:off x="552450" y="1524000"/>
            <a:ext cx="5219700" cy="19812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6" name="Shape 6">
            <a:extLst xmlns:a="http://schemas.openxmlformats.org/drawingml/2006/main">
              <a:ext uri="{FF2B5EF4-FFF2-40B4-BE49-F238E27FC236}">
                <a16:creationId xmlns:a16="http://schemas.microsoft.com/office/drawing/2014/main" id="{51D19EA7-CBE0-48AD-AFC4-D2AA852D7C58}"/>
              </a:ext>
            </a:extLst>
          </p:cNvPr>
          <p:cNvSpPr>
            <a:spLocks xmlns:a="http://schemas.openxmlformats.org/drawingml/2006/main" noGrp="1"/>
          </p:cNvSpPr>
          <p:nvPr/>
        </p:nvSpPr>
        <p:spPr>
          <a:xfrm xmlns:a="http://schemas.openxmlformats.org/drawingml/2006/main">
            <a:off x="742950" y="1657350"/>
            <a:ext cx="400050" cy="400050"/>
          </a:xfrm>
          <a:prstGeom xmlns:a="http://schemas.openxmlformats.org/drawingml/2006/main" prst="roundRect">
            <a:avLst/>
          </a:prstGeom>
          <a:solidFill xmlns:a="http://schemas.openxmlformats.org/drawingml/2006/main">
            <a:srgbClr val="FCEBEC"/>
          </a:solidFill>
          <a:ln xmlns:a="http://schemas.openxmlformats.org/drawingml/2006/main" w="19050">
            <a:solidFill>
              <a:srgbClr val="D71920"/>
            </a:solidFill>
          </a:ln>
        </p:spPr>
      </p:sp>
      <p:pic>
        <p:nvPicPr>
          <p:cNvPr id="78" name="Picture 7"/>
          <p:cNvPicPr>
            <a:picLocks xmlns:a="http://schemas.openxmlformats.org/drawingml/2006/main" noChangeAspect="1"/>
          </p:cNvPicPr>
          <p:nvPr/>
        </p:nvPicPr>
        <p:blipFill>
          <a:blip xmlns:r="http://schemas.openxmlformats.org/officeDocument/2006/relationships" xmlns:a="http://schemas.openxmlformats.org/drawingml/2006/main" r:embed="Rd7ee852187eb4cca"/>
          <a:stretch xmlns:a="http://schemas.openxmlformats.org/drawingml/2006/main">
            <a:fillRect l="0" t="0" r="0" b="0"/>
          </a:stretch>
        </p:blipFill>
        <p:spPr>
          <a:xfrm xmlns:a="http://schemas.openxmlformats.org/drawingml/2006/main">
            <a:off x="847725" y="1762125"/>
            <a:ext cx="190500" cy="190500"/>
          </a:xfrm>
          <a:prstGeom xmlns:a="http://schemas.openxmlformats.org/drawingml/2006/main" prst="rect">
            <a:avLst/>
          </a:prstGeom>
          <a:ln xmlns:a="http://schemas.openxmlformats.org/drawingml/2006/main">
            <a:noFill/>
          </a:ln>
        </p:spPr>
      </p:pic>
      <p:sp>
        <p:nvSpPr>
          <p:cNvPr id="8" name="Text 8">
            <a:extLst xmlns:a="http://schemas.openxmlformats.org/drawingml/2006/main">
              <a:ext uri="{FF2B5EF4-FFF2-40B4-BE49-F238E27FC236}">
                <a16:creationId xmlns:a16="http://schemas.microsoft.com/office/drawing/2014/main" id="{9504D4AD-8393-44B5-AF88-13685DC229B0}"/>
              </a:ext>
            </a:extLst>
          </p:cNvPr>
          <p:cNvSpPr>
            <a:spLocks xmlns:a="http://schemas.openxmlformats.org/drawingml/2006/main" noGrp="1"/>
          </p:cNvSpPr>
          <p:nvPr/>
        </p:nvSpPr>
        <p:spPr>
          <a:xfrm xmlns:a="http://schemas.openxmlformats.org/drawingml/2006/main">
            <a:off x="1295400" y="1733550"/>
            <a:ext cx="2095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600" b="1">
                <a:solidFill>
                  <a:srgbClr val="D71920"/>
                </a:solidFill>
                <a:latin typeface="Arial"/>
                <a:ea typeface="Arial"/>
                <a:cs typeface="Arial"/>
              </a:rPr>
              <a:t>WORKGRAPH</a:t>
            </a:r>
            <a:endParaRPr sz="1600"/>
          </a:p>
        </p:txBody>
      </p:sp>
      <p:sp>
        <p:nvSpPr>
          <p:cNvPr id="9" name="Connector 9">
            <a:extLst xmlns:a="http://schemas.openxmlformats.org/drawingml/2006/main">
              <a:ext uri="{FF2B5EF4-FFF2-40B4-BE49-F238E27FC236}">
                <a16:creationId xmlns:a16="http://schemas.microsoft.com/office/drawing/2014/main" id="{0FF9835B-D915-4C30-9735-9D2A253916EC}"/>
              </a:ext>
            </a:extLst>
          </p:cNvPr>
          <p:cNvSpPr>
            <a:spLocks xmlns:a="http://schemas.openxmlformats.org/drawingml/2006/main" noGrp="1"/>
          </p:cNvSpPr>
          <p:nvPr/>
        </p:nvSpPr>
        <p:spPr>
          <a:xfrm xmlns:a="http://schemas.openxmlformats.org/drawingml/2006/main" flipV="1">
            <a:off x="1524000" y="2133600"/>
            <a:ext cx="990600" cy="342900"/>
          </a:xfrm>
          <a:prstGeom xmlns:a="http://schemas.openxmlformats.org/drawingml/2006/main" prst="line">
            <a:avLst/>
          </a:prstGeom>
          <a:ln xmlns:a="http://schemas.openxmlformats.org/drawingml/2006/main" w="25400">
            <a:solidFill>
              <a:srgbClr val="D9DEE3"/>
            </a:solidFill>
            <a:headEnd type="triangle"/>
            <a:tailEnd type="triangle"/>
          </a:ln>
        </p:spPr>
      </p:sp>
      <p:sp>
        <p:nvSpPr>
          <p:cNvPr id="10" name="Connector 10">
            <a:extLst xmlns:a="http://schemas.openxmlformats.org/drawingml/2006/main">
              <a:ext uri="{FF2B5EF4-FFF2-40B4-BE49-F238E27FC236}">
                <a16:creationId xmlns:a16="http://schemas.microsoft.com/office/drawing/2014/main" id="{CFE6A6C9-C029-4D2A-8A03-2E3300529A66}"/>
              </a:ext>
            </a:extLst>
          </p:cNvPr>
          <p:cNvSpPr>
            <a:spLocks xmlns:a="http://schemas.openxmlformats.org/drawingml/2006/main" noGrp="1"/>
          </p:cNvSpPr>
          <p:nvPr/>
        </p:nvSpPr>
        <p:spPr>
          <a:xfrm xmlns:a="http://schemas.openxmlformats.org/drawingml/2006/main">
            <a:off x="2514600" y="2133600"/>
            <a:ext cx="990600" cy="590550"/>
          </a:xfrm>
          <a:prstGeom xmlns:a="http://schemas.openxmlformats.org/drawingml/2006/main" prst="line">
            <a:avLst/>
          </a:prstGeom>
          <a:ln xmlns:a="http://schemas.openxmlformats.org/drawingml/2006/main" w="25400">
            <a:solidFill>
              <a:srgbClr val="D9DEE3"/>
            </a:solidFill>
            <a:headEnd type="triangle"/>
            <a:tailEnd type="triangle"/>
          </a:ln>
        </p:spPr>
      </p:sp>
      <p:sp>
        <p:nvSpPr>
          <p:cNvPr id="11" name="Connector 11">
            <a:extLst xmlns:a="http://schemas.openxmlformats.org/drawingml/2006/main">
              <a:ext uri="{FF2B5EF4-FFF2-40B4-BE49-F238E27FC236}">
                <a16:creationId xmlns:a16="http://schemas.microsoft.com/office/drawing/2014/main" id="{51847D1B-BC3B-4DCB-BB73-78C1AD40CA43}"/>
              </a:ext>
            </a:extLst>
          </p:cNvPr>
          <p:cNvSpPr>
            <a:spLocks xmlns:a="http://schemas.openxmlformats.org/drawingml/2006/main" noGrp="1"/>
          </p:cNvSpPr>
          <p:nvPr/>
        </p:nvSpPr>
        <p:spPr>
          <a:xfrm xmlns:a="http://schemas.openxmlformats.org/drawingml/2006/main">
            <a:off x="2514600" y="2133600"/>
            <a:ext cx="1714500" cy="0"/>
          </a:xfrm>
          <a:prstGeom xmlns:a="http://schemas.openxmlformats.org/drawingml/2006/main" prst="line">
            <a:avLst/>
          </a:prstGeom>
          <a:ln xmlns:a="http://schemas.openxmlformats.org/drawingml/2006/main" w="25400">
            <a:solidFill>
              <a:srgbClr val="D9DEE3"/>
            </a:solidFill>
            <a:headEnd type="triangle"/>
            <a:tailEnd type="triangle"/>
          </a:ln>
        </p:spPr>
      </p:sp>
      <p:sp>
        <p:nvSpPr>
          <p:cNvPr id="12" name="Shape 12">
            <a:extLst xmlns:a="http://schemas.openxmlformats.org/drawingml/2006/main">
              <a:ext uri="{FF2B5EF4-FFF2-40B4-BE49-F238E27FC236}">
                <a16:creationId xmlns:a16="http://schemas.microsoft.com/office/drawing/2014/main" id="{A66CE28B-0256-4911-8C6C-74B3FDD624D5}"/>
              </a:ext>
            </a:extLst>
          </p:cNvPr>
          <p:cNvSpPr>
            <a:spLocks xmlns:a="http://schemas.openxmlformats.org/drawingml/2006/main" noGrp="1"/>
          </p:cNvSpPr>
          <p:nvPr/>
        </p:nvSpPr>
        <p:spPr>
          <a:xfrm xmlns:a="http://schemas.openxmlformats.org/drawingml/2006/main">
            <a:off x="1143000" y="2305050"/>
            <a:ext cx="495300" cy="495300"/>
          </a:xfrm>
          <a:prstGeom xmlns:a="http://schemas.openxmlformats.org/drawingml/2006/main" prst="ellipse">
            <a:avLst/>
          </a:prstGeom>
          <a:solidFill xmlns:a="http://schemas.openxmlformats.org/drawingml/2006/main">
            <a:srgbClr val="FCEBEC"/>
          </a:solidFill>
          <a:ln xmlns:a="http://schemas.openxmlformats.org/drawingml/2006/main" w="25400">
            <a:solidFill>
              <a:srgbClr val="D71920"/>
            </a:solidFill>
          </a:ln>
        </p:spPr>
      </p:sp>
      <p:sp>
        <p:nvSpPr>
          <p:cNvPr id="13" name="Text 13">
            <a:extLst xmlns:a="http://schemas.openxmlformats.org/drawingml/2006/main">
              <a:ext uri="{FF2B5EF4-FFF2-40B4-BE49-F238E27FC236}">
                <a16:creationId xmlns:a16="http://schemas.microsoft.com/office/drawing/2014/main" id="{F570784D-E895-4752-A944-DCAC9FCECD94}"/>
              </a:ext>
            </a:extLst>
          </p:cNvPr>
          <p:cNvSpPr>
            <a:spLocks xmlns:a="http://schemas.openxmlformats.org/drawingml/2006/main" noGrp="1"/>
          </p:cNvSpPr>
          <p:nvPr/>
        </p:nvSpPr>
        <p:spPr>
          <a:xfrm xmlns:a="http://schemas.openxmlformats.org/drawingml/2006/main">
            <a:off x="1143000" y="2447925"/>
            <a:ext cx="4953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1">
                <a:solidFill>
                  <a:srgbClr val="17212B"/>
                </a:solidFill>
                <a:latin typeface="Arial"/>
                <a:ea typeface="Arial"/>
                <a:cs typeface="Arial"/>
              </a:rPr>
              <a:t>ROOT</a:t>
            </a:r>
            <a:endParaRPr sz="1000"/>
          </a:p>
        </p:txBody>
      </p:sp>
      <p:sp>
        <p:nvSpPr>
          <p:cNvPr id="14" name="Shape 14">
            <a:extLst xmlns:a="http://schemas.openxmlformats.org/drawingml/2006/main">
              <a:ext uri="{FF2B5EF4-FFF2-40B4-BE49-F238E27FC236}">
                <a16:creationId xmlns:a16="http://schemas.microsoft.com/office/drawing/2014/main" id="{11EA0466-1666-4CD9-A2CE-7E1E39C1332D}"/>
              </a:ext>
            </a:extLst>
          </p:cNvPr>
          <p:cNvSpPr>
            <a:spLocks xmlns:a="http://schemas.openxmlformats.org/drawingml/2006/main" noGrp="1"/>
          </p:cNvSpPr>
          <p:nvPr/>
        </p:nvSpPr>
        <p:spPr>
          <a:xfrm xmlns:a="http://schemas.openxmlformats.org/drawingml/2006/main">
            <a:off x="2209800" y="1962150"/>
            <a:ext cx="495300" cy="495300"/>
          </a:xfrm>
          <a:prstGeom xmlns:a="http://schemas.openxmlformats.org/drawingml/2006/main" prst="ellipse">
            <a:avLst/>
          </a:prstGeom>
          <a:solidFill xmlns:a="http://schemas.openxmlformats.org/drawingml/2006/main">
            <a:srgbClr val="EAF1F7"/>
          </a:solidFill>
          <a:ln xmlns:a="http://schemas.openxmlformats.org/drawingml/2006/main" w="25400">
            <a:solidFill>
              <a:srgbClr val="2A5B84"/>
            </a:solidFill>
          </a:ln>
        </p:spPr>
      </p:sp>
      <p:sp>
        <p:nvSpPr>
          <p:cNvPr id="15" name="Text 15">
            <a:extLst xmlns:a="http://schemas.openxmlformats.org/drawingml/2006/main">
              <a:ext uri="{FF2B5EF4-FFF2-40B4-BE49-F238E27FC236}">
                <a16:creationId xmlns:a16="http://schemas.microsoft.com/office/drawing/2014/main" id="{3A067275-B602-4041-95D2-3C59C2C58C75}"/>
              </a:ext>
            </a:extLst>
          </p:cNvPr>
          <p:cNvSpPr>
            <a:spLocks xmlns:a="http://schemas.openxmlformats.org/drawingml/2006/main" noGrp="1"/>
          </p:cNvSpPr>
          <p:nvPr/>
        </p:nvSpPr>
        <p:spPr>
          <a:xfrm xmlns:a="http://schemas.openxmlformats.org/drawingml/2006/main">
            <a:off x="2209800" y="2105025"/>
            <a:ext cx="4953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1">
                <a:solidFill>
                  <a:srgbClr val="17212B"/>
                </a:solidFill>
                <a:latin typeface="Arial"/>
                <a:ea typeface="Arial"/>
                <a:cs typeface="Arial"/>
              </a:rPr>
              <a:t>#121</a:t>
            </a:r>
            <a:endParaRPr sz="1000"/>
          </a:p>
        </p:txBody>
      </p:sp>
      <p:sp>
        <p:nvSpPr>
          <p:cNvPr id="16" name="Shape 16">
            <a:extLst xmlns:a="http://schemas.openxmlformats.org/drawingml/2006/main">
              <a:ext uri="{FF2B5EF4-FFF2-40B4-BE49-F238E27FC236}">
                <a16:creationId xmlns:a16="http://schemas.microsoft.com/office/drawing/2014/main" id="{56DDC41A-1F8F-46F2-8735-BAF40CF4869D}"/>
              </a:ext>
            </a:extLst>
          </p:cNvPr>
          <p:cNvSpPr>
            <a:spLocks xmlns:a="http://schemas.openxmlformats.org/drawingml/2006/main" noGrp="1"/>
          </p:cNvSpPr>
          <p:nvPr/>
        </p:nvSpPr>
        <p:spPr>
          <a:xfrm xmlns:a="http://schemas.openxmlformats.org/drawingml/2006/main">
            <a:off x="3257550" y="2571750"/>
            <a:ext cx="495300" cy="495300"/>
          </a:xfrm>
          <a:prstGeom xmlns:a="http://schemas.openxmlformats.org/drawingml/2006/main" prst="ellipse">
            <a:avLst/>
          </a:prstGeom>
          <a:solidFill xmlns:a="http://schemas.openxmlformats.org/drawingml/2006/main">
            <a:srgbClr val="EAF1F7"/>
          </a:solidFill>
          <a:ln xmlns:a="http://schemas.openxmlformats.org/drawingml/2006/main" w="25400">
            <a:solidFill>
              <a:srgbClr val="2A5B84"/>
            </a:solidFill>
          </a:ln>
        </p:spPr>
      </p:sp>
      <p:sp>
        <p:nvSpPr>
          <p:cNvPr id="17" name="Text 17">
            <a:extLst xmlns:a="http://schemas.openxmlformats.org/drawingml/2006/main">
              <a:ext uri="{FF2B5EF4-FFF2-40B4-BE49-F238E27FC236}">
                <a16:creationId xmlns:a16="http://schemas.microsoft.com/office/drawing/2014/main" id="{A6AAD2EB-5155-4AB0-B5E4-C8395E00E504}"/>
              </a:ext>
            </a:extLst>
          </p:cNvPr>
          <p:cNvSpPr>
            <a:spLocks xmlns:a="http://schemas.openxmlformats.org/drawingml/2006/main" noGrp="1"/>
          </p:cNvSpPr>
          <p:nvPr/>
        </p:nvSpPr>
        <p:spPr>
          <a:xfrm xmlns:a="http://schemas.openxmlformats.org/drawingml/2006/main">
            <a:off x="3257550" y="2714625"/>
            <a:ext cx="4953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1">
                <a:solidFill>
                  <a:srgbClr val="17212B"/>
                </a:solidFill>
                <a:latin typeface="Arial"/>
                <a:ea typeface="Arial"/>
                <a:cs typeface="Arial"/>
              </a:rPr>
              <a:t>#122</a:t>
            </a:r>
            <a:endParaRPr sz="1000"/>
          </a:p>
        </p:txBody>
      </p:sp>
      <p:sp>
        <p:nvSpPr>
          <p:cNvPr id="18" name="Shape 18">
            <a:extLst xmlns:a="http://schemas.openxmlformats.org/drawingml/2006/main">
              <a:ext uri="{FF2B5EF4-FFF2-40B4-BE49-F238E27FC236}">
                <a16:creationId xmlns:a16="http://schemas.microsoft.com/office/drawing/2014/main" id="{4D29A30A-5DAF-4635-9438-ABC3E15B6FFE}"/>
              </a:ext>
            </a:extLst>
          </p:cNvPr>
          <p:cNvSpPr>
            <a:spLocks xmlns:a="http://schemas.openxmlformats.org/drawingml/2006/main" noGrp="1"/>
          </p:cNvSpPr>
          <p:nvPr/>
        </p:nvSpPr>
        <p:spPr>
          <a:xfrm xmlns:a="http://schemas.openxmlformats.org/drawingml/2006/main">
            <a:off x="4095750" y="1962150"/>
            <a:ext cx="495300" cy="495300"/>
          </a:xfrm>
          <a:prstGeom xmlns:a="http://schemas.openxmlformats.org/drawingml/2006/main" prst="ellipse">
            <a:avLst/>
          </a:prstGeom>
          <a:solidFill xmlns:a="http://schemas.openxmlformats.org/drawingml/2006/main">
            <a:srgbClr val="EAF1F7"/>
          </a:solidFill>
          <a:ln xmlns:a="http://schemas.openxmlformats.org/drawingml/2006/main" w="25400">
            <a:solidFill>
              <a:srgbClr val="2A5B84"/>
            </a:solidFill>
          </a:ln>
        </p:spPr>
      </p:sp>
      <p:sp>
        <p:nvSpPr>
          <p:cNvPr id="19" name="Text 19">
            <a:extLst xmlns:a="http://schemas.openxmlformats.org/drawingml/2006/main">
              <a:ext uri="{FF2B5EF4-FFF2-40B4-BE49-F238E27FC236}">
                <a16:creationId xmlns:a16="http://schemas.microsoft.com/office/drawing/2014/main" id="{0195925D-69D0-4BB6-B070-7539AD956118}"/>
              </a:ext>
            </a:extLst>
          </p:cNvPr>
          <p:cNvSpPr>
            <a:spLocks xmlns:a="http://schemas.openxmlformats.org/drawingml/2006/main" noGrp="1"/>
          </p:cNvSpPr>
          <p:nvPr/>
        </p:nvSpPr>
        <p:spPr>
          <a:xfrm xmlns:a="http://schemas.openxmlformats.org/drawingml/2006/main">
            <a:off x="4095750" y="2105025"/>
            <a:ext cx="4953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1">
                <a:solidFill>
                  <a:srgbClr val="17212B"/>
                </a:solidFill>
                <a:latin typeface="Arial"/>
                <a:ea typeface="Arial"/>
                <a:cs typeface="Arial"/>
              </a:rPr>
              <a:t>#123</a:t>
            </a:r>
            <a:endParaRPr sz="1000"/>
          </a:p>
        </p:txBody>
      </p:sp>
      <p:sp>
        <p:nvSpPr>
          <p:cNvPr id="20" name="Text 20">
            <a:extLst xmlns:a="http://schemas.openxmlformats.org/drawingml/2006/main">
              <a:ext uri="{FF2B5EF4-FFF2-40B4-BE49-F238E27FC236}">
                <a16:creationId xmlns:a16="http://schemas.microsoft.com/office/drawing/2014/main" id="{2BB20498-E696-465C-B82B-FAE323EF57BC}"/>
              </a:ext>
            </a:extLst>
          </p:cNvPr>
          <p:cNvSpPr>
            <a:spLocks xmlns:a="http://schemas.openxmlformats.org/drawingml/2006/main" noGrp="1"/>
          </p:cNvSpPr>
          <p:nvPr/>
        </p:nvSpPr>
        <p:spPr>
          <a:xfrm xmlns:a="http://schemas.openxmlformats.org/drawingml/2006/main">
            <a:off x="742950" y="3124200"/>
            <a:ext cx="47434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0">
                <a:solidFill>
                  <a:srgbClr val="5D6873"/>
                </a:solidFill>
                <a:latin typeface="Arial"/>
                <a:ea typeface="Arial"/>
                <a:cs typeface="Arial"/>
              </a:rPr>
              <a:t>Hierarchy, dependencies and PR ownership</a:t>
            </a:r>
            <a:endParaRPr sz="1300"/>
          </a:p>
        </p:txBody>
      </p:sp>
      <p:sp>
        <p:nvSpPr>
          <p:cNvPr id="21" name="Shape 21">
            <a:extLst xmlns:a="http://schemas.openxmlformats.org/drawingml/2006/main">
              <a:ext uri="{FF2B5EF4-FFF2-40B4-BE49-F238E27FC236}">
                <a16:creationId xmlns:a16="http://schemas.microsoft.com/office/drawing/2014/main" id="{3D370033-05DD-47E8-8B59-4BABBC801685}"/>
              </a:ext>
            </a:extLst>
          </p:cNvPr>
          <p:cNvSpPr>
            <a:spLocks xmlns:a="http://schemas.openxmlformats.org/drawingml/2006/main" noGrp="1"/>
          </p:cNvSpPr>
          <p:nvPr/>
        </p:nvSpPr>
        <p:spPr>
          <a:xfrm xmlns:a="http://schemas.openxmlformats.org/drawingml/2006/main">
            <a:off x="6419850" y="1524000"/>
            <a:ext cx="5219700" cy="19812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22" name="Shape 22">
            <a:extLst xmlns:a="http://schemas.openxmlformats.org/drawingml/2006/main">
              <a:ext uri="{FF2B5EF4-FFF2-40B4-BE49-F238E27FC236}">
                <a16:creationId xmlns:a16="http://schemas.microsoft.com/office/drawing/2014/main" id="{D1794C06-48FB-4346-A77B-6732EFFC2003}"/>
              </a:ext>
            </a:extLst>
          </p:cNvPr>
          <p:cNvSpPr>
            <a:spLocks xmlns:a="http://schemas.openxmlformats.org/drawingml/2006/main" noGrp="1"/>
          </p:cNvSpPr>
          <p:nvPr/>
        </p:nvSpPr>
        <p:spPr>
          <a:xfrm xmlns:a="http://schemas.openxmlformats.org/drawingml/2006/main">
            <a:off x="6610350" y="1657350"/>
            <a:ext cx="400050" cy="400050"/>
          </a:xfrm>
          <a:prstGeom xmlns:a="http://schemas.openxmlformats.org/drawingml/2006/main" prst="roundRect">
            <a:avLst/>
          </a:prstGeom>
          <a:solidFill xmlns:a="http://schemas.openxmlformats.org/drawingml/2006/main">
            <a:srgbClr val="EAF1F7"/>
          </a:solidFill>
          <a:ln xmlns:a="http://schemas.openxmlformats.org/drawingml/2006/main" w="19050">
            <a:solidFill>
              <a:srgbClr val="2A5B84"/>
            </a:solidFill>
          </a:ln>
        </p:spPr>
      </p:sp>
      <p:pic>
        <p:nvPicPr>
          <p:cNvPr id="94" name="Picture 23"/>
          <p:cNvPicPr>
            <a:picLocks xmlns:a="http://schemas.openxmlformats.org/drawingml/2006/main" noChangeAspect="1"/>
          </p:cNvPicPr>
          <p:nvPr/>
        </p:nvPicPr>
        <p:blipFill>
          <a:blip xmlns:r="http://schemas.openxmlformats.org/officeDocument/2006/relationships" xmlns:a="http://schemas.openxmlformats.org/drawingml/2006/main" r:embed="R9da2f450fe79460b"/>
          <a:stretch xmlns:a="http://schemas.openxmlformats.org/drawingml/2006/main">
            <a:fillRect l="0" t="0" r="0" b="0"/>
          </a:stretch>
        </p:blipFill>
        <p:spPr>
          <a:xfrm xmlns:a="http://schemas.openxmlformats.org/drawingml/2006/main">
            <a:off x="6715125" y="1762125"/>
            <a:ext cx="190500" cy="190500"/>
          </a:xfrm>
          <a:prstGeom xmlns:a="http://schemas.openxmlformats.org/drawingml/2006/main" prst="rect">
            <a:avLst/>
          </a:prstGeom>
          <a:ln xmlns:a="http://schemas.openxmlformats.org/drawingml/2006/main">
            <a:noFill/>
          </a:ln>
        </p:spPr>
      </p:pic>
      <p:sp>
        <p:nvSpPr>
          <p:cNvPr id="24" name="Text 24">
            <a:extLst xmlns:a="http://schemas.openxmlformats.org/drawingml/2006/main">
              <a:ext uri="{FF2B5EF4-FFF2-40B4-BE49-F238E27FC236}">
                <a16:creationId xmlns:a16="http://schemas.microsoft.com/office/drawing/2014/main" id="{BB2D6468-F1D7-4D17-8B69-0A907133827A}"/>
              </a:ext>
            </a:extLst>
          </p:cNvPr>
          <p:cNvSpPr>
            <a:spLocks xmlns:a="http://schemas.openxmlformats.org/drawingml/2006/main" noGrp="1"/>
          </p:cNvSpPr>
          <p:nvPr/>
        </p:nvSpPr>
        <p:spPr>
          <a:xfrm xmlns:a="http://schemas.openxmlformats.org/drawingml/2006/main">
            <a:off x="7162800" y="1733550"/>
            <a:ext cx="2095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600" b="1">
                <a:solidFill>
                  <a:srgbClr val="D71920"/>
                </a:solidFill>
                <a:latin typeface="Arial"/>
                <a:ea typeface="Arial"/>
                <a:cs typeface="Arial"/>
              </a:rPr>
              <a:t>DELIVERY</a:t>
            </a:r>
            <a:endParaRPr sz="1600"/>
          </a:p>
        </p:txBody>
      </p:sp>
      <p:sp>
        <p:nvSpPr>
          <p:cNvPr id="25" name="Text 25">
            <a:extLst xmlns:a="http://schemas.openxmlformats.org/drawingml/2006/main">
              <a:ext uri="{FF2B5EF4-FFF2-40B4-BE49-F238E27FC236}">
                <a16:creationId xmlns:a16="http://schemas.microsoft.com/office/drawing/2014/main" id="{8DC4BE49-6A18-480A-A90C-FA0C83CF083A}"/>
              </a:ext>
            </a:extLst>
          </p:cNvPr>
          <p:cNvSpPr>
            <a:spLocks xmlns:a="http://schemas.openxmlformats.org/drawingml/2006/main" noGrp="1"/>
          </p:cNvSpPr>
          <p:nvPr/>
        </p:nvSpPr>
        <p:spPr>
          <a:xfrm xmlns:a="http://schemas.openxmlformats.org/drawingml/2006/main">
            <a:off x="6705600" y="2095500"/>
            <a:ext cx="123825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5D6873"/>
                </a:solidFill>
                <a:latin typeface="Arial"/>
                <a:ea typeface="Arial"/>
                <a:cs typeface="Arial"/>
              </a:rPr>
              <a:t>TODO</a:t>
            </a:r>
            <a:endParaRPr sz="1100"/>
          </a:p>
        </p:txBody>
      </p:sp>
      <p:sp>
        <p:nvSpPr>
          <p:cNvPr id="26" name="Shape 26">
            <a:extLst xmlns:a="http://schemas.openxmlformats.org/drawingml/2006/main">
              <a:ext uri="{FF2B5EF4-FFF2-40B4-BE49-F238E27FC236}">
                <a16:creationId xmlns:a16="http://schemas.microsoft.com/office/drawing/2014/main" id="{F658E097-6809-4DDD-A5CE-DA62EAB17486}"/>
              </a:ext>
            </a:extLst>
          </p:cNvPr>
          <p:cNvSpPr>
            <a:spLocks xmlns:a="http://schemas.openxmlformats.org/drawingml/2006/main" noGrp="1"/>
          </p:cNvSpPr>
          <p:nvPr/>
        </p:nvSpPr>
        <p:spPr>
          <a:xfrm xmlns:a="http://schemas.openxmlformats.org/drawingml/2006/main">
            <a:off x="6705600" y="2362200"/>
            <a:ext cx="1238250" cy="40005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D9DEE3"/>
            </a:solidFill>
          </a:ln>
        </p:spPr>
      </p:sp>
      <p:sp>
        <p:nvSpPr>
          <p:cNvPr id="27" name="Shape 27">
            <a:extLst xmlns:a="http://schemas.openxmlformats.org/drawingml/2006/main">
              <a:ext uri="{FF2B5EF4-FFF2-40B4-BE49-F238E27FC236}">
                <a16:creationId xmlns:a16="http://schemas.microsoft.com/office/drawing/2014/main" id="{7259A5E7-3B7B-424B-A03F-2F20BCE42B6A}"/>
              </a:ext>
            </a:extLst>
          </p:cNvPr>
          <p:cNvSpPr>
            <a:spLocks xmlns:a="http://schemas.openxmlformats.org/drawingml/2006/main" noGrp="1"/>
          </p:cNvSpPr>
          <p:nvPr/>
        </p:nvSpPr>
        <p:spPr>
          <a:xfrm xmlns:a="http://schemas.openxmlformats.org/drawingml/2006/main">
            <a:off x="6705600" y="2857500"/>
            <a:ext cx="1238250" cy="28575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28" name="Text 28">
            <a:extLst xmlns:a="http://schemas.openxmlformats.org/drawingml/2006/main">
              <a:ext uri="{FF2B5EF4-FFF2-40B4-BE49-F238E27FC236}">
                <a16:creationId xmlns:a16="http://schemas.microsoft.com/office/drawing/2014/main" id="{31FCDA6F-BDCF-4808-804A-A1861A1F266A}"/>
              </a:ext>
            </a:extLst>
          </p:cNvPr>
          <p:cNvSpPr>
            <a:spLocks xmlns:a="http://schemas.openxmlformats.org/drawingml/2006/main" noGrp="1"/>
          </p:cNvSpPr>
          <p:nvPr/>
        </p:nvSpPr>
        <p:spPr>
          <a:xfrm xmlns:a="http://schemas.openxmlformats.org/drawingml/2006/main">
            <a:off x="8229600" y="2095500"/>
            <a:ext cx="15240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5D6873"/>
                </a:solidFill>
                <a:latin typeface="Arial"/>
                <a:ea typeface="Arial"/>
                <a:cs typeface="Arial"/>
              </a:rPr>
              <a:t>IN PROGRESS</a:t>
            </a:r>
            <a:endParaRPr sz="1100"/>
          </a:p>
        </p:txBody>
      </p:sp>
      <p:sp>
        <p:nvSpPr>
          <p:cNvPr id="29" name="Shape 29">
            <a:extLst xmlns:a="http://schemas.openxmlformats.org/drawingml/2006/main">
              <a:ext uri="{FF2B5EF4-FFF2-40B4-BE49-F238E27FC236}">
                <a16:creationId xmlns:a16="http://schemas.microsoft.com/office/drawing/2014/main" id="{F0021858-CCF5-43EE-A22A-13A0C6837E1F}"/>
              </a:ext>
            </a:extLst>
          </p:cNvPr>
          <p:cNvSpPr>
            <a:spLocks xmlns:a="http://schemas.openxmlformats.org/drawingml/2006/main" noGrp="1"/>
          </p:cNvSpPr>
          <p:nvPr/>
        </p:nvSpPr>
        <p:spPr>
          <a:xfrm xmlns:a="http://schemas.openxmlformats.org/drawingml/2006/main">
            <a:off x="8229600" y="2362200"/>
            <a:ext cx="1524000" cy="400050"/>
          </a:xfrm>
          <a:prstGeom xmlns:a="http://schemas.openxmlformats.org/drawingml/2006/main" prst="roundRect">
            <a:avLst/>
          </a:prstGeom>
          <a:solidFill xmlns:a="http://schemas.openxmlformats.org/drawingml/2006/main">
            <a:srgbClr val="FCEBEC"/>
          </a:solidFill>
          <a:ln xmlns:a="http://schemas.openxmlformats.org/drawingml/2006/main" w="12700">
            <a:solidFill>
              <a:srgbClr val="D71920"/>
            </a:solidFill>
          </a:ln>
        </p:spPr>
      </p:sp>
      <p:sp>
        <p:nvSpPr>
          <p:cNvPr id="30" name="Shape 30">
            <a:extLst xmlns:a="http://schemas.openxmlformats.org/drawingml/2006/main">
              <a:ext uri="{FF2B5EF4-FFF2-40B4-BE49-F238E27FC236}">
                <a16:creationId xmlns:a16="http://schemas.microsoft.com/office/drawing/2014/main" id="{9F484E9D-2673-4DB8-8D75-25F0AF1FE5CF}"/>
              </a:ext>
            </a:extLst>
          </p:cNvPr>
          <p:cNvSpPr>
            <a:spLocks xmlns:a="http://schemas.openxmlformats.org/drawingml/2006/main" noGrp="1"/>
          </p:cNvSpPr>
          <p:nvPr/>
        </p:nvSpPr>
        <p:spPr>
          <a:xfrm xmlns:a="http://schemas.openxmlformats.org/drawingml/2006/main">
            <a:off x="8229600" y="2857500"/>
            <a:ext cx="1524000" cy="28575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31" name="Text 31">
            <a:extLst xmlns:a="http://schemas.openxmlformats.org/drawingml/2006/main">
              <a:ext uri="{FF2B5EF4-FFF2-40B4-BE49-F238E27FC236}">
                <a16:creationId xmlns:a16="http://schemas.microsoft.com/office/drawing/2014/main" id="{A3565A38-B05A-4F74-A319-DD528C622C49}"/>
              </a:ext>
            </a:extLst>
          </p:cNvPr>
          <p:cNvSpPr>
            <a:spLocks xmlns:a="http://schemas.openxmlformats.org/drawingml/2006/main" noGrp="1"/>
          </p:cNvSpPr>
          <p:nvPr/>
        </p:nvSpPr>
        <p:spPr>
          <a:xfrm xmlns:a="http://schemas.openxmlformats.org/drawingml/2006/main">
            <a:off x="9982200" y="2095500"/>
            <a:ext cx="123825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5D6873"/>
                </a:solidFill>
                <a:latin typeface="Arial"/>
                <a:ea typeface="Arial"/>
                <a:cs typeface="Arial"/>
              </a:rPr>
              <a:t>DONE</a:t>
            </a:r>
            <a:endParaRPr sz="1100"/>
          </a:p>
        </p:txBody>
      </p:sp>
      <p:sp>
        <p:nvSpPr>
          <p:cNvPr id="32" name="Shape 32">
            <a:extLst xmlns:a="http://schemas.openxmlformats.org/drawingml/2006/main">
              <a:ext uri="{FF2B5EF4-FFF2-40B4-BE49-F238E27FC236}">
                <a16:creationId xmlns:a16="http://schemas.microsoft.com/office/drawing/2014/main" id="{69DD7626-0FF1-42A9-9F85-27F82D2874B0}"/>
              </a:ext>
            </a:extLst>
          </p:cNvPr>
          <p:cNvSpPr>
            <a:spLocks xmlns:a="http://schemas.openxmlformats.org/drawingml/2006/main" noGrp="1"/>
          </p:cNvSpPr>
          <p:nvPr/>
        </p:nvSpPr>
        <p:spPr>
          <a:xfrm xmlns:a="http://schemas.openxmlformats.org/drawingml/2006/main">
            <a:off x="9982200" y="2362200"/>
            <a:ext cx="1238250" cy="40005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D9DEE3"/>
            </a:solidFill>
          </a:ln>
        </p:spPr>
      </p:sp>
      <p:sp>
        <p:nvSpPr>
          <p:cNvPr id="33" name="Shape 33">
            <a:extLst xmlns:a="http://schemas.openxmlformats.org/drawingml/2006/main">
              <a:ext uri="{FF2B5EF4-FFF2-40B4-BE49-F238E27FC236}">
                <a16:creationId xmlns:a16="http://schemas.microsoft.com/office/drawing/2014/main" id="{82782837-D120-4BC8-B565-52B253F19DBA}"/>
              </a:ext>
            </a:extLst>
          </p:cNvPr>
          <p:cNvSpPr>
            <a:spLocks xmlns:a="http://schemas.openxmlformats.org/drawingml/2006/main" noGrp="1"/>
          </p:cNvSpPr>
          <p:nvPr/>
        </p:nvSpPr>
        <p:spPr>
          <a:xfrm xmlns:a="http://schemas.openxmlformats.org/drawingml/2006/main">
            <a:off x="9982200" y="2857500"/>
            <a:ext cx="1238250" cy="28575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34" name="Shape 34">
            <a:extLst xmlns:a="http://schemas.openxmlformats.org/drawingml/2006/main">
              <a:ext uri="{FF2B5EF4-FFF2-40B4-BE49-F238E27FC236}">
                <a16:creationId xmlns:a16="http://schemas.microsoft.com/office/drawing/2014/main" id="{D2ACAB43-4331-4522-A795-31A9B1F06119}"/>
              </a:ext>
            </a:extLst>
          </p:cNvPr>
          <p:cNvSpPr>
            <a:spLocks xmlns:a="http://schemas.openxmlformats.org/drawingml/2006/main" noGrp="1"/>
          </p:cNvSpPr>
          <p:nvPr/>
        </p:nvSpPr>
        <p:spPr>
          <a:xfrm xmlns:a="http://schemas.openxmlformats.org/drawingml/2006/main">
            <a:off x="552450" y="3752850"/>
            <a:ext cx="5219700" cy="215265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35" name="Shape 35">
            <a:extLst xmlns:a="http://schemas.openxmlformats.org/drawingml/2006/main">
              <a:ext uri="{FF2B5EF4-FFF2-40B4-BE49-F238E27FC236}">
                <a16:creationId xmlns:a16="http://schemas.microsoft.com/office/drawing/2014/main" id="{480F566F-8333-4E79-BC77-809FD6EE8B69}"/>
              </a:ext>
            </a:extLst>
          </p:cNvPr>
          <p:cNvSpPr>
            <a:spLocks xmlns:a="http://schemas.openxmlformats.org/drawingml/2006/main" noGrp="1"/>
          </p:cNvSpPr>
          <p:nvPr/>
        </p:nvSpPr>
        <p:spPr>
          <a:xfrm xmlns:a="http://schemas.openxmlformats.org/drawingml/2006/main">
            <a:off x="742950" y="3886200"/>
            <a:ext cx="400050" cy="400050"/>
          </a:xfrm>
          <a:prstGeom xmlns:a="http://schemas.openxmlformats.org/drawingml/2006/main" prst="roundRect">
            <a:avLst/>
          </a:prstGeom>
          <a:solidFill xmlns:a="http://schemas.openxmlformats.org/drawingml/2006/main">
            <a:srgbClr val="FFF7E8"/>
          </a:solidFill>
          <a:ln xmlns:a="http://schemas.openxmlformats.org/drawingml/2006/main" w="19050">
            <a:solidFill>
              <a:srgbClr val="B46B13"/>
            </a:solidFill>
          </a:ln>
        </p:spPr>
      </p:sp>
      <p:pic>
        <p:nvPicPr>
          <p:cNvPr id="107" name="Picture 36"/>
          <p:cNvPicPr>
            <a:picLocks xmlns:a="http://schemas.openxmlformats.org/drawingml/2006/main" noChangeAspect="1"/>
          </p:cNvPicPr>
          <p:nvPr/>
        </p:nvPicPr>
        <p:blipFill>
          <a:blip xmlns:r="http://schemas.openxmlformats.org/officeDocument/2006/relationships" xmlns:a="http://schemas.openxmlformats.org/drawingml/2006/main" r:embed="Rad15a7eb62354715"/>
          <a:stretch xmlns:a="http://schemas.openxmlformats.org/drawingml/2006/main">
            <a:fillRect l="0" t="0" r="0" b="0"/>
          </a:stretch>
        </p:blipFill>
        <p:spPr>
          <a:xfrm xmlns:a="http://schemas.openxmlformats.org/drawingml/2006/main">
            <a:off x="847725" y="3990975"/>
            <a:ext cx="190500" cy="190500"/>
          </a:xfrm>
          <a:prstGeom xmlns:a="http://schemas.openxmlformats.org/drawingml/2006/main" prst="rect">
            <a:avLst/>
          </a:prstGeom>
          <a:ln xmlns:a="http://schemas.openxmlformats.org/drawingml/2006/main">
            <a:noFill/>
          </a:ln>
        </p:spPr>
      </p:pic>
      <p:sp>
        <p:nvSpPr>
          <p:cNvPr id="37" name="Text 37">
            <a:extLst xmlns:a="http://schemas.openxmlformats.org/drawingml/2006/main">
              <a:ext uri="{FF2B5EF4-FFF2-40B4-BE49-F238E27FC236}">
                <a16:creationId xmlns:a16="http://schemas.microsoft.com/office/drawing/2014/main" id="{D1053FBC-9D76-4547-9DF3-BCCE51305B0B}"/>
              </a:ext>
            </a:extLst>
          </p:cNvPr>
          <p:cNvSpPr>
            <a:spLocks xmlns:a="http://schemas.openxmlformats.org/drawingml/2006/main" noGrp="1"/>
          </p:cNvSpPr>
          <p:nvPr/>
        </p:nvSpPr>
        <p:spPr>
          <a:xfrm xmlns:a="http://schemas.openxmlformats.org/drawingml/2006/main">
            <a:off x="1295400" y="3962400"/>
            <a:ext cx="2476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600" b="1">
                <a:solidFill>
                  <a:srgbClr val="D71920"/>
                </a:solidFill>
                <a:latin typeface="Arial"/>
                <a:ea typeface="Arial"/>
                <a:cs typeface="Arial"/>
              </a:rPr>
              <a:t>MILESTONES</a:t>
            </a:r>
            <a:endParaRPr sz="1600"/>
          </a:p>
        </p:txBody>
      </p:sp>
      <p:sp>
        <p:nvSpPr>
          <p:cNvPr id="38" name="Connector 38">
            <a:extLst xmlns:a="http://schemas.openxmlformats.org/drawingml/2006/main">
              <a:ext uri="{FF2B5EF4-FFF2-40B4-BE49-F238E27FC236}">
                <a16:creationId xmlns:a16="http://schemas.microsoft.com/office/drawing/2014/main" id="{F47C7556-ADB3-44CE-9D4F-A6290223D2FE}"/>
              </a:ext>
            </a:extLst>
          </p:cNvPr>
          <p:cNvSpPr>
            <a:spLocks xmlns:a="http://schemas.openxmlformats.org/drawingml/2006/main" noGrp="1"/>
          </p:cNvSpPr>
          <p:nvPr/>
        </p:nvSpPr>
        <p:spPr>
          <a:xfrm xmlns:a="http://schemas.openxmlformats.org/drawingml/2006/main">
            <a:off x="990600" y="4476750"/>
            <a:ext cx="4095750" cy="0"/>
          </a:xfrm>
          <a:prstGeom xmlns:a="http://schemas.openxmlformats.org/drawingml/2006/main" prst="line">
            <a:avLst/>
          </a:prstGeom>
          <a:ln xmlns:a="http://schemas.openxmlformats.org/drawingml/2006/main" w="25400">
            <a:solidFill>
              <a:srgbClr val="D9DEE3"/>
            </a:solidFill>
          </a:ln>
        </p:spPr>
      </p:sp>
      <p:sp>
        <p:nvSpPr>
          <p:cNvPr id="39" name="Shape 39">
            <a:extLst xmlns:a="http://schemas.openxmlformats.org/drawingml/2006/main">
              <a:ext uri="{FF2B5EF4-FFF2-40B4-BE49-F238E27FC236}">
                <a16:creationId xmlns:a16="http://schemas.microsoft.com/office/drawing/2014/main" id="{278B1DAA-F4A8-4F99-8673-36B401F56090}"/>
              </a:ext>
            </a:extLst>
          </p:cNvPr>
          <p:cNvSpPr>
            <a:spLocks xmlns:a="http://schemas.openxmlformats.org/drawingml/2006/main" noGrp="1"/>
          </p:cNvSpPr>
          <p:nvPr/>
        </p:nvSpPr>
        <p:spPr>
          <a:xfrm xmlns:a="http://schemas.openxmlformats.org/drawingml/2006/main">
            <a:off x="1104900" y="4362450"/>
            <a:ext cx="228600" cy="228600"/>
          </a:xfrm>
          <a:prstGeom xmlns:a="http://schemas.openxmlformats.org/drawingml/2006/main" prst="ellipse">
            <a:avLst/>
          </a:prstGeom>
          <a:solidFill xmlns:a="http://schemas.openxmlformats.org/drawingml/2006/main">
            <a:srgbClr val="D71920"/>
          </a:solidFill>
          <a:ln xmlns:a="http://schemas.openxmlformats.org/drawingml/2006/main" w="25400">
            <a:solidFill>
              <a:srgbClr val="D71920"/>
            </a:solidFill>
          </a:ln>
        </p:spPr>
      </p:sp>
      <p:sp>
        <p:nvSpPr>
          <p:cNvPr id="40" name="Text 40">
            <a:extLst xmlns:a="http://schemas.openxmlformats.org/drawingml/2006/main">
              <a:ext uri="{FF2B5EF4-FFF2-40B4-BE49-F238E27FC236}">
                <a16:creationId xmlns:a16="http://schemas.microsoft.com/office/drawing/2014/main" id="{260B2BEE-0A89-4597-8A71-7F491CAEFFBE}"/>
              </a:ext>
            </a:extLst>
          </p:cNvPr>
          <p:cNvSpPr>
            <a:spLocks xmlns:a="http://schemas.openxmlformats.org/drawingml/2006/main" noGrp="1"/>
          </p:cNvSpPr>
          <p:nvPr/>
        </p:nvSpPr>
        <p:spPr>
          <a:xfrm xmlns:a="http://schemas.openxmlformats.org/drawingml/2006/main">
            <a:off x="990600" y="4686300"/>
            <a:ext cx="4572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5D6873"/>
                </a:solidFill>
                <a:latin typeface="Arial"/>
                <a:ea typeface="Arial"/>
                <a:cs typeface="Arial"/>
              </a:rPr>
              <a:t>J1</a:t>
            </a:r>
            <a:endParaRPr sz="1100"/>
          </a:p>
        </p:txBody>
      </p:sp>
      <p:sp>
        <p:nvSpPr>
          <p:cNvPr id="41" name="Shape 41">
            <a:extLst xmlns:a="http://schemas.openxmlformats.org/drawingml/2006/main">
              <a:ext uri="{FF2B5EF4-FFF2-40B4-BE49-F238E27FC236}">
                <a16:creationId xmlns:a16="http://schemas.microsoft.com/office/drawing/2014/main" id="{CE0ABD16-CF86-4323-8C7C-B27A1D2FADA6}"/>
              </a:ext>
            </a:extLst>
          </p:cNvPr>
          <p:cNvSpPr>
            <a:spLocks xmlns:a="http://schemas.openxmlformats.org/drawingml/2006/main" noGrp="1"/>
          </p:cNvSpPr>
          <p:nvPr/>
        </p:nvSpPr>
        <p:spPr>
          <a:xfrm xmlns:a="http://schemas.openxmlformats.org/drawingml/2006/main">
            <a:off x="2019300" y="4362450"/>
            <a:ext cx="228600" cy="228600"/>
          </a:xfrm>
          <a:prstGeom xmlns:a="http://schemas.openxmlformats.org/drawingml/2006/main" prst="ellipse">
            <a:avLst/>
          </a:prstGeom>
          <a:solidFill xmlns:a="http://schemas.openxmlformats.org/drawingml/2006/main">
            <a:srgbClr val="D71920"/>
          </a:solidFill>
          <a:ln xmlns:a="http://schemas.openxmlformats.org/drawingml/2006/main" w="25400">
            <a:solidFill>
              <a:srgbClr val="D71920"/>
            </a:solidFill>
          </a:ln>
        </p:spPr>
      </p:sp>
      <p:sp>
        <p:nvSpPr>
          <p:cNvPr id="42" name="Text 42">
            <a:extLst xmlns:a="http://schemas.openxmlformats.org/drawingml/2006/main">
              <a:ext uri="{FF2B5EF4-FFF2-40B4-BE49-F238E27FC236}">
                <a16:creationId xmlns:a16="http://schemas.microsoft.com/office/drawing/2014/main" id="{529AE729-9976-48F8-BA3D-AB37CDE90ECD}"/>
              </a:ext>
            </a:extLst>
          </p:cNvPr>
          <p:cNvSpPr>
            <a:spLocks xmlns:a="http://schemas.openxmlformats.org/drawingml/2006/main" noGrp="1"/>
          </p:cNvSpPr>
          <p:nvPr/>
        </p:nvSpPr>
        <p:spPr>
          <a:xfrm xmlns:a="http://schemas.openxmlformats.org/drawingml/2006/main">
            <a:off x="1905000" y="4686300"/>
            <a:ext cx="4572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5D6873"/>
                </a:solidFill>
                <a:latin typeface="Arial"/>
                <a:ea typeface="Arial"/>
                <a:cs typeface="Arial"/>
              </a:rPr>
              <a:t>J2</a:t>
            </a:r>
            <a:endParaRPr sz="1100"/>
          </a:p>
        </p:txBody>
      </p:sp>
      <p:sp>
        <p:nvSpPr>
          <p:cNvPr id="43" name="Shape 43">
            <a:extLst xmlns:a="http://schemas.openxmlformats.org/drawingml/2006/main">
              <a:ext uri="{FF2B5EF4-FFF2-40B4-BE49-F238E27FC236}">
                <a16:creationId xmlns:a16="http://schemas.microsoft.com/office/drawing/2014/main" id="{B7B1EB35-3BDE-4092-A99E-8B53D11B4582}"/>
              </a:ext>
            </a:extLst>
          </p:cNvPr>
          <p:cNvSpPr>
            <a:spLocks xmlns:a="http://schemas.openxmlformats.org/drawingml/2006/main" noGrp="1"/>
          </p:cNvSpPr>
          <p:nvPr/>
        </p:nvSpPr>
        <p:spPr>
          <a:xfrm xmlns:a="http://schemas.openxmlformats.org/drawingml/2006/main">
            <a:off x="2933700" y="4362450"/>
            <a:ext cx="228600" cy="228600"/>
          </a:xfrm>
          <a:prstGeom xmlns:a="http://schemas.openxmlformats.org/drawingml/2006/main" prst="ellipse">
            <a:avLst/>
          </a:prstGeom>
          <a:solidFill xmlns:a="http://schemas.openxmlformats.org/drawingml/2006/main">
            <a:srgbClr val="D71920"/>
          </a:solidFill>
          <a:ln xmlns:a="http://schemas.openxmlformats.org/drawingml/2006/main" w="25400">
            <a:solidFill>
              <a:srgbClr val="D71920"/>
            </a:solidFill>
          </a:ln>
        </p:spPr>
      </p:sp>
      <p:sp>
        <p:nvSpPr>
          <p:cNvPr id="44" name="Text 44">
            <a:extLst xmlns:a="http://schemas.openxmlformats.org/drawingml/2006/main">
              <a:ext uri="{FF2B5EF4-FFF2-40B4-BE49-F238E27FC236}">
                <a16:creationId xmlns:a16="http://schemas.microsoft.com/office/drawing/2014/main" id="{39FE3E5A-ECBD-47A9-ABF1-8C015F2A4AB0}"/>
              </a:ext>
            </a:extLst>
          </p:cNvPr>
          <p:cNvSpPr>
            <a:spLocks xmlns:a="http://schemas.openxmlformats.org/drawingml/2006/main" noGrp="1"/>
          </p:cNvSpPr>
          <p:nvPr/>
        </p:nvSpPr>
        <p:spPr>
          <a:xfrm xmlns:a="http://schemas.openxmlformats.org/drawingml/2006/main">
            <a:off x="2819400" y="4686300"/>
            <a:ext cx="4572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5D6873"/>
                </a:solidFill>
                <a:latin typeface="Arial"/>
                <a:ea typeface="Arial"/>
                <a:cs typeface="Arial"/>
              </a:rPr>
              <a:t>J3</a:t>
            </a:r>
            <a:endParaRPr sz="1100"/>
          </a:p>
        </p:txBody>
      </p:sp>
      <p:sp>
        <p:nvSpPr>
          <p:cNvPr id="45" name="Shape 45">
            <a:extLst xmlns:a="http://schemas.openxmlformats.org/drawingml/2006/main">
              <a:ext uri="{FF2B5EF4-FFF2-40B4-BE49-F238E27FC236}">
                <a16:creationId xmlns:a16="http://schemas.microsoft.com/office/drawing/2014/main" id="{B57DC649-1BA1-4C6A-B11D-5D6A3B12A3ED}"/>
              </a:ext>
            </a:extLst>
          </p:cNvPr>
          <p:cNvSpPr>
            <a:spLocks xmlns:a="http://schemas.openxmlformats.org/drawingml/2006/main" noGrp="1"/>
          </p:cNvSpPr>
          <p:nvPr/>
        </p:nvSpPr>
        <p:spPr>
          <a:xfrm xmlns:a="http://schemas.openxmlformats.org/drawingml/2006/main">
            <a:off x="3848100" y="4362450"/>
            <a:ext cx="228600" cy="228600"/>
          </a:xfrm>
          <a:prstGeom xmlns:a="http://schemas.openxmlformats.org/drawingml/2006/main" prst="ellipse">
            <a:avLst/>
          </a:prstGeom>
          <a:solidFill xmlns:a="http://schemas.openxmlformats.org/drawingml/2006/main">
            <a:srgbClr val="FFFFFF"/>
          </a:solidFill>
          <a:ln xmlns:a="http://schemas.openxmlformats.org/drawingml/2006/main" w="25400">
            <a:solidFill>
              <a:srgbClr val="D71920"/>
            </a:solidFill>
          </a:ln>
        </p:spPr>
      </p:sp>
      <p:sp>
        <p:nvSpPr>
          <p:cNvPr id="46" name="Text 46">
            <a:extLst xmlns:a="http://schemas.openxmlformats.org/drawingml/2006/main">
              <a:ext uri="{FF2B5EF4-FFF2-40B4-BE49-F238E27FC236}">
                <a16:creationId xmlns:a16="http://schemas.microsoft.com/office/drawing/2014/main" id="{7C3B10D0-A371-4E1E-AE25-7FFFBCCDE9CC}"/>
              </a:ext>
            </a:extLst>
          </p:cNvPr>
          <p:cNvSpPr>
            <a:spLocks xmlns:a="http://schemas.openxmlformats.org/drawingml/2006/main" noGrp="1"/>
          </p:cNvSpPr>
          <p:nvPr/>
        </p:nvSpPr>
        <p:spPr>
          <a:xfrm xmlns:a="http://schemas.openxmlformats.org/drawingml/2006/main">
            <a:off x="3733800" y="4686300"/>
            <a:ext cx="4572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5D6873"/>
                </a:solidFill>
                <a:latin typeface="Arial"/>
                <a:ea typeface="Arial"/>
                <a:cs typeface="Arial"/>
              </a:rPr>
              <a:t>J4</a:t>
            </a:r>
            <a:endParaRPr sz="1100"/>
          </a:p>
        </p:txBody>
      </p:sp>
      <p:sp>
        <p:nvSpPr>
          <p:cNvPr id="47" name="Shape 47">
            <a:extLst xmlns:a="http://schemas.openxmlformats.org/drawingml/2006/main">
              <a:ext uri="{FF2B5EF4-FFF2-40B4-BE49-F238E27FC236}">
                <a16:creationId xmlns:a16="http://schemas.microsoft.com/office/drawing/2014/main" id="{9599E99B-F0BA-43BB-A5F6-29798A6EFE3F}"/>
              </a:ext>
            </a:extLst>
          </p:cNvPr>
          <p:cNvSpPr>
            <a:spLocks xmlns:a="http://schemas.openxmlformats.org/drawingml/2006/main" noGrp="1"/>
          </p:cNvSpPr>
          <p:nvPr/>
        </p:nvSpPr>
        <p:spPr>
          <a:xfrm xmlns:a="http://schemas.openxmlformats.org/drawingml/2006/main">
            <a:off x="4762500" y="4362450"/>
            <a:ext cx="228600" cy="228600"/>
          </a:xfrm>
          <a:prstGeom xmlns:a="http://schemas.openxmlformats.org/drawingml/2006/main" prst="ellipse">
            <a:avLst/>
          </a:prstGeom>
          <a:solidFill xmlns:a="http://schemas.openxmlformats.org/drawingml/2006/main">
            <a:srgbClr val="FFFFFF"/>
          </a:solidFill>
          <a:ln xmlns:a="http://schemas.openxmlformats.org/drawingml/2006/main" w="25400">
            <a:solidFill>
              <a:srgbClr val="D71920"/>
            </a:solidFill>
          </a:ln>
        </p:spPr>
      </p:sp>
      <p:sp>
        <p:nvSpPr>
          <p:cNvPr id="48" name="Text 48">
            <a:extLst xmlns:a="http://schemas.openxmlformats.org/drawingml/2006/main">
              <a:ext uri="{FF2B5EF4-FFF2-40B4-BE49-F238E27FC236}">
                <a16:creationId xmlns:a16="http://schemas.microsoft.com/office/drawing/2014/main" id="{6098C616-8F9E-43E3-A652-EB59A01B1302}"/>
              </a:ext>
            </a:extLst>
          </p:cNvPr>
          <p:cNvSpPr>
            <a:spLocks xmlns:a="http://schemas.openxmlformats.org/drawingml/2006/main" noGrp="1"/>
          </p:cNvSpPr>
          <p:nvPr/>
        </p:nvSpPr>
        <p:spPr>
          <a:xfrm xmlns:a="http://schemas.openxmlformats.org/drawingml/2006/main">
            <a:off x="4648200" y="4686300"/>
            <a:ext cx="4572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5D6873"/>
                </a:solidFill>
                <a:latin typeface="Arial"/>
                <a:ea typeface="Arial"/>
                <a:cs typeface="Arial"/>
              </a:rPr>
              <a:t>J5</a:t>
            </a:r>
            <a:endParaRPr sz="1100"/>
          </a:p>
        </p:txBody>
      </p:sp>
      <p:sp>
        <p:nvSpPr>
          <p:cNvPr id="49" name="Shape 49">
            <a:extLst xmlns:a="http://schemas.openxmlformats.org/drawingml/2006/main">
              <a:ext uri="{FF2B5EF4-FFF2-40B4-BE49-F238E27FC236}">
                <a16:creationId xmlns:a16="http://schemas.microsoft.com/office/drawing/2014/main" id="{75145384-B513-4CEF-AD9B-D1BA720BF40B}"/>
              </a:ext>
            </a:extLst>
          </p:cNvPr>
          <p:cNvSpPr>
            <a:spLocks xmlns:a="http://schemas.openxmlformats.org/drawingml/2006/main" noGrp="1"/>
          </p:cNvSpPr>
          <p:nvPr/>
        </p:nvSpPr>
        <p:spPr>
          <a:xfrm xmlns:a="http://schemas.openxmlformats.org/drawingml/2006/main">
            <a:off x="1047750" y="5105400"/>
            <a:ext cx="2076450" cy="209550"/>
          </a:xfrm>
          <a:prstGeom xmlns:a="http://schemas.openxmlformats.org/drawingml/2006/main" prst="roundRect">
            <a:avLst/>
          </a:prstGeom>
          <a:solidFill xmlns:a="http://schemas.openxmlformats.org/drawingml/2006/main">
            <a:srgbClr val="EAF1F7"/>
          </a:solidFill>
          <a:ln xmlns:a="http://schemas.openxmlformats.org/drawingml/2006/main" w="12700">
            <a:solidFill>
              <a:srgbClr val="2A5B84"/>
            </a:solidFill>
          </a:ln>
        </p:spPr>
      </p:sp>
      <p:sp>
        <p:nvSpPr>
          <p:cNvPr id="50" name="Shape 50">
            <a:extLst xmlns:a="http://schemas.openxmlformats.org/drawingml/2006/main">
              <a:ext uri="{FF2B5EF4-FFF2-40B4-BE49-F238E27FC236}">
                <a16:creationId xmlns:a16="http://schemas.microsoft.com/office/drawing/2014/main" id="{FEC1FB06-EA0F-4EFD-A394-938362D1D678}"/>
              </a:ext>
            </a:extLst>
          </p:cNvPr>
          <p:cNvSpPr>
            <a:spLocks xmlns:a="http://schemas.openxmlformats.org/drawingml/2006/main" noGrp="1"/>
          </p:cNvSpPr>
          <p:nvPr/>
        </p:nvSpPr>
        <p:spPr>
          <a:xfrm xmlns:a="http://schemas.openxmlformats.org/drawingml/2006/main">
            <a:off x="2895600" y="5429250"/>
            <a:ext cx="2114550" cy="209550"/>
          </a:xfrm>
          <a:prstGeom xmlns:a="http://schemas.openxmlformats.org/drawingml/2006/main" prst="roundRect">
            <a:avLst/>
          </a:prstGeom>
          <a:solidFill xmlns:a="http://schemas.openxmlformats.org/drawingml/2006/main">
            <a:srgbClr val="FCEBEC"/>
          </a:solidFill>
          <a:ln xmlns:a="http://schemas.openxmlformats.org/drawingml/2006/main" w="12700">
            <a:solidFill>
              <a:srgbClr val="D71920"/>
            </a:solidFill>
          </a:ln>
        </p:spPr>
      </p:sp>
      <p:sp>
        <p:nvSpPr>
          <p:cNvPr id="51" name="Shape 51">
            <a:extLst xmlns:a="http://schemas.openxmlformats.org/drawingml/2006/main">
              <a:ext uri="{FF2B5EF4-FFF2-40B4-BE49-F238E27FC236}">
                <a16:creationId xmlns:a16="http://schemas.microsoft.com/office/drawing/2014/main" id="{07E66495-8CAD-46A9-AB58-8A191D3902B4}"/>
              </a:ext>
            </a:extLst>
          </p:cNvPr>
          <p:cNvSpPr>
            <a:spLocks xmlns:a="http://schemas.openxmlformats.org/drawingml/2006/main" noGrp="1"/>
          </p:cNvSpPr>
          <p:nvPr/>
        </p:nvSpPr>
        <p:spPr>
          <a:xfrm xmlns:a="http://schemas.openxmlformats.org/drawingml/2006/main">
            <a:off x="6419850" y="3752850"/>
            <a:ext cx="5219700" cy="215265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D9DEE3"/>
            </a:solidFill>
          </a:ln>
        </p:spPr>
      </p:sp>
      <p:sp>
        <p:nvSpPr>
          <p:cNvPr id="52" name="Shape 52">
            <a:extLst xmlns:a="http://schemas.openxmlformats.org/drawingml/2006/main">
              <a:ext uri="{FF2B5EF4-FFF2-40B4-BE49-F238E27FC236}">
                <a16:creationId xmlns:a16="http://schemas.microsoft.com/office/drawing/2014/main" id="{0E37B909-A3B7-4312-8F60-1387CC1B5ED4}"/>
              </a:ext>
            </a:extLst>
          </p:cNvPr>
          <p:cNvSpPr>
            <a:spLocks xmlns:a="http://schemas.openxmlformats.org/drawingml/2006/main" noGrp="1"/>
          </p:cNvSpPr>
          <p:nvPr/>
        </p:nvSpPr>
        <p:spPr>
          <a:xfrm xmlns:a="http://schemas.openxmlformats.org/drawingml/2006/main">
            <a:off x="6610350" y="3886200"/>
            <a:ext cx="400050" cy="400050"/>
          </a:xfrm>
          <a:prstGeom xmlns:a="http://schemas.openxmlformats.org/drawingml/2006/main" prst="roundRect">
            <a:avLst/>
          </a:prstGeom>
          <a:solidFill xmlns:a="http://schemas.openxmlformats.org/drawingml/2006/main">
            <a:srgbClr val="EAF5F0"/>
          </a:solidFill>
          <a:ln xmlns:a="http://schemas.openxmlformats.org/drawingml/2006/main" w="19050">
            <a:solidFill>
              <a:srgbClr val="1F7A5A"/>
            </a:solidFill>
          </a:ln>
        </p:spPr>
      </p:sp>
      <p:pic>
        <p:nvPicPr>
          <p:cNvPr id="124" name="Picture 53"/>
          <p:cNvPicPr>
            <a:picLocks xmlns:a="http://schemas.openxmlformats.org/drawingml/2006/main" noChangeAspect="1"/>
          </p:cNvPicPr>
          <p:nvPr/>
        </p:nvPicPr>
        <p:blipFill>
          <a:blip xmlns:r="http://schemas.openxmlformats.org/officeDocument/2006/relationships" xmlns:a="http://schemas.openxmlformats.org/drawingml/2006/main" r:embed="R324ba84fbc934114"/>
          <a:stretch xmlns:a="http://schemas.openxmlformats.org/drawingml/2006/main">
            <a:fillRect l="0" t="0" r="0" b="0"/>
          </a:stretch>
        </p:blipFill>
        <p:spPr>
          <a:xfrm xmlns:a="http://schemas.openxmlformats.org/drawingml/2006/main">
            <a:off x="6715125" y="3990975"/>
            <a:ext cx="190500" cy="190500"/>
          </a:xfrm>
          <a:prstGeom xmlns:a="http://schemas.openxmlformats.org/drawingml/2006/main" prst="rect">
            <a:avLst/>
          </a:prstGeom>
          <a:ln xmlns:a="http://schemas.openxmlformats.org/drawingml/2006/main">
            <a:noFill/>
          </a:ln>
        </p:spPr>
      </p:pic>
      <p:sp>
        <p:nvSpPr>
          <p:cNvPr id="54" name="Text 54">
            <a:extLst xmlns:a="http://schemas.openxmlformats.org/drawingml/2006/main">
              <a:ext uri="{FF2B5EF4-FFF2-40B4-BE49-F238E27FC236}">
                <a16:creationId xmlns:a16="http://schemas.microsoft.com/office/drawing/2014/main" id="{E36CBD07-000F-4112-82B6-8969BD3B420A}"/>
              </a:ext>
            </a:extLst>
          </p:cNvPr>
          <p:cNvSpPr>
            <a:spLocks xmlns:a="http://schemas.openxmlformats.org/drawingml/2006/main" noGrp="1"/>
          </p:cNvSpPr>
          <p:nvPr/>
        </p:nvSpPr>
        <p:spPr>
          <a:xfrm xmlns:a="http://schemas.openxmlformats.org/drawingml/2006/main">
            <a:off x="7162800" y="3962400"/>
            <a:ext cx="24765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600" b="1">
                <a:solidFill>
                  <a:srgbClr val="D71920"/>
                </a:solidFill>
                <a:latin typeface="Arial"/>
                <a:ea typeface="Arial"/>
                <a:cs typeface="Arial"/>
              </a:rPr>
              <a:t>BURN-UP</a:t>
            </a:r>
            <a:endParaRPr sz="1600"/>
          </a:p>
        </p:txBody>
      </p:sp>
      <p:sp>
        <p:nvSpPr>
          <p:cNvPr id="55" name="Connector 55">
            <a:extLst xmlns:a="http://schemas.openxmlformats.org/drawingml/2006/main">
              <a:ext uri="{FF2B5EF4-FFF2-40B4-BE49-F238E27FC236}">
                <a16:creationId xmlns:a16="http://schemas.microsoft.com/office/drawing/2014/main" id="{6C8A6064-0616-45AD-BB3F-FF8B2A032373}"/>
              </a:ext>
            </a:extLst>
          </p:cNvPr>
          <p:cNvSpPr>
            <a:spLocks xmlns:a="http://schemas.openxmlformats.org/drawingml/2006/main" noGrp="1"/>
          </p:cNvSpPr>
          <p:nvPr/>
        </p:nvSpPr>
        <p:spPr>
          <a:xfrm xmlns:a="http://schemas.openxmlformats.org/drawingml/2006/main" flipV="1">
            <a:off x="6896100" y="4381500"/>
            <a:ext cx="0" cy="1104900"/>
          </a:xfrm>
          <a:prstGeom xmlns:a="http://schemas.openxmlformats.org/drawingml/2006/main" prst="line">
            <a:avLst/>
          </a:prstGeom>
          <a:ln xmlns:a="http://schemas.openxmlformats.org/drawingml/2006/main" w="12700">
            <a:solidFill>
              <a:srgbClr val="5D6873"/>
            </a:solidFill>
          </a:ln>
        </p:spPr>
      </p:sp>
      <p:sp>
        <p:nvSpPr>
          <p:cNvPr id="56" name="Connector 56">
            <a:extLst xmlns:a="http://schemas.openxmlformats.org/drawingml/2006/main">
              <a:ext uri="{FF2B5EF4-FFF2-40B4-BE49-F238E27FC236}">
                <a16:creationId xmlns:a16="http://schemas.microsoft.com/office/drawing/2014/main" id="{7C384AD2-474B-4F12-AE56-DA6CB336BB21}"/>
              </a:ext>
            </a:extLst>
          </p:cNvPr>
          <p:cNvSpPr>
            <a:spLocks xmlns:a="http://schemas.openxmlformats.org/drawingml/2006/main" noGrp="1"/>
          </p:cNvSpPr>
          <p:nvPr/>
        </p:nvSpPr>
        <p:spPr>
          <a:xfrm xmlns:a="http://schemas.openxmlformats.org/drawingml/2006/main">
            <a:off x="6896100" y="5486400"/>
            <a:ext cx="4000500" cy="0"/>
          </a:xfrm>
          <a:prstGeom xmlns:a="http://schemas.openxmlformats.org/drawingml/2006/main" prst="line">
            <a:avLst/>
          </a:prstGeom>
          <a:ln xmlns:a="http://schemas.openxmlformats.org/drawingml/2006/main" w="12700">
            <a:solidFill>
              <a:srgbClr val="5D6873"/>
            </a:solidFill>
          </a:ln>
        </p:spPr>
      </p:sp>
      <p:sp>
        <p:nvSpPr>
          <p:cNvPr id="57" name="Connector 57">
            <a:extLst xmlns:a="http://schemas.openxmlformats.org/drawingml/2006/main">
              <a:ext uri="{FF2B5EF4-FFF2-40B4-BE49-F238E27FC236}">
                <a16:creationId xmlns:a16="http://schemas.microsoft.com/office/drawing/2014/main" id="{BE144B0A-9292-4782-A297-C7D594891A46}"/>
              </a:ext>
            </a:extLst>
          </p:cNvPr>
          <p:cNvSpPr>
            <a:spLocks xmlns:a="http://schemas.openxmlformats.org/drawingml/2006/main" noGrp="1"/>
          </p:cNvSpPr>
          <p:nvPr/>
        </p:nvSpPr>
        <p:spPr>
          <a:xfrm xmlns:a="http://schemas.openxmlformats.org/drawingml/2006/main" flipV="1">
            <a:off x="6896100" y="4876800"/>
            <a:ext cx="800100" cy="457200"/>
          </a:xfrm>
          <a:prstGeom xmlns:a="http://schemas.openxmlformats.org/drawingml/2006/main" prst="line">
            <a:avLst/>
          </a:prstGeom>
          <a:ln xmlns:a="http://schemas.openxmlformats.org/drawingml/2006/main" w="38100">
            <a:solidFill>
              <a:srgbClr val="2A5B84"/>
            </a:solidFill>
          </a:ln>
        </p:spPr>
      </p:sp>
      <p:sp>
        <p:nvSpPr>
          <p:cNvPr id="58" name="Connector 58">
            <a:extLst xmlns:a="http://schemas.openxmlformats.org/drawingml/2006/main">
              <a:ext uri="{FF2B5EF4-FFF2-40B4-BE49-F238E27FC236}">
                <a16:creationId xmlns:a16="http://schemas.microsoft.com/office/drawing/2014/main" id="{8328F943-5697-4AD3-AEC4-347DD83799AA}"/>
              </a:ext>
            </a:extLst>
          </p:cNvPr>
          <p:cNvSpPr>
            <a:spLocks xmlns:a="http://schemas.openxmlformats.org/drawingml/2006/main" noGrp="1"/>
          </p:cNvSpPr>
          <p:nvPr/>
        </p:nvSpPr>
        <p:spPr>
          <a:xfrm xmlns:a="http://schemas.openxmlformats.org/drawingml/2006/main" flipV="1">
            <a:off x="7696200" y="4800600"/>
            <a:ext cx="800100" cy="76200"/>
          </a:xfrm>
          <a:prstGeom xmlns:a="http://schemas.openxmlformats.org/drawingml/2006/main" prst="line">
            <a:avLst/>
          </a:prstGeom>
          <a:ln xmlns:a="http://schemas.openxmlformats.org/drawingml/2006/main" w="38100">
            <a:solidFill>
              <a:srgbClr val="2A5B84"/>
            </a:solidFill>
          </a:ln>
        </p:spPr>
      </p:sp>
      <p:sp>
        <p:nvSpPr>
          <p:cNvPr id="59" name="Connector 59">
            <a:extLst xmlns:a="http://schemas.openxmlformats.org/drawingml/2006/main">
              <a:ext uri="{FF2B5EF4-FFF2-40B4-BE49-F238E27FC236}">
                <a16:creationId xmlns:a16="http://schemas.microsoft.com/office/drawing/2014/main" id="{F1E580A0-17B4-4457-8329-04EF89EFFB63}"/>
              </a:ext>
            </a:extLst>
          </p:cNvPr>
          <p:cNvSpPr>
            <a:spLocks xmlns:a="http://schemas.openxmlformats.org/drawingml/2006/main" noGrp="1"/>
          </p:cNvSpPr>
          <p:nvPr/>
        </p:nvSpPr>
        <p:spPr>
          <a:xfrm xmlns:a="http://schemas.openxmlformats.org/drawingml/2006/main" flipV="1">
            <a:off x="8496300" y="4229100"/>
            <a:ext cx="800100" cy="571500"/>
          </a:xfrm>
          <a:prstGeom xmlns:a="http://schemas.openxmlformats.org/drawingml/2006/main" prst="line">
            <a:avLst/>
          </a:prstGeom>
          <a:ln xmlns:a="http://schemas.openxmlformats.org/drawingml/2006/main" w="38100">
            <a:solidFill>
              <a:srgbClr val="2A5B84"/>
            </a:solidFill>
          </a:ln>
        </p:spPr>
      </p:sp>
      <p:sp>
        <p:nvSpPr>
          <p:cNvPr id="60" name="Connector 60">
            <a:extLst xmlns:a="http://schemas.openxmlformats.org/drawingml/2006/main">
              <a:ext uri="{FF2B5EF4-FFF2-40B4-BE49-F238E27FC236}">
                <a16:creationId xmlns:a16="http://schemas.microsoft.com/office/drawing/2014/main" id="{823C64EB-81BC-450A-871F-FCD30DA6FF56}"/>
              </a:ext>
            </a:extLst>
          </p:cNvPr>
          <p:cNvSpPr>
            <a:spLocks xmlns:a="http://schemas.openxmlformats.org/drawingml/2006/main" noGrp="1"/>
          </p:cNvSpPr>
          <p:nvPr/>
        </p:nvSpPr>
        <p:spPr>
          <a:xfrm xmlns:a="http://schemas.openxmlformats.org/drawingml/2006/main" flipV="1">
            <a:off x="9296400" y="4019550"/>
            <a:ext cx="800100" cy="209550"/>
          </a:xfrm>
          <a:prstGeom xmlns:a="http://schemas.openxmlformats.org/drawingml/2006/main" prst="line">
            <a:avLst/>
          </a:prstGeom>
          <a:ln xmlns:a="http://schemas.openxmlformats.org/drawingml/2006/main" w="38100">
            <a:solidFill>
              <a:srgbClr val="2A5B84"/>
            </a:solidFill>
          </a:ln>
        </p:spPr>
      </p:sp>
      <p:sp>
        <p:nvSpPr>
          <p:cNvPr id="61" name="Connector 61">
            <a:extLst xmlns:a="http://schemas.openxmlformats.org/drawingml/2006/main">
              <a:ext uri="{FF2B5EF4-FFF2-40B4-BE49-F238E27FC236}">
                <a16:creationId xmlns:a16="http://schemas.microsoft.com/office/drawing/2014/main" id="{9C9E3931-A8EA-4454-AF00-7A8A7B40E2CE}"/>
              </a:ext>
            </a:extLst>
          </p:cNvPr>
          <p:cNvSpPr>
            <a:spLocks xmlns:a="http://schemas.openxmlformats.org/drawingml/2006/main" noGrp="1"/>
          </p:cNvSpPr>
          <p:nvPr/>
        </p:nvSpPr>
        <p:spPr>
          <a:xfrm xmlns:a="http://schemas.openxmlformats.org/drawingml/2006/main" flipV="1">
            <a:off x="6896100" y="4876800"/>
            <a:ext cx="800100" cy="57150"/>
          </a:xfrm>
          <a:prstGeom xmlns:a="http://schemas.openxmlformats.org/drawingml/2006/main" prst="line">
            <a:avLst/>
          </a:prstGeom>
          <a:ln xmlns:a="http://schemas.openxmlformats.org/drawingml/2006/main" w="25400">
            <a:solidFill>
              <a:srgbClr val="D71920"/>
            </a:solidFill>
          </a:ln>
        </p:spPr>
      </p:sp>
      <p:sp>
        <p:nvSpPr>
          <p:cNvPr id="62" name="Connector 62">
            <a:extLst xmlns:a="http://schemas.openxmlformats.org/drawingml/2006/main">
              <a:ext uri="{FF2B5EF4-FFF2-40B4-BE49-F238E27FC236}">
                <a16:creationId xmlns:a16="http://schemas.microsoft.com/office/drawing/2014/main" id="{9A91400F-60DA-4812-8B62-D742C6CAE152}"/>
              </a:ext>
            </a:extLst>
          </p:cNvPr>
          <p:cNvSpPr>
            <a:spLocks xmlns:a="http://schemas.openxmlformats.org/drawingml/2006/main" noGrp="1"/>
          </p:cNvSpPr>
          <p:nvPr/>
        </p:nvSpPr>
        <p:spPr>
          <a:xfrm xmlns:a="http://schemas.openxmlformats.org/drawingml/2006/main" flipV="1">
            <a:off x="7696200" y="4629150"/>
            <a:ext cx="800100" cy="247650"/>
          </a:xfrm>
          <a:prstGeom xmlns:a="http://schemas.openxmlformats.org/drawingml/2006/main" prst="line">
            <a:avLst/>
          </a:prstGeom>
          <a:ln xmlns:a="http://schemas.openxmlformats.org/drawingml/2006/main" w="25400">
            <a:solidFill>
              <a:srgbClr val="D71920"/>
            </a:solidFill>
          </a:ln>
        </p:spPr>
      </p:sp>
      <p:sp>
        <p:nvSpPr>
          <p:cNvPr id="63" name="Connector 63">
            <a:extLst xmlns:a="http://schemas.openxmlformats.org/drawingml/2006/main">
              <a:ext uri="{FF2B5EF4-FFF2-40B4-BE49-F238E27FC236}">
                <a16:creationId xmlns:a16="http://schemas.microsoft.com/office/drawing/2014/main" id="{D191C1F2-DC26-42CB-981C-6F67C30530C7}"/>
              </a:ext>
            </a:extLst>
          </p:cNvPr>
          <p:cNvSpPr>
            <a:spLocks xmlns:a="http://schemas.openxmlformats.org/drawingml/2006/main" noGrp="1"/>
          </p:cNvSpPr>
          <p:nvPr/>
        </p:nvSpPr>
        <p:spPr>
          <a:xfrm xmlns:a="http://schemas.openxmlformats.org/drawingml/2006/main" flipV="1">
            <a:off x="8496300" y="4533900"/>
            <a:ext cx="800100" cy="95250"/>
          </a:xfrm>
          <a:prstGeom xmlns:a="http://schemas.openxmlformats.org/drawingml/2006/main" prst="line">
            <a:avLst/>
          </a:prstGeom>
          <a:ln xmlns:a="http://schemas.openxmlformats.org/drawingml/2006/main" w="25400">
            <a:solidFill>
              <a:srgbClr val="D71920"/>
            </a:solidFill>
          </a:ln>
        </p:spPr>
      </p:sp>
      <p:sp>
        <p:nvSpPr>
          <p:cNvPr id="64" name="Connector 64">
            <a:extLst xmlns:a="http://schemas.openxmlformats.org/drawingml/2006/main">
              <a:ext uri="{FF2B5EF4-FFF2-40B4-BE49-F238E27FC236}">
                <a16:creationId xmlns:a16="http://schemas.microsoft.com/office/drawing/2014/main" id="{8780DEF5-B329-4E65-8B75-14069F048327}"/>
              </a:ext>
            </a:extLst>
          </p:cNvPr>
          <p:cNvSpPr>
            <a:spLocks xmlns:a="http://schemas.openxmlformats.org/drawingml/2006/main" noGrp="1"/>
          </p:cNvSpPr>
          <p:nvPr/>
        </p:nvSpPr>
        <p:spPr>
          <a:xfrm xmlns:a="http://schemas.openxmlformats.org/drawingml/2006/main" flipV="1">
            <a:off x="9296400" y="4210050"/>
            <a:ext cx="800100" cy="323850"/>
          </a:xfrm>
          <a:prstGeom xmlns:a="http://schemas.openxmlformats.org/drawingml/2006/main" prst="line">
            <a:avLst/>
          </a:prstGeom>
          <a:ln xmlns:a="http://schemas.openxmlformats.org/drawingml/2006/main" w="25400">
            <a:solidFill>
              <a:srgbClr val="D71920"/>
            </a:solidFill>
          </a:ln>
        </p:spPr>
      </p:sp>
      <p:sp>
        <p:nvSpPr>
          <p:cNvPr id="65" name="Text 65">
            <a:extLst xmlns:a="http://schemas.openxmlformats.org/drawingml/2006/main">
              <a:ext uri="{FF2B5EF4-FFF2-40B4-BE49-F238E27FC236}">
                <a16:creationId xmlns:a16="http://schemas.microsoft.com/office/drawing/2014/main" id="{566A3EB3-DBBB-4470-B939-7C07409B3E77}"/>
              </a:ext>
            </a:extLst>
          </p:cNvPr>
          <p:cNvSpPr>
            <a:spLocks xmlns:a="http://schemas.openxmlformats.org/drawingml/2006/main" noGrp="1"/>
          </p:cNvSpPr>
          <p:nvPr/>
        </p:nvSpPr>
        <p:spPr>
          <a:xfrm xmlns:a="http://schemas.openxmlformats.org/drawingml/2006/main">
            <a:off x="6705600" y="5619750"/>
            <a:ext cx="432435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0">
                <a:solidFill>
                  <a:srgbClr val="5D6873"/>
                </a:solidFill>
                <a:latin typeface="Arial"/>
                <a:ea typeface="Arial"/>
                <a:cs typeface="Arial"/>
              </a:rPr>
              <a:t>completed work and evolving scope</a:t>
            </a:r>
            <a:endParaRPr sz="1100"/>
          </a:p>
        </p:txBody>
      </p:sp>
      <p:sp>
        <p:nvSpPr>
          <p:cNvPr id="66" name="Connector 66">
            <a:extLst xmlns:a="http://schemas.openxmlformats.org/drawingml/2006/main">
              <a:ext uri="{FF2B5EF4-FFF2-40B4-BE49-F238E27FC236}">
                <a16:creationId xmlns:a16="http://schemas.microsoft.com/office/drawing/2014/main" id="{43037957-EBC7-4F7E-ADDD-3F187D4A3E9D}"/>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D9DEE3"/>
            </a:solidFill>
          </a:ln>
        </p:spPr>
      </p:sp>
      <p:sp>
        <p:nvSpPr>
          <p:cNvPr id="67" name="Text 67">
            <a:extLst xmlns:a="http://schemas.openxmlformats.org/drawingml/2006/main">
              <a:ext uri="{FF2B5EF4-FFF2-40B4-BE49-F238E27FC236}">
                <a16:creationId xmlns:a16="http://schemas.microsoft.com/office/drawing/2014/main" id="{766010AF-93F6-4F51-966F-5C96E2842095}"/>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CUSTOMER ACTIVITY ANALYTICS</a:t>
            </a:r>
            <a:endParaRPr sz="1000"/>
          </a:p>
        </p:txBody>
      </p:sp>
      <p:sp>
        <p:nvSpPr>
          <p:cNvPr id="68" name="Text 68">
            <a:extLst xmlns:a="http://schemas.openxmlformats.org/drawingml/2006/main">
              <a:ext uri="{FF2B5EF4-FFF2-40B4-BE49-F238E27FC236}">
                <a16:creationId xmlns:a16="http://schemas.microsoft.com/office/drawing/2014/main" id="{EE9A1672-FEF4-4147-946F-AE811D25EAC2}"/>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10</a:t>
            </a:r>
            <a:endParaRPr sz="1000"/>
          </a:p>
        </p:txBody>
      </p:sp>
    </p:spTree>
    <p:extLst>
      <p:ext uri="{BB962C8B-B14F-4D97-AF65-F5344CB8AC3E}">
        <p14:creationId xmlns:p14="http://schemas.microsoft.com/office/powerpoint/2010/main" val="1468979466"/>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A91CD657-AFD7-4DBB-9F9D-81347CD03383}"/>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AGENT QUALITY FEEDBACK</a:t>
            </a:r>
            <a:endParaRPr sz="1100"/>
          </a:p>
        </p:txBody>
      </p:sp>
      <p:sp>
        <p:nvSpPr>
          <p:cNvPr id="3" name="Text 3">
            <a:extLst xmlns:a="http://schemas.openxmlformats.org/drawingml/2006/main">
              <a:ext uri="{FF2B5EF4-FFF2-40B4-BE49-F238E27FC236}">
                <a16:creationId xmlns:a16="http://schemas.microsoft.com/office/drawing/2014/main" id="{63B564E1-3AE5-4CF2-B448-53CF616D7A63}"/>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Fast feedback catches defects early and exact-head CI remains authoritative</a:t>
            </a:r>
            <a:endParaRPr sz="3000"/>
          </a:p>
        </p:txBody>
      </p:sp>
      <p:sp>
        <p:nvSpPr>
          <p:cNvPr id="4" name="Connector 4">
            <a:extLst xmlns:a="http://schemas.openxmlformats.org/drawingml/2006/main">
              <a:ext uri="{FF2B5EF4-FFF2-40B4-BE49-F238E27FC236}">
                <a16:creationId xmlns:a16="http://schemas.microsoft.com/office/drawing/2014/main" id="{6C637C44-BA9E-4E5C-94A4-5A13F69865E3}"/>
              </a:ext>
            </a:extLst>
          </p:cNvPr>
          <p:cNvSpPr>
            <a:spLocks xmlns:a="http://schemas.openxmlformats.org/drawingml/2006/main" noGrp="1"/>
          </p:cNvSpPr>
          <p:nvPr/>
        </p:nvSpPr>
        <p:spPr>
          <a:xfrm xmlns:a="http://schemas.openxmlformats.org/drawingml/2006/main">
            <a:off x="2133600" y="3086100"/>
            <a:ext cx="285750" cy="0"/>
          </a:xfrm>
          <a:prstGeom xmlns:a="http://schemas.openxmlformats.org/drawingml/2006/main" prst="line">
            <a:avLst/>
          </a:prstGeom>
          <a:ln xmlns:a="http://schemas.openxmlformats.org/drawingml/2006/main" w="25400">
            <a:solidFill>
              <a:srgbClr val="D71920"/>
            </a:solidFill>
            <a:tailEnd type="triangle"/>
          </a:ln>
        </p:spPr>
      </p:sp>
      <p:sp>
        <p:nvSpPr>
          <p:cNvPr id="5" name="Connector 5">
            <a:extLst xmlns:a="http://schemas.openxmlformats.org/drawingml/2006/main">
              <a:ext uri="{FF2B5EF4-FFF2-40B4-BE49-F238E27FC236}">
                <a16:creationId xmlns:a16="http://schemas.microsoft.com/office/drawing/2014/main" id="{A1B26743-BD23-4D66-9816-AB88E4FADC0A}"/>
              </a:ext>
            </a:extLst>
          </p:cNvPr>
          <p:cNvSpPr>
            <a:spLocks xmlns:a="http://schemas.openxmlformats.org/drawingml/2006/main" noGrp="1"/>
          </p:cNvSpPr>
          <p:nvPr/>
        </p:nvSpPr>
        <p:spPr>
          <a:xfrm xmlns:a="http://schemas.openxmlformats.org/drawingml/2006/main">
            <a:off x="3943350" y="3086100"/>
            <a:ext cx="285750" cy="0"/>
          </a:xfrm>
          <a:prstGeom xmlns:a="http://schemas.openxmlformats.org/drawingml/2006/main" prst="line">
            <a:avLst/>
          </a:prstGeom>
          <a:ln xmlns:a="http://schemas.openxmlformats.org/drawingml/2006/main" w="25400">
            <a:solidFill>
              <a:srgbClr val="D71920"/>
            </a:solidFill>
            <a:tailEnd type="triangle"/>
          </a:ln>
        </p:spPr>
      </p:sp>
      <p:sp>
        <p:nvSpPr>
          <p:cNvPr id="6" name="Connector 6">
            <a:extLst xmlns:a="http://schemas.openxmlformats.org/drawingml/2006/main">
              <a:ext uri="{FF2B5EF4-FFF2-40B4-BE49-F238E27FC236}">
                <a16:creationId xmlns:a16="http://schemas.microsoft.com/office/drawing/2014/main" id="{EFF4E475-8E2A-4FF4-85CB-EC8435985B1B}"/>
              </a:ext>
            </a:extLst>
          </p:cNvPr>
          <p:cNvSpPr>
            <a:spLocks xmlns:a="http://schemas.openxmlformats.org/drawingml/2006/main" noGrp="1"/>
          </p:cNvSpPr>
          <p:nvPr/>
        </p:nvSpPr>
        <p:spPr>
          <a:xfrm xmlns:a="http://schemas.openxmlformats.org/drawingml/2006/main">
            <a:off x="5753100" y="3086100"/>
            <a:ext cx="285750" cy="0"/>
          </a:xfrm>
          <a:prstGeom xmlns:a="http://schemas.openxmlformats.org/drawingml/2006/main" prst="line">
            <a:avLst/>
          </a:prstGeom>
          <a:ln xmlns:a="http://schemas.openxmlformats.org/drawingml/2006/main" w="25400">
            <a:solidFill>
              <a:srgbClr val="D71920"/>
            </a:solidFill>
            <a:tailEnd type="triangle"/>
          </a:ln>
        </p:spPr>
      </p:sp>
      <p:sp>
        <p:nvSpPr>
          <p:cNvPr id="7" name="Connector 7">
            <a:extLst xmlns:a="http://schemas.openxmlformats.org/drawingml/2006/main">
              <a:ext uri="{FF2B5EF4-FFF2-40B4-BE49-F238E27FC236}">
                <a16:creationId xmlns:a16="http://schemas.microsoft.com/office/drawing/2014/main" id="{FBA595A4-A2B5-48BB-83A7-65B904859FCA}"/>
              </a:ext>
            </a:extLst>
          </p:cNvPr>
          <p:cNvSpPr>
            <a:spLocks xmlns:a="http://schemas.openxmlformats.org/drawingml/2006/main" noGrp="1"/>
          </p:cNvSpPr>
          <p:nvPr/>
        </p:nvSpPr>
        <p:spPr>
          <a:xfrm xmlns:a="http://schemas.openxmlformats.org/drawingml/2006/main">
            <a:off x="7562850" y="3086100"/>
            <a:ext cx="285750" cy="0"/>
          </a:xfrm>
          <a:prstGeom xmlns:a="http://schemas.openxmlformats.org/drawingml/2006/main" prst="line">
            <a:avLst/>
          </a:prstGeom>
          <a:ln xmlns:a="http://schemas.openxmlformats.org/drawingml/2006/main" w="25400">
            <a:solidFill>
              <a:srgbClr val="D71920"/>
            </a:solidFill>
            <a:tailEnd type="triangle"/>
          </a:ln>
        </p:spPr>
      </p:sp>
      <p:sp>
        <p:nvSpPr>
          <p:cNvPr id="8" name="Connector 8">
            <a:extLst xmlns:a="http://schemas.openxmlformats.org/drawingml/2006/main">
              <a:ext uri="{FF2B5EF4-FFF2-40B4-BE49-F238E27FC236}">
                <a16:creationId xmlns:a16="http://schemas.microsoft.com/office/drawing/2014/main" id="{D68F92B3-2A79-4595-9670-A0D22E23D27C}"/>
              </a:ext>
            </a:extLst>
          </p:cNvPr>
          <p:cNvSpPr>
            <a:spLocks xmlns:a="http://schemas.openxmlformats.org/drawingml/2006/main" noGrp="1"/>
          </p:cNvSpPr>
          <p:nvPr/>
        </p:nvSpPr>
        <p:spPr>
          <a:xfrm xmlns:a="http://schemas.openxmlformats.org/drawingml/2006/main">
            <a:off x="9372600" y="3086100"/>
            <a:ext cx="285750" cy="0"/>
          </a:xfrm>
          <a:prstGeom xmlns:a="http://schemas.openxmlformats.org/drawingml/2006/main" prst="line">
            <a:avLst/>
          </a:prstGeom>
          <a:ln xmlns:a="http://schemas.openxmlformats.org/drawingml/2006/main" w="25400">
            <a:solidFill>
              <a:srgbClr val="D71920"/>
            </a:solidFill>
            <a:tailEnd type="triangle"/>
          </a:ln>
        </p:spPr>
      </p:sp>
      <p:sp>
        <p:nvSpPr>
          <p:cNvPr id="9" name="Shape 9">
            <a:extLst xmlns:a="http://schemas.openxmlformats.org/drawingml/2006/main">
              <a:ext uri="{FF2B5EF4-FFF2-40B4-BE49-F238E27FC236}">
                <a16:creationId xmlns:a16="http://schemas.microsoft.com/office/drawing/2014/main" id="{141C5CF2-B28B-4B41-A9FC-6B6AF8A1A256}"/>
              </a:ext>
            </a:extLst>
          </p:cNvPr>
          <p:cNvSpPr>
            <a:spLocks xmlns:a="http://schemas.openxmlformats.org/drawingml/2006/main" noGrp="1"/>
          </p:cNvSpPr>
          <p:nvPr/>
        </p:nvSpPr>
        <p:spPr>
          <a:xfrm xmlns:a="http://schemas.openxmlformats.org/drawingml/2006/main">
            <a:off x="419100" y="2114550"/>
            <a:ext cx="1714500" cy="190500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17212B"/>
            </a:solidFill>
          </a:ln>
        </p:spPr>
      </p:sp>
      <p:sp>
        <p:nvSpPr>
          <p:cNvPr id="10" name="Text 10">
            <a:extLst xmlns:a="http://schemas.openxmlformats.org/drawingml/2006/main">
              <a:ext uri="{FF2B5EF4-FFF2-40B4-BE49-F238E27FC236}">
                <a16:creationId xmlns:a16="http://schemas.microsoft.com/office/drawing/2014/main" id="{634F8195-DFD4-4B99-A7CD-F54866799AF3}"/>
              </a:ext>
            </a:extLst>
          </p:cNvPr>
          <p:cNvSpPr>
            <a:spLocks xmlns:a="http://schemas.openxmlformats.org/drawingml/2006/main" noGrp="1"/>
          </p:cNvSpPr>
          <p:nvPr/>
        </p:nvSpPr>
        <p:spPr>
          <a:xfrm xmlns:a="http://schemas.openxmlformats.org/drawingml/2006/main">
            <a:off x="533400" y="2266950"/>
            <a:ext cx="14859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17212B"/>
                </a:solidFill>
                <a:latin typeface="Arial"/>
                <a:ea typeface="Arial"/>
                <a:cs typeface="Arial"/>
              </a:rPr>
              <a:t>BEFORE</a:t>
            </a:r>
            <a:endParaRPr sz="1300"/>
          </a:p>
        </p:txBody>
      </p:sp>
      <p:sp>
        <p:nvSpPr>
          <p:cNvPr id="11" name="Shape 11">
            <a:extLst xmlns:a="http://schemas.openxmlformats.org/drawingml/2006/main">
              <a:ext uri="{FF2B5EF4-FFF2-40B4-BE49-F238E27FC236}">
                <a16:creationId xmlns:a16="http://schemas.microsoft.com/office/drawing/2014/main" id="{5ED2160D-B10C-416C-ABD0-7D83175C0C91}"/>
              </a:ext>
            </a:extLst>
          </p:cNvPr>
          <p:cNvSpPr>
            <a:spLocks xmlns:a="http://schemas.openxmlformats.org/drawingml/2006/main" noGrp="1"/>
          </p:cNvSpPr>
          <p:nvPr/>
        </p:nvSpPr>
        <p:spPr>
          <a:xfrm xmlns:a="http://schemas.openxmlformats.org/drawingml/2006/main">
            <a:off x="1047750" y="2571750"/>
            <a:ext cx="457200" cy="4572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7212B"/>
            </a:solidFill>
          </a:ln>
        </p:spPr>
      </p:sp>
      <p:pic>
        <p:nvPicPr>
          <p:cNvPr id="70" name="Picture 12"/>
          <p:cNvPicPr>
            <a:picLocks xmlns:a="http://schemas.openxmlformats.org/drawingml/2006/main" noChangeAspect="1"/>
          </p:cNvPicPr>
          <p:nvPr/>
        </p:nvPicPr>
        <p:blipFill>
          <a:blip xmlns:r="http://schemas.openxmlformats.org/officeDocument/2006/relationships" xmlns:a="http://schemas.openxmlformats.org/drawingml/2006/main" r:embed="R5893dd90622744fc"/>
          <a:stretch xmlns:a="http://schemas.openxmlformats.org/drawingml/2006/main">
            <a:fillRect l="0" t="0" r="0" b="0"/>
          </a:stretch>
        </p:blipFill>
        <p:spPr>
          <a:xfrm xmlns:a="http://schemas.openxmlformats.org/drawingml/2006/main">
            <a:off x="1162050" y="2686050"/>
            <a:ext cx="228600" cy="228600"/>
          </a:xfrm>
          <a:prstGeom xmlns:a="http://schemas.openxmlformats.org/drawingml/2006/main" prst="rect">
            <a:avLst/>
          </a:prstGeom>
          <a:ln xmlns:a="http://schemas.openxmlformats.org/drawingml/2006/main">
            <a:noFill/>
          </a:ln>
        </p:spPr>
      </p:pic>
      <p:sp>
        <p:nvSpPr>
          <p:cNvPr id="13" name="Text 13">
            <a:extLst xmlns:a="http://schemas.openxmlformats.org/drawingml/2006/main">
              <a:ext uri="{FF2B5EF4-FFF2-40B4-BE49-F238E27FC236}">
                <a16:creationId xmlns:a16="http://schemas.microsoft.com/office/drawing/2014/main" id="{8DD75BE8-13E2-4F68-AD28-394A6CFB45F4}"/>
              </a:ext>
            </a:extLst>
          </p:cNvPr>
          <p:cNvSpPr>
            <a:spLocks xmlns:a="http://schemas.openxmlformats.org/drawingml/2006/main" noGrp="1"/>
          </p:cNvSpPr>
          <p:nvPr/>
        </p:nvSpPr>
        <p:spPr>
          <a:xfrm xmlns:a="http://schemas.openxmlformats.org/drawingml/2006/main">
            <a:off x="533400" y="3143250"/>
            <a:ext cx="14859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17212B"/>
                </a:solidFill>
                <a:latin typeface="Arial"/>
                <a:ea typeface="Arial"/>
                <a:cs typeface="Arial"/>
              </a:rPr>
              <a:t>AGENTS.md policy</a:t>
            </a:r>
            <a:endParaRPr sz="1300"/>
          </a:p>
          <a:p xmlns:a="http://schemas.openxmlformats.org/drawingml/2006/main">
            <a:pPr algn="ctr">
              <a:buNone/>
            </a:pPr>
            <a:r>
              <a:rPr sz="1300" b="0">
                <a:solidFill>
                  <a:srgbClr val="17212B"/>
                </a:solidFill>
                <a:latin typeface="Arial"/>
                <a:ea typeface="Arial"/>
                <a:cs typeface="Arial"/>
              </a:rPr>
              <a:t>and bounded context</a:t>
            </a:r>
            <a:endParaRPr sz="1300"/>
          </a:p>
        </p:txBody>
      </p:sp>
      <p:sp>
        <p:nvSpPr>
          <p:cNvPr id="14" name="Text 14">
            <a:extLst xmlns:a="http://schemas.openxmlformats.org/drawingml/2006/main">
              <a:ext uri="{FF2B5EF4-FFF2-40B4-BE49-F238E27FC236}">
                <a16:creationId xmlns:a16="http://schemas.microsoft.com/office/drawing/2014/main" id="{88897288-32B3-46A2-BF23-7DC25B833082}"/>
              </a:ext>
            </a:extLst>
          </p:cNvPr>
          <p:cNvSpPr>
            <a:spLocks xmlns:a="http://schemas.openxmlformats.org/drawingml/2006/main" noGrp="1"/>
          </p:cNvSpPr>
          <p:nvPr/>
        </p:nvSpPr>
        <p:spPr>
          <a:xfrm xmlns:a="http://schemas.openxmlformats.org/drawingml/2006/main">
            <a:off x="571500" y="3752850"/>
            <a:ext cx="14097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1" spc="70">
                <a:solidFill>
                  <a:srgbClr val="1F7A5A"/>
                </a:solidFill>
                <a:latin typeface="Arial"/>
                <a:ea typeface="Arial"/>
                <a:cs typeface="Arial"/>
              </a:rPr>
              <a:t>CURRENT</a:t>
            </a:r>
            <a:endParaRPr sz="900"/>
          </a:p>
        </p:txBody>
      </p:sp>
      <p:sp>
        <p:nvSpPr>
          <p:cNvPr id="15" name="Shape 15">
            <a:extLst xmlns:a="http://schemas.openxmlformats.org/drawingml/2006/main">
              <a:ext uri="{FF2B5EF4-FFF2-40B4-BE49-F238E27FC236}">
                <a16:creationId xmlns:a16="http://schemas.microsoft.com/office/drawing/2014/main" id="{352AD150-598B-41EE-A23E-2CEB325651B9}"/>
              </a:ext>
            </a:extLst>
          </p:cNvPr>
          <p:cNvSpPr>
            <a:spLocks xmlns:a="http://schemas.openxmlformats.org/drawingml/2006/main" noGrp="1"/>
          </p:cNvSpPr>
          <p:nvPr/>
        </p:nvSpPr>
        <p:spPr>
          <a:xfrm xmlns:a="http://schemas.openxmlformats.org/drawingml/2006/main">
            <a:off x="2228850" y="2114550"/>
            <a:ext cx="1714500" cy="190500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2A5B84"/>
            </a:solidFill>
          </a:ln>
        </p:spPr>
      </p:sp>
      <p:sp>
        <p:nvSpPr>
          <p:cNvPr id="16" name="Text 16">
            <a:extLst xmlns:a="http://schemas.openxmlformats.org/drawingml/2006/main">
              <a:ext uri="{FF2B5EF4-FFF2-40B4-BE49-F238E27FC236}">
                <a16:creationId xmlns:a16="http://schemas.microsoft.com/office/drawing/2014/main" id="{D95D22E0-2DFD-49C0-8EFE-C8CCF8D9224B}"/>
              </a:ext>
            </a:extLst>
          </p:cNvPr>
          <p:cNvSpPr>
            <a:spLocks xmlns:a="http://schemas.openxmlformats.org/drawingml/2006/main" noGrp="1"/>
          </p:cNvSpPr>
          <p:nvPr/>
        </p:nvSpPr>
        <p:spPr>
          <a:xfrm xmlns:a="http://schemas.openxmlformats.org/drawingml/2006/main">
            <a:off x="2343150" y="2266950"/>
            <a:ext cx="14859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2A5B84"/>
                </a:solidFill>
                <a:latin typeface="Arial"/>
                <a:ea typeface="Arial"/>
                <a:cs typeface="Arial"/>
              </a:rPr>
              <a:t>AFTER EDIT</a:t>
            </a:r>
            <a:endParaRPr sz="1300"/>
          </a:p>
        </p:txBody>
      </p:sp>
      <p:sp>
        <p:nvSpPr>
          <p:cNvPr id="17" name="Shape 17">
            <a:extLst xmlns:a="http://schemas.openxmlformats.org/drawingml/2006/main">
              <a:ext uri="{FF2B5EF4-FFF2-40B4-BE49-F238E27FC236}">
                <a16:creationId xmlns:a16="http://schemas.microsoft.com/office/drawing/2014/main" id="{64FDAB48-EB13-4749-A9DA-D3679D0896D3}"/>
              </a:ext>
            </a:extLst>
          </p:cNvPr>
          <p:cNvSpPr>
            <a:spLocks xmlns:a="http://schemas.openxmlformats.org/drawingml/2006/main" noGrp="1"/>
          </p:cNvSpPr>
          <p:nvPr/>
        </p:nvSpPr>
        <p:spPr>
          <a:xfrm xmlns:a="http://schemas.openxmlformats.org/drawingml/2006/main">
            <a:off x="2857500" y="2571750"/>
            <a:ext cx="457200" cy="4572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2A5B84"/>
            </a:solidFill>
          </a:ln>
        </p:spPr>
      </p:sp>
      <p:pic>
        <p:nvPicPr>
          <p:cNvPr id="76" name="Picture 18"/>
          <p:cNvPicPr>
            <a:picLocks xmlns:a="http://schemas.openxmlformats.org/drawingml/2006/main" noChangeAspect="1"/>
          </p:cNvPicPr>
          <p:nvPr/>
        </p:nvPicPr>
        <p:blipFill>
          <a:blip xmlns:r="http://schemas.openxmlformats.org/officeDocument/2006/relationships" xmlns:a="http://schemas.openxmlformats.org/drawingml/2006/main" r:embed="R978996c1bfa14145"/>
          <a:stretch xmlns:a="http://schemas.openxmlformats.org/drawingml/2006/main">
            <a:fillRect l="0" t="0" r="0" b="0"/>
          </a:stretch>
        </p:blipFill>
        <p:spPr>
          <a:xfrm xmlns:a="http://schemas.openxmlformats.org/drawingml/2006/main">
            <a:off x="2971800" y="2686050"/>
            <a:ext cx="228600" cy="228600"/>
          </a:xfrm>
          <a:prstGeom xmlns:a="http://schemas.openxmlformats.org/drawingml/2006/main" prst="rect">
            <a:avLst/>
          </a:prstGeom>
          <a:ln xmlns:a="http://schemas.openxmlformats.org/drawingml/2006/main">
            <a:noFill/>
          </a:ln>
        </p:spPr>
      </p:pic>
      <p:sp>
        <p:nvSpPr>
          <p:cNvPr id="19" name="Text 19">
            <a:extLst xmlns:a="http://schemas.openxmlformats.org/drawingml/2006/main">
              <a:ext uri="{FF2B5EF4-FFF2-40B4-BE49-F238E27FC236}">
                <a16:creationId xmlns:a16="http://schemas.microsoft.com/office/drawing/2014/main" id="{B6BBF576-5D34-466A-8CF6-778488DE6843}"/>
              </a:ext>
            </a:extLst>
          </p:cNvPr>
          <p:cNvSpPr>
            <a:spLocks xmlns:a="http://schemas.openxmlformats.org/drawingml/2006/main" noGrp="1"/>
          </p:cNvSpPr>
          <p:nvPr/>
        </p:nvSpPr>
        <p:spPr>
          <a:xfrm xmlns:a="http://schemas.openxmlformats.org/drawingml/2006/main">
            <a:off x="2343150" y="3143250"/>
            <a:ext cx="14859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17212B"/>
                </a:solidFill>
                <a:latin typeface="Arial"/>
                <a:ea typeface="Arial"/>
                <a:cs typeface="Arial"/>
              </a:rPr>
              <a:t>Earliest supported</a:t>
            </a:r>
            <a:endParaRPr sz="1300"/>
          </a:p>
          <a:p xmlns:a="http://schemas.openxmlformats.org/drawingml/2006/main">
            <a:pPr algn="ctr">
              <a:buNone/>
            </a:pPr>
            <a:r>
              <a:rPr sz="1300" b="0">
                <a:solidFill>
                  <a:srgbClr val="17212B"/>
                </a:solidFill>
                <a:latin typeface="Arial"/>
                <a:ea typeface="Arial"/>
                <a:cs typeface="Arial"/>
              </a:rPr>
              <a:t>quality hook</a:t>
            </a:r>
            <a:endParaRPr sz="1300"/>
          </a:p>
        </p:txBody>
      </p:sp>
      <p:sp>
        <p:nvSpPr>
          <p:cNvPr id="20" name="Text 20">
            <a:extLst xmlns:a="http://schemas.openxmlformats.org/drawingml/2006/main">
              <a:ext uri="{FF2B5EF4-FFF2-40B4-BE49-F238E27FC236}">
                <a16:creationId xmlns:a16="http://schemas.microsoft.com/office/drawing/2014/main" id="{E5B50A8D-2DB3-401E-BD24-411FA3EFB282}"/>
              </a:ext>
            </a:extLst>
          </p:cNvPr>
          <p:cNvSpPr>
            <a:spLocks xmlns:a="http://schemas.openxmlformats.org/drawingml/2006/main" noGrp="1"/>
          </p:cNvSpPr>
          <p:nvPr/>
        </p:nvSpPr>
        <p:spPr>
          <a:xfrm xmlns:a="http://schemas.openxmlformats.org/drawingml/2006/main">
            <a:off x="2381250" y="3752850"/>
            <a:ext cx="14097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1" spc="70">
                <a:solidFill>
                  <a:srgbClr val="5D6873"/>
                </a:solidFill>
                <a:latin typeface="Arial"/>
                <a:ea typeface="Arial"/>
                <a:cs typeface="Arial"/>
              </a:rPr>
              <a:t>HARNESS ROADMAP</a:t>
            </a:r>
            <a:endParaRPr sz="900"/>
          </a:p>
        </p:txBody>
      </p:sp>
      <p:sp>
        <p:nvSpPr>
          <p:cNvPr id="21" name="Shape 21">
            <a:extLst xmlns:a="http://schemas.openxmlformats.org/drawingml/2006/main">
              <a:ext uri="{FF2B5EF4-FFF2-40B4-BE49-F238E27FC236}">
                <a16:creationId xmlns:a16="http://schemas.microsoft.com/office/drawing/2014/main" id="{09F5992B-A84A-4BF3-A32A-792FC5C2B73E}"/>
              </a:ext>
            </a:extLst>
          </p:cNvPr>
          <p:cNvSpPr>
            <a:spLocks xmlns:a="http://schemas.openxmlformats.org/drawingml/2006/main" noGrp="1"/>
          </p:cNvSpPr>
          <p:nvPr/>
        </p:nvSpPr>
        <p:spPr>
          <a:xfrm xmlns:a="http://schemas.openxmlformats.org/drawingml/2006/main">
            <a:off x="4038600" y="2114550"/>
            <a:ext cx="1714500" cy="190500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2A5B84"/>
            </a:solidFill>
          </a:ln>
        </p:spPr>
      </p:sp>
      <p:sp>
        <p:nvSpPr>
          <p:cNvPr id="22" name="Text 22">
            <a:extLst xmlns:a="http://schemas.openxmlformats.org/drawingml/2006/main">
              <a:ext uri="{FF2B5EF4-FFF2-40B4-BE49-F238E27FC236}">
                <a16:creationId xmlns:a16="http://schemas.microsoft.com/office/drawing/2014/main" id="{A19C4CF3-EA72-4643-8A5E-FFDDC0806D42}"/>
              </a:ext>
            </a:extLst>
          </p:cNvPr>
          <p:cNvSpPr>
            <a:spLocks xmlns:a="http://schemas.openxmlformats.org/drawingml/2006/main" noGrp="1"/>
          </p:cNvSpPr>
          <p:nvPr/>
        </p:nvSpPr>
        <p:spPr>
          <a:xfrm xmlns:a="http://schemas.openxmlformats.org/drawingml/2006/main">
            <a:off x="4152900" y="2266950"/>
            <a:ext cx="14859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2A5B84"/>
                </a:solidFill>
                <a:latin typeface="Arial"/>
                <a:ea typeface="Arial"/>
                <a:cs typeface="Arial"/>
              </a:rPr>
              <a:t>PRE-COMMIT</a:t>
            </a:r>
            <a:endParaRPr sz="1300"/>
          </a:p>
        </p:txBody>
      </p:sp>
      <p:sp>
        <p:nvSpPr>
          <p:cNvPr id="23" name="Shape 23">
            <a:extLst xmlns:a="http://schemas.openxmlformats.org/drawingml/2006/main">
              <a:ext uri="{FF2B5EF4-FFF2-40B4-BE49-F238E27FC236}">
                <a16:creationId xmlns:a16="http://schemas.microsoft.com/office/drawing/2014/main" id="{E79F7D80-2C40-46B6-AAAE-E9850B8149CA}"/>
              </a:ext>
            </a:extLst>
          </p:cNvPr>
          <p:cNvSpPr>
            <a:spLocks xmlns:a="http://schemas.openxmlformats.org/drawingml/2006/main" noGrp="1"/>
          </p:cNvSpPr>
          <p:nvPr/>
        </p:nvSpPr>
        <p:spPr>
          <a:xfrm xmlns:a="http://schemas.openxmlformats.org/drawingml/2006/main">
            <a:off x="4667250" y="2571750"/>
            <a:ext cx="457200" cy="4572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2A5B84"/>
            </a:solidFill>
          </a:ln>
        </p:spPr>
      </p:sp>
      <p:pic>
        <p:nvPicPr>
          <p:cNvPr id="82" name="Picture 24"/>
          <p:cNvPicPr>
            <a:picLocks xmlns:a="http://schemas.openxmlformats.org/drawingml/2006/main" noChangeAspect="1"/>
          </p:cNvPicPr>
          <p:nvPr/>
        </p:nvPicPr>
        <p:blipFill>
          <a:blip xmlns:r="http://schemas.openxmlformats.org/officeDocument/2006/relationships" xmlns:a="http://schemas.openxmlformats.org/drawingml/2006/main" r:embed="Rca0fe129a04846bc"/>
          <a:stretch xmlns:a="http://schemas.openxmlformats.org/drawingml/2006/main">
            <a:fillRect l="0" t="0" r="0" b="0"/>
          </a:stretch>
        </p:blipFill>
        <p:spPr>
          <a:xfrm xmlns:a="http://schemas.openxmlformats.org/drawingml/2006/main">
            <a:off x="4781550" y="2686050"/>
            <a:ext cx="228600" cy="228600"/>
          </a:xfrm>
          <a:prstGeom xmlns:a="http://schemas.openxmlformats.org/drawingml/2006/main" prst="rect">
            <a:avLst/>
          </a:prstGeom>
          <a:ln xmlns:a="http://schemas.openxmlformats.org/drawingml/2006/main">
            <a:noFill/>
          </a:ln>
        </p:spPr>
      </p:pic>
      <p:sp>
        <p:nvSpPr>
          <p:cNvPr id="25" name="Text 25">
            <a:extLst xmlns:a="http://schemas.openxmlformats.org/drawingml/2006/main">
              <a:ext uri="{FF2B5EF4-FFF2-40B4-BE49-F238E27FC236}">
                <a16:creationId xmlns:a16="http://schemas.microsoft.com/office/drawing/2014/main" id="{E0B1E34D-DD46-42B1-9D4D-488C9032B849}"/>
              </a:ext>
            </a:extLst>
          </p:cNvPr>
          <p:cNvSpPr>
            <a:spLocks xmlns:a="http://schemas.openxmlformats.org/drawingml/2006/main" noGrp="1"/>
          </p:cNvSpPr>
          <p:nvPr/>
        </p:nvSpPr>
        <p:spPr>
          <a:xfrm xmlns:a="http://schemas.openxmlformats.org/drawingml/2006/main">
            <a:off x="4152900" y="3143250"/>
            <a:ext cx="14859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17212B"/>
                </a:solidFill>
                <a:latin typeface="Arial"/>
                <a:ea typeface="Arial"/>
                <a:cs typeface="Arial"/>
              </a:rPr>
              <a:t>Shared lint and</a:t>
            </a:r>
            <a:endParaRPr sz="1300"/>
          </a:p>
          <a:p xmlns:a="http://schemas.openxmlformats.org/drawingml/2006/main">
            <a:pPr algn="ctr">
              <a:buNone/>
            </a:pPr>
            <a:r>
              <a:rPr sz="1300" b="0">
                <a:solidFill>
                  <a:srgbClr val="17212B"/>
                </a:solidFill>
                <a:latin typeface="Arial"/>
                <a:ea typeface="Arial"/>
                <a:cs typeface="Arial"/>
              </a:rPr>
              <a:t>type-check command</a:t>
            </a:r>
            <a:endParaRPr sz="1300"/>
          </a:p>
        </p:txBody>
      </p:sp>
      <p:sp>
        <p:nvSpPr>
          <p:cNvPr id="26" name="Text 26">
            <a:extLst xmlns:a="http://schemas.openxmlformats.org/drawingml/2006/main">
              <a:ext uri="{FF2B5EF4-FFF2-40B4-BE49-F238E27FC236}">
                <a16:creationId xmlns:a16="http://schemas.microsoft.com/office/drawing/2014/main" id="{30B36085-C91A-4894-84FC-14F84BA537F9}"/>
              </a:ext>
            </a:extLst>
          </p:cNvPr>
          <p:cNvSpPr>
            <a:spLocks xmlns:a="http://schemas.openxmlformats.org/drawingml/2006/main" noGrp="1"/>
          </p:cNvSpPr>
          <p:nvPr/>
        </p:nvSpPr>
        <p:spPr>
          <a:xfrm xmlns:a="http://schemas.openxmlformats.org/drawingml/2006/main">
            <a:off x="4191000" y="3752850"/>
            <a:ext cx="14097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1" spc="70">
                <a:solidFill>
                  <a:srgbClr val="5D6873"/>
                </a:solidFill>
                <a:latin typeface="Arial"/>
                <a:ea typeface="Arial"/>
                <a:cs typeface="Arial"/>
              </a:rPr>
              <a:t>HARNESS ROADMAP</a:t>
            </a:r>
            <a:endParaRPr sz="900"/>
          </a:p>
        </p:txBody>
      </p:sp>
      <p:sp>
        <p:nvSpPr>
          <p:cNvPr id="27" name="Shape 27">
            <a:extLst xmlns:a="http://schemas.openxmlformats.org/drawingml/2006/main">
              <a:ext uri="{FF2B5EF4-FFF2-40B4-BE49-F238E27FC236}">
                <a16:creationId xmlns:a16="http://schemas.microsoft.com/office/drawing/2014/main" id="{B9F48B1A-01FC-449C-9477-9E96569EBF01}"/>
              </a:ext>
            </a:extLst>
          </p:cNvPr>
          <p:cNvSpPr>
            <a:spLocks xmlns:a="http://schemas.openxmlformats.org/drawingml/2006/main" noGrp="1"/>
          </p:cNvSpPr>
          <p:nvPr/>
        </p:nvSpPr>
        <p:spPr>
          <a:xfrm xmlns:a="http://schemas.openxmlformats.org/drawingml/2006/main">
            <a:off x="5848350" y="2114550"/>
            <a:ext cx="1714500" cy="190500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1F7A5A"/>
            </a:solidFill>
          </a:ln>
        </p:spPr>
      </p:sp>
      <p:sp>
        <p:nvSpPr>
          <p:cNvPr id="28" name="Text 28">
            <a:extLst xmlns:a="http://schemas.openxmlformats.org/drawingml/2006/main">
              <a:ext uri="{FF2B5EF4-FFF2-40B4-BE49-F238E27FC236}">
                <a16:creationId xmlns:a16="http://schemas.microsoft.com/office/drawing/2014/main" id="{89CA9750-8AC5-402C-91F8-2CC81C9006B1}"/>
              </a:ext>
            </a:extLst>
          </p:cNvPr>
          <p:cNvSpPr>
            <a:spLocks xmlns:a="http://schemas.openxmlformats.org/drawingml/2006/main" noGrp="1"/>
          </p:cNvSpPr>
          <p:nvPr/>
        </p:nvSpPr>
        <p:spPr>
          <a:xfrm xmlns:a="http://schemas.openxmlformats.org/drawingml/2006/main">
            <a:off x="5962650" y="2266950"/>
            <a:ext cx="14859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1F7A5A"/>
                </a:solidFill>
                <a:latin typeface="Arial"/>
                <a:ea typeface="Arial"/>
                <a:cs typeface="Arial"/>
              </a:rPr>
              <a:t>PR CHECKS</a:t>
            </a:r>
            <a:endParaRPr sz="1300"/>
          </a:p>
        </p:txBody>
      </p:sp>
      <p:sp>
        <p:nvSpPr>
          <p:cNvPr id="29" name="Shape 29">
            <a:extLst xmlns:a="http://schemas.openxmlformats.org/drawingml/2006/main">
              <a:ext uri="{FF2B5EF4-FFF2-40B4-BE49-F238E27FC236}">
                <a16:creationId xmlns:a16="http://schemas.microsoft.com/office/drawing/2014/main" id="{81A262EA-0A54-4AC7-9AF5-129019CA9B14}"/>
              </a:ext>
            </a:extLst>
          </p:cNvPr>
          <p:cNvSpPr>
            <a:spLocks xmlns:a="http://schemas.openxmlformats.org/drawingml/2006/main" noGrp="1"/>
          </p:cNvSpPr>
          <p:nvPr/>
        </p:nvSpPr>
        <p:spPr>
          <a:xfrm xmlns:a="http://schemas.openxmlformats.org/drawingml/2006/main">
            <a:off x="6477000" y="2571750"/>
            <a:ext cx="457200" cy="4572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F7A5A"/>
            </a:solidFill>
          </a:ln>
        </p:spPr>
      </p:sp>
      <p:pic>
        <p:nvPicPr>
          <p:cNvPr id="88" name="Picture 30"/>
          <p:cNvPicPr>
            <a:picLocks xmlns:a="http://schemas.openxmlformats.org/drawingml/2006/main" noChangeAspect="1"/>
          </p:cNvPicPr>
          <p:nvPr/>
        </p:nvPicPr>
        <p:blipFill>
          <a:blip xmlns:r="http://schemas.openxmlformats.org/officeDocument/2006/relationships" xmlns:a="http://schemas.openxmlformats.org/drawingml/2006/main" r:embed="R138443cd9fbc4b9a"/>
          <a:stretch xmlns:a="http://schemas.openxmlformats.org/drawingml/2006/main">
            <a:fillRect l="0" t="0" r="0" b="0"/>
          </a:stretch>
        </p:blipFill>
        <p:spPr>
          <a:xfrm xmlns:a="http://schemas.openxmlformats.org/drawingml/2006/main">
            <a:off x="6591300" y="2686050"/>
            <a:ext cx="228600" cy="228600"/>
          </a:xfrm>
          <a:prstGeom xmlns:a="http://schemas.openxmlformats.org/drawingml/2006/main" prst="rect">
            <a:avLst/>
          </a:prstGeom>
          <a:ln xmlns:a="http://schemas.openxmlformats.org/drawingml/2006/main">
            <a:noFill/>
          </a:ln>
        </p:spPr>
      </p:pic>
      <p:sp>
        <p:nvSpPr>
          <p:cNvPr id="31" name="Text 31">
            <a:extLst xmlns:a="http://schemas.openxmlformats.org/drawingml/2006/main">
              <a:ext uri="{FF2B5EF4-FFF2-40B4-BE49-F238E27FC236}">
                <a16:creationId xmlns:a16="http://schemas.microsoft.com/office/drawing/2014/main" id="{92E24777-5B7B-4644-B8A1-212CE6DC3D41}"/>
              </a:ext>
            </a:extLst>
          </p:cNvPr>
          <p:cNvSpPr>
            <a:spLocks xmlns:a="http://schemas.openxmlformats.org/drawingml/2006/main" noGrp="1"/>
          </p:cNvSpPr>
          <p:nvPr/>
        </p:nvSpPr>
        <p:spPr>
          <a:xfrm xmlns:a="http://schemas.openxmlformats.org/drawingml/2006/main">
            <a:off x="5962650" y="3143250"/>
            <a:ext cx="14859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17212B"/>
                </a:solidFill>
                <a:latin typeface="Arial"/>
                <a:ea typeface="Arial"/>
                <a:cs typeface="Arial"/>
              </a:rPr>
              <a:t>Design map, tests,</a:t>
            </a:r>
            <a:endParaRPr sz="1300"/>
          </a:p>
          <a:p xmlns:a="http://schemas.openxmlformats.org/drawingml/2006/main">
            <a:pPr algn="ctr">
              <a:buNone/>
            </a:pPr>
            <a:r>
              <a:rPr sz="1300" b="0">
                <a:solidFill>
                  <a:srgbClr val="17212B"/>
                </a:solidFill>
                <a:latin typeface="Arial"/>
                <a:ea typeface="Arial"/>
                <a:cs typeface="Arial"/>
              </a:rPr>
              <a:t>security and E2E</a:t>
            </a:r>
            <a:endParaRPr sz="1300"/>
          </a:p>
        </p:txBody>
      </p:sp>
      <p:sp>
        <p:nvSpPr>
          <p:cNvPr id="32" name="Text 32">
            <a:extLst xmlns:a="http://schemas.openxmlformats.org/drawingml/2006/main">
              <a:ext uri="{FF2B5EF4-FFF2-40B4-BE49-F238E27FC236}">
                <a16:creationId xmlns:a16="http://schemas.microsoft.com/office/drawing/2014/main" id="{DED152B1-5D66-4950-869A-A9760607D0ED}"/>
              </a:ext>
            </a:extLst>
          </p:cNvPr>
          <p:cNvSpPr>
            <a:spLocks xmlns:a="http://schemas.openxmlformats.org/drawingml/2006/main" noGrp="1"/>
          </p:cNvSpPr>
          <p:nvPr/>
        </p:nvSpPr>
        <p:spPr>
          <a:xfrm xmlns:a="http://schemas.openxmlformats.org/drawingml/2006/main">
            <a:off x="6000750" y="3752850"/>
            <a:ext cx="14097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1" spc="70">
                <a:solidFill>
                  <a:srgbClr val="1F7A5A"/>
                </a:solidFill>
                <a:latin typeface="Arial"/>
                <a:ea typeface="Arial"/>
                <a:cs typeface="Arial"/>
              </a:rPr>
              <a:t>CURRENT</a:t>
            </a:r>
            <a:endParaRPr sz="900"/>
          </a:p>
        </p:txBody>
      </p:sp>
      <p:sp>
        <p:nvSpPr>
          <p:cNvPr id="33" name="Shape 33">
            <a:extLst xmlns:a="http://schemas.openxmlformats.org/drawingml/2006/main">
              <a:ext uri="{FF2B5EF4-FFF2-40B4-BE49-F238E27FC236}">
                <a16:creationId xmlns:a16="http://schemas.microsoft.com/office/drawing/2014/main" id="{B74B155F-E378-41B1-9F4E-3B736CA17AB7}"/>
              </a:ext>
            </a:extLst>
          </p:cNvPr>
          <p:cNvSpPr>
            <a:spLocks xmlns:a="http://schemas.openxmlformats.org/drawingml/2006/main" noGrp="1"/>
          </p:cNvSpPr>
          <p:nvPr/>
        </p:nvSpPr>
        <p:spPr>
          <a:xfrm xmlns:a="http://schemas.openxmlformats.org/drawingml/2006/main">
            <a:off x="7658100" y="2114550"/>
            <a:ext cx="1714500" cy="190500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B46B13"/>
            </a:solidFill>
          </a:ln>
        </p:spPr>
      </p:sp>
      <p:sp>
        <p:nvSpPr>
          <p:cNvPr id="34" name="Text 34">
            <a:extLst xmlns:a="http://schemas.openxmlformats.org/drawingml/2006/main">
              <a:ext uri="{FF2B5EF4-FFF2-40B4-BE49-F238E27FC236}">
                <a16:creationId xmlns:a16="http://schemas.microsoft.com/office/drawing/2014/main" id="{2FC063FC-FFD1-4504-9ABC-F4D4914AA67D}"/>
              </a:ext>
            </a:extLst>
          </p:cNvPr>
          <p:cNvSpPr>
            <a:spLocks xmlns:a="http://schemas.openxmlformats.org/drawingml/2006/main" noGrp="1"/>
          </p:cNvSpPr>
          <p:nvPr/>
        </p:nvSpPr>
        <p:spPr>
          <a:xfrm xmlns:a="http://schemas.openxmlformats.org/drawingml/2006/main">
            <a:off x="7772400" y="2266950"/>
            <a:ext cx="14859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B46B13"/>
                </a:solidFill>
                <a:latin typeface="Arial"/>
                <a:ea typeface="Arial"/>
                <a:cs typeface="Arial"/>
              </a:rPr>
              <a:t>FROZEN HEAD</a:t>
            </a:r>
            <a:endParaRPr sz="1300"/>
          </a:p>
        </p:txBody>
      </p:sp>
      <p:sp>
        <p:nvSpPr>
          <p:cNvPr id="35" name="Shape 35">
            <a:extLst xmlns:a="http://schemas.openxmlformats.org/drawingml/2006/main">
              <a:ext uri="{FF2B5EF4-FFF2-40B4-BE49-F238E27FC236}">
                <a16:creationId xmlns:a16="http://schemas.microsoft.com/office/drawing/2014/main" id="{0EE75F5F-BF21-4365-99D1-499FD717948A}"/>
              </a:ext>
            </a:extLst>
          </p:cNvPr>
          <p:cNvSpPr>
            <a:spLocks xmlns:a="http://schemas.openxmlformats.org/drawingml/2006/main" noGrp="1"/>
          </p:cNvSpPr>
          <p:nvPr/>
        </p:nvSpPr>
        <p:spPr>
          <a:xfrm xmlns:a="http://schemas.openxmlformats.org/drawingml/2006/main">
            <a:off x="8286750" y="2571750"/>
            <a:ext cx="457200" cy="4572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B46B13"/>
            </a:solidFill>
          </a:ln>
        </p:spPr>
      </p:sp>
      <p:pic>
        <p:nvPicPr>
          <p:cNvPr id="94" name="Picture 36"/>
          <p:cNvPicPr>
            <a:picLocks xmlns:a="http://schemas.openxmlformats.org/drawingml/2006/main" noChangeAspect="1"/>
          </p:cNvPicPr>
          <p:nvPr/>
        </p:nvPicPr>
        <p:blipFill>
          <a:blip xmlns:r="http://schemas.openxmlformats.org/officeDocument/2006/relationships" xmlns:a="http://schemas.openxmlformats.org/drawingml/2006/main" r:embed="R950bf6a83dcc478a"/>
          <a:stretch xmlns:a="http://schemas.openxmlformats.org/drawingml/2006/main">
            <a:fillRect l="0" t="0" r="0" b="0"/>
          </a:stretch>
        </p:blipFill>
        <p:spPr>
          <a:xfrm xmlns:a="http://schemas.openxmlformats.org/drawingml/2006/main">
            <a:off x="8401050" y="2686050"/>
            <a:ext cx="228600" cy="228600"/>
          </a:xfrm>
          <a:prstGeom xmlns:a="http://schemas.openxmlformats.org/drawingml/2006/main" prst="rect">
            <a:avLst/>
          </a:prstGeom>
          <a:ln xmlns:a="http://schemas.openxmlformats.org/drawingml/2006/main">
            <a:noFill/>
          </a:ln>
        </p:spPr>
      </p:pic>
      <p:sp>
        <p:nvSpPr>
          <p:cNvPr id="37" name="Text 37">
            <a:extLst xmlns:a="http://schemas.openxmlformats.org/drawingml/2006/main">
              <a:ext uri="{FF2B5EF4-FFF2-40B4-BE49-F238E27FC236}">
                <a16:creationId xmlns:a16="http://schemas.microsoft.com/office/drawing/2014/main" id="{605297DB-622A-46D8-851C-86418D0FD873}"/>
              </a:ext>
            </a:extLst>
          </p:cNvPr>
          <p:cNvSpPr>
            <a:spLocks xmlns:a="http://schemas.openxmlformats.org/drawingml/2006/main" noGrp="1"/>
          </p:cNvSpPr>
          <p:nvPr/>
        </p:nvSpPr>
        <p:spPr>
          <a:xfrm xmlns:a="http://schemas.openxmlformats.org/drawingml/2006/main">
            <a:off x="7772400" y="3143250"/>
            <a:ext cx="14859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17212B"/>
                </a:solidFill>
                <a:latin typeface="Arial"/>
                <a:ea typeface="Arial"/>
                <a:cs typeface="Arial"/>
              </a:rPr>
              <a:t>One current-SHA</a:t>
            </a:r>
            <a:endParaRPr sz="1300"/>
          </a:p>
          <a:p xmlns:a="http://schemas.openxmlformats.org/drawingml/2006/main">
            <a:pPr algn="ctr">
              <a:buNone/>
            </a:pPr>
            <a:r>
              <a:rPr sz="1300" b="0">
                <a:solidFill>
                  <a:srgbClr val="17212B"/>
                </a:solidFill>
                <a:latin typeface="Arial"/>
                <a:ea typeface="Arial"/>
                <a:cs typeface="Arial"/>
              </a:rPr>
              <a:t>Codex review</a:t>
            </a:r>
            <a:endParaRPr sz="1300"/>
          </a:p>
        </p:txBody>
      </p:sp>
      <p:sp>
        <p:nvSpPr>
          <p:cNvPr id="38" name="Text 38">
            <a:extLst xmlns:a="http://schemas.openxmlformats.org/drawingml/2006/main">
              <a:ext uri="{FF2B5EF4-FFF2-40B4-BE49-F238E27FC236}">
                <a16:creationId xmlns:a16="http://schemas.microsoft.com/office/drawing/2014/main" id="{29AE2152-3D38-4249-96A7-5861CCEB3050}"/>
              </a:ext>
            </a:extLst>
          </p:cNvPr>
          <p:cNvSpPr>
            <a:spLocks xmlns:a="http://schemas.openxmlformats.org/drawingml/2006/main" noGrp="1"/>
          </p:cNvSpPr>
          <p:nvPr/>
        </p:nvSpPr>
        <p:spPr>
          <a:xfrm xmlns:a="http://schemas.openxmlformats.org/drawingml/2006/main">
            <a:off x="7810500" y="3752850"/>
            <a:ext cx="14097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1" spc="70">
                <a:solidFill>
                  <a:srgbClr val="1F7A5A"/>
                </a:solidFill>
                <a:latin typeface="Arial"/>
                <a:ea typeface="Arial"/>
                <a:cs typeface="Arial"/>
              </a:rPr>
              <a:t>CURRENT</a:t>
            </a:r>
            <a:endParaRPr sz="900"/>
          </a:p>
        </p:txBody>
      </p:sp>
      <p:sp>
        <p:nvSpPr>
          <p:cNvPr id="39" name="Shape 39">
            <a:extLst xmlns:a="http://schemas.openxmlformats.org/drawingml/2006/main">
              <a:ext uri="{FF2B5EF4-FFF2-40B4-BE49-F238E27FC236}">
                <a16:creationId xmlns:a16="http://schemas.microsoft.com/office/drawing/2014/main" id="{1252EA40-C0AA-4867-8201-6D162CEBBABC}"/>
              </a:ext>
            </a:extLst>
          </p:cNvPr>
          <p:cNvSpPr>
            <a:spLocks xmlns:a="http://schemas.openxmlformats.org/drawingml/2006/main" noGrp="1"/>
          </p:cNvSpPr>
          <p:nvPr/>
        </p:nvSpPr>
        <p:spPr>
          <a:xfrm xmlns:a="http://schemas.openxmlformats.org/drawingml/2006/main">
            <a:off x="9467850" y="2114550"/>
            <a:ext cx="1714500" cy="190500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D71920"/>
            </a:solidFill>
          </a:ln>
        </p:spPr>
      </p:sp>
      <p:sp>
        <p:nvSpPr>
          <p:cNvPr id="40" name="Text 40">
            <a:extLst xmlns:a="http://schemas.openxmlformats.org/drawingml/2006/main">
              <a:ext uri="{FF2B5EF4-FFF2-40B4-BE49-F238E27FC236}">
                <a16:creationId xmlns:a16="http://schemas.microsoft.com/office/drawing/2014/main" id="{DE680796-A393-47F4-9B90-704529361A88}"/>
              </a:ext>
            </a:extLst>
          </p:cNvPr>
          <p:cNvSpPr>
            <a:spLocks xmlns:a="http://schemas.openxmlformats.org/drawingml/2006/main" noGrp="1"/>
          </p:cNvSpPr>
          <p:nvPr/>
        </p:nvSpPr>
        <p:spPr>
          <a:xfrm xmlns:a="http://schemas.openxmlformats.org/drawingml/2006/main">
            <a:off x="9582150" y="2266950"/>
            <a:ext cx="14859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D71920"/>
                </a:solidFill>
                <a:latin typeface="Arial"/>
                <a:ea typeface="Arial"/>
                <a:cs typeface="Arial"/>
              </a:rPr>
              <a:t>ACCEPT</a:t>
            </a:r>
            <a:endParaRPr sz="1300"/>
          </a:p>
        </p:txBody>
      </p:sp>
      <p:sp>
        <p:nvSpPr>
          <p:cNvPr id="41" name="Shape 41">
            <a:extLst xmlns:a="http://schemas.openxmlformats.org/drawingml/2006/main">
              <a:ext uri="{FF2B5EF4-FFF2-40B4-BE49-F238E27FC236}">
                <a16:creationId xmlns:a16="http://schemas.microsoft.com/office/drawing/2014/main" id="{1D72FC0B-04ED-476D-AF16-486B60A617C8}"/>
              </a:ext>
            </a:extLst>
          </p:cNvPr>
          <p:cNvSpPr>
            <a:spLocks xmlns:a="http://schemas.openxmlformats.org/drawingml/2006/main" noGrp="1"/>
          </p:cNvSpPr>
          <p:nvPr/>
        </p:nvSpPr>
        <p:spPr>
          <a:xfrm xmlns:a="http://schemas.openxmlformats.org/drawingml/2006/main">
            <a:off x="10096500" y="2571750"/>
            <a:ext cx="457200" cy="4572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D71920"/>
            </a:solidFill>
          </a:ln>
        </p:spPr>
      </p:sp>
      <p:pic>
        <p:nvPicPr>
          <p:cNvPr id="100" name="Picture 42"/>
          <p:cNvPicPr>
            <a:picLocks xmlns:a="http://schemas.openxmlformats.org/drawingml/2006/main" noChangeAspect="1"/>
          </p:cNvPicPr>
          <p:nvPr/>
        </p:nvPicPr>
        <p:blipFill>
          <a:blip xmlns:r="http://schemas.openxmlformats.org/officeDocument/2006/relationships" xmlns:a="http://schemas.openxmlformats.org/drawingml/2006/main" r:embed="R17a1017c556d4696"/>
          <a:stretch xmlns:a="http://schemas.openxmlformats.org/drawingml/2006/main">
            <a:fillRect l="0" t="0" r="0" b="0"/>
          </a:stretch>
        </p:blipFill>
        <p:spPr>
          <a:xfrm xmlns:a="http://schemas.openxmlformats.org/drawingml/2006/main">
            <a:off x="10210800" y="2686050"/>
            <a:ext cx="228600" cy="228600"/>
          </a:xfrm>
          <a:prstGeom xmlns:a="http://schemas.openxmlformats.org/drawingml/2006/main" prst="rect">
            <a:avLst/>
          </a:prstGeom>
          <a:ln xmlns:a="http://schemas.openxmlformats.org/drawingml/2006/main">
            <a:noFill/>
          </a:ln>
        </p:spPr>
      </p:pic>
      <p:sp>
        <p:nvSpPr>
          <p:cNvPr id="43" name="Text 43">
            <a:extLst xmlns:a="http://schemas.openxmlformats.org/drawingml/2006/main">
              <a:ext uri="{FF2B5EF4-FFF2-40B4-BE49-F238E27FC236}">
                <a16:creationId xmlns:a16="http://schemas.microsoft.com/office/drawing/2014/main" id="{947DA46E-20A0-47B7-A6ED-0ABA5758A2B1}"/>
              </a:ext>
            </a:extLst>
          </p:cNvPr>
          <p:cNvSpPr>
            <a:spLocks xmlns:a="http://schemas.openxmlformats.org/drawingml/2006/main" noGrp="1"/>
          </p:cNvSpPr>
          <p:nvPr/>
        </p:nvSpPr>
        <p:spPr>
          <a:xfrm xmlns:a="http://schemas.openxmlformats.org/drawingml/2006/main">
            <a:off x="9582150" y="3143250"/>
            <a:ext cx="14859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0">
                <a:solidFill>
                  <a:srgbClr val="17212B"/>
                </a:solidFill>
                <a:latin typeface="Arial"/>
                <a:ea typeface="Arial"/>
                <a:cs typeface="Arial"/>
              </a:rPr>
              <a:t>Human merge with</a:t>
            </a:r>
            <a:endParaRPr sz="1300"/>
          </a:p>
          <a:p xmlns:a="http://schemas.openxmlformats.org/drawingml/2006/main">
            <a:pPr algn="ctr">
              <a:buNone/>
            </a:pPr>
            <a:r>
              <a:rPr sz="1300" b="0">
                <a:solidFill>
                  <a:srgbClr val="17212B"/>
                </a:solidFill>
                <a:latin typeface="Arial"/>
                <a:ea typeface="Arial"/>
                <a:cs typeface="Arial"/>
              </a:rPr>
              <a:t>expected head SHA</a:t>
            </a:r>
            <a:endParaRPr sz="1300"/>
          </a:p>
        </p:txBody>
      </p:sp>
      <p:sp>
        <p:nvSpPr>
          <p:cNvPr id="44" name="Text 44">
            <a:extLst xmlns:a="http://schemas.openxmlformats.org/drawingml/2006/main">
              <a:ext uri="{FF2B5EF4-FFF2-40B4-BE49-F238E27FC236}">
                <a16:creationId xmlns:a16="http://schemas.microsoft.com/office/drawing/2014/main" id="{FC8A1B44-DCA1-4012-B16A-7E4E51B0461B}"/>
              </a:ext>
            </a:extLst>
          </p:cNvPr>
          <p:cNvSpPr>
            <a:spLocks xmlns:a="http://schemas.openxmlformats.org/drawingml/2006/main" noGrp="1"/>
          </p:cNvSpPr>
          <p:nvPr/>
        </p:nvSpPr>
        <p:spPr>
          <a:xfrm xmlns:a="http://schemas.openxmlformats.org/drawingml/2006/main">
            <a:off x="9620250" y="3752850"/>
            <a:ext cx="14097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1" spc="70">
                <a:solidFill>
                  <a:srgbClr val="1F7A5A"/>
                </a:solidFill>
                <a:latin typeface="Arial"/>
                <a:ea typeface="Arial"/>
                <a:cs typeface="Arial"/>
              </a:rPr>
              <a:t>CURRENT</a:t>
            </a:r>
            <a:endParaRPr sz="900"/>
          </a:p>
        </p:txBody>
      </p:sp>
      <p:sp>
        <p:nvSpPr>
          <p:cNvPr id="45" name="Connector 45">
            <a:extLst xmlns:a="http://schemas.openxmlformats.org/drawingml/2006/main">
              <a:ext uri="{FF2B5EF4-FFF2-40B4-BE49-F238E27FC236}">
                <a16:creationId xmlns:a16="http://schemas.microsoft.com/office/drawing/2014/main" id="{54554022-D5D5-43CB-AEAA-3FB5FF964937}"/>
              </a:ext>
            </a:extLst>
          </p:cNvPr>
          <p:cNvSpPr>
            <a:spLocks xmlns:a="http://schemas.openxmlformats.org/drawingml/2006/main" noGrp="1"/>
          </p:cNvSpPr>
          <p:nvPr/>
        </p:nvSpPr>
        <p:spPr>
          <a:xfrm xmlns:a="http://schemas.openxmlformats.org/drawingml/2006/main">
            <a:off x="10325100" y="4171950"/>
            <a:ext cx="0" cy="990600"/>
          </a:xfrm>
          <a:prstGeom xmlns:a="http://schemas.openxmlformats.org/drawingml/2006/main" prst="line">
            <a:avLst/>
          </a:prstGeom>
          <a:ln xmlns:a="http://schemas.openxmlformats.org/drawingml/2006/main" w="25400">
            <a:solidFill>
              <a:srgbClr val="5D6873"/>
            </a:solidFill>
          </a:ln>
        </p:spPr>
      </p:sp>
      <p:sp>
        <p:nvSpPr>
          <p:cNvPr id="46" name="Connector 46">
            <a:extLst xmlns:a="http://schemas.openxmlformats.org/drawingml/2006/main">
              <a:ext uri="{FF2B5EF4-FFF2-40B4-BE49-F238E27FC236}">
                <a16:creationId xmlns:a16="http://schemas.microsoft.com/office/drawing/2014/main" id="{E006F3B7-D9B5-4D5B-9457-C28C45654E7B}"/>
              </a:ext>
            </a:extLst>
          </p:cNvPr>
          <p:cNvSpPr>
            <a:spLocks xmlns:a="http://schemas.openxmlformats.org/drawingml/2006/main" noGrp="1"/>
          </p:cNvSpPr>
          <p:nvPr/>
        </p:nvSpPr>
        <p:spPr>
          <a:xfrm xmlns:a="http://schemas.openxmlformats.org/drawingml/2006/main" flipH="1">
            <a:off x="3086100" y="5162550"/>
            <a:ext cx="7239000" cy="0"/>
          </a:xfrm>
          <a:prstGeom xmlns:a="http://schemas.openxmlformats.org/drawingml/2006/main" prst="line">
            <a:avLst/>
          </a:prstGeom>
          <a:ln xmlns:a="http://schemas.openxmlformats.org/drawingml/2006/main" w="25400">
            <a:solidFill>
              <a:srgbClr val="5D6873"/>
            </a:solidFill>
          </a:ln>
        </p:spPr>
      </p:sp>
      <p:sp>
        <p:nvSpPr>
          <p:cNvPr id="47" name="Connector 47">
            <a:extLst xmlns:a="http://schemas.openxmlformats.org/drawingml/2006/main">
              <a:ext uri="{FF2B5EF4-FFF2-40B4-BE49-F238E27FC236}">
                <a16:creationId xmlns:a16="http://schemas.microsoft.com/office/drawing/2014/main" id="{67A94C77-8DB8-4717-BE23-A86A8F81946B}"/>
              </a:ext>
            </a:extLst>
          </p:cNvPr>
          <p:cNvSpPr>
            <a:spLocks xmlns:a="http://schemas.openxmlformats.org/drawingml/2006/main" noGrp="1"/>
          </p:cNvSpPr>
          <p:nvPr/>
        </p:nvSpPr>
        <p:spPr>
          <a:xfrm xmlns:a="http://schemas.openxmlformats.org/drawingml/2006/main" flipV="1">
            <a:off x="3086100" y="4171950"/>
            <a:ext cx="0" cy="990600"/>
          </a:xfrm>
          <a:prstGeom xmlns:a="http://schemas.openxmlformats.org/drawingml/2006/main" prst="line">
            <a:avLst/>
          </a:prstGeom>
          <a:ln xmlns:a="http://schemas.openxmlformats.org/drawingml/2006/main" w="25400">
            <a:solidFill>
              <a:srgbClr val="5D6873"/>
            </a:solidFill>
            <a:tailEnd type="triangle"/>
          </a:ln>
        </p:spPr>
      </p:sp>
      <p:sp>
        <p:nvSpPr>
          <p:cNvPr id="48" name="Text 48">
            <a:extLst xmlns:a="http://schemas.openxmlformats.org/drawingml/2006/main">
              <a:ext uri="{FF2B5EF4-FFF2-40B4-BE49-F238E27FC236}">
                <a16:creationId xmlns:a16="http://schemas.microsoft.com/office/drawing/2014/main" id="{EF2152FA-B340-41E2-8A80-9F18771C61EA}"/>
              </a:ext>
            </a:extLst>
          </p:cNvPr>
          <p:cNvSpPr>
            <a:spLocks xmlns:a="http://schemas.openxmlformats.org/drawingml/2006/main" noGrp="1"/>
          </p:cNvSpPr>
          <p:nvPr/>
        </p:nvSpPr>
        <p:spPr>
          <a:xfrm xmlns:a="http://schemas.openxmlformats.org/drawingml/2006/main">
            <a:off x="4095750" y="4629150"/>
            <a:ext cx="5219700" cy="4572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wrap="square" lIns="38100" tIns="38100" rIns="38100" bIns="38100" anchor="ctr"/>
          <a:lstStyle xmlns:a="http://schemas.openxmlformats.org/drawingml/2006/main"/>
          <a:p xmlns:a="http://schemas.openxmlformats.org/drawingml/2006/main">
            <a:pPr algn="ctr">
              <a:buNone/>
            </a:pPr>
            <a:r>
              <a:rPr sz="1300" b="1">
                <a:solidFill>
                  <a:srgbClr val="5D6873"/>
                </a:solidFill>
                <a:latin typeface="Arial"/>
                <a:ea typeface="Arial"/>
                <a:cs typeface="Arial"/>
              </a:rPr>
              <a:t>A failure returns the change to the shortest useful correction loop</a:t>
            </a:r>
            <a:endParaRPr sz="1300"/>
          </a:p>
        </p:txBody>
      </p:sp>
      <p:sp>
        <p:nvSpPr>
          <p:cNvPr id="49" name="Shape 49">
            <a:extLst xmlns:a="http://schemas.openxmlformats.org/drawingml/2006/main">
              <a:ext uri="{FF2B5EF4-FFF2-40B4-BE49-F238E27FC236}">
                <a16:creationId xmlns:a16="http://schemas.microsoft.com/office/drawing/2014/main" id="{261212FB-B9BC-4129-AD42-DC3731B0AC83}"/>
              </a:ext>
            </a:extLst>
          </p:cNvPr>
          <p:cNvSpPr>
            <a:spLocks xmlns:a="http://schemas.openxmlformats.org/drawingml/2006/main" noGrp="1"/>
          </p:cNvSpPr>
          <p:nvPr/>
        </p:nvSpPr>
        <p:spPr>
          <a:xfrm xmlns:a="http://schemas.openxmlformats.org/drawingml/2006/main">
            <a:off x="1657350" y="5429250"/>
            <a:ext cx="8877300" cy="60960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D9DEE3"/>
            </a:solidFill>
          </a:ln>
        </p:spPr>
      </p:sp>
      <p:sp>
        <p:nvSpPr>
          <p:cNvPr id="50" name="Text 50">
            <a:extLst xmlns:a="http://schemas.openxmlformats.org/drawingml/2006/main">
              <a:ext uri="{FF2B5EF4-FFF2-40B4-BE49-F238E27FC236}">
                <a16:creationId xmlns:a16="http://schemas.microsoft.com/office/drawing/2014/main" id="{111DC5B3-BF0B-4C6E-882E-1C4D690108D1}"/>
              </a:ext>
            </a:extLst>
          </p:cNvPr>
          <p:cNvSpPr>
            <a:spLocks xmlns:a="http://schemas.openxmlformats.org/drawingml/2006/main" noGrp="1"/>
          </p:cNvSpPr>
          <p:nvPr/>
        </p:nvSpPr>
        <p:spPr>
          <a:xfrm xmlns:a="http://schemas.openxmlformats.org/drawingml/2006/main">
            <a:off x="1885950" y="5572125"/>
            <a:ext cx="842010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600" b="1">
                <a:solidFill>
                  <a:srgbClr val="17212B"/>
                </a:solidFill>
                <a:latin typeface="Arial"/>
                <a:ea typeface="Arial"/>
                <a:cs typeface="Arial"/>
              </a:rPr>
              <a:t>Hooks optimize latency. GitHub checks and the reviewed frozen SHA own merge authority.</a:t>
            </a:r>
            <a:endParaRPr sz="1600"/>
          </a:p>
        </p:txBody>
      </p:sp>
      <p:sp>
        <p:nvSpPr>
          <p:cNvPr id="51" name="Connector 51">
            <a:extLst xmlns:a="http://schemas.openxmlformats.org/drawingml/2006/main">
              <a:ext uri="{FF2B5EF4-FFF2-40B4-BE49-F238E27FC236}">
                <a16:creationId xmlns:a16="http://schemas.microsoft.com/office/drawing/2014/main" id="{7F96111A-25E5-4F05-99BB-FB975820BB2B}"/>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D9DEE3"/>
            </a:solidFill>
          </a:ln>
        </p:spPr>
      </p:sp>
      <p:sp>
        <p:nvSpPr>
          <p:cNvPr id="52" name="Text 52">
            <a:extLst xmlns:a="http://schemas.openxmlformats.org/drawingml/2006/main">
              <a:ext uri="{FF2B5EF4-FFF2-40B4-BE49-F238E27FC236}">
                <a16:creationId xmlns:a16="http://schemas.microsoft.com/office/drawing/2014/main" id="{2F5A9FCB-DBF8-4717-A71D-97B82A2A5AE0}"/>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CUSTOMER ACTIVITY ANALYTICS</a:t>
            </a:r>
            <a:endParaRPr sz="1000"/>
          </a:p>
        </p:txBody>
      </p:sp>
      <p:sp>
        <p:nvSpPr>
          <p:cNvPr id="53" name="Text 53">
            <a:extLst xmlns:a="http://schemas.openxmlformats.org/drawingml/2006/main">
              <a:ext uri="{FF2B5EF4-FFF2-40B4-BE49-F238E27FC236}">
                <a16:creationId xmlns:a16="http://schemas.microsoft.com/office/drawing/2014/main" id="{0C917477-5A70-4FF9-ADDF-8764839041D7}"/>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11</a:t>
            </a:r>
            <a:endParaRPr sz="1000"/>
          </a:p>
        </p:txBody>
      </p:sp>
    </p:spTree>
    <p:extLst>
      <p:ext uri="{BB962C8B-B14F-4D97-AF65-F5344CB8AC3E}">
        <p14:creationId xmlns:p14="http://schemas.microsoft.com/office/powerpoint/2010/main" val="526278880"/>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892D6EBF-B5E6-4FA3-97BC-96C634D7CC25}"/>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CONCLUSION</a:t>
            </a:r>
            <a:endParaRPr sz="1100"/>
          </a:p>
        </p:txBody>
      </p:sp>
      <p:sp>
        <p:nvSpPr>
          <p:cNvPr id="3" name="Text 3">
            <a:extLst xmlns:a="http://schemas.openxmlformats.org/drawingml/2006/main">
              <a:ext uri="{FF2B5EF4-FFF2-40B4-BE49-F238E27FC236}">
                <a16:creationId xmlns:a16="http://schemas.microsoft.com/office/drawing/2014/main" id="{0F44283B-1868-468A-B337-BD77FDCA32D0}"/>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The pilot validates a delivery cell while production scale remains the next test</a:t>
            </a:r>
            <a:endParaRPr sz="3000"/>
          </a:p>
        </p:txBody>
      </p:sp>
      <p:sp>
        <p:nvSpPr>
          <p:cNvPr id="4" name="Text 4">
            <a:extLst xmlns:a="http://schemas.openxmlformats.org/drawingml/2006/main">
              <a:ext uri="{FF2B5EF4-FFF2-40B4-BE49-F238E27FC236}">
                <a16:creationId xmlns:a16="http://schemas.microsoft.com/office/drawing/2014/main" id="{04568E5B-A1D8-4F48-B346-A676A0B4ECA5}"/>
              </a:ext>
            </a:extLst>
          </p:cNvPr>
          <p:cNvSpPr>
            <a:spLocks xmlns:a="http://schemas.openxmlformats.org/drawingml/2006/main" noGrp="1"/>
          </p:cNvSpPr>
          <p:nvPr/>
        </p:nvSpPr>
        <p:spPr>
          <a:xfrm xmlns:a="http://schemas.openxmlformats.org/drawingml/2006/main">
            <a:off x="685800" y="1619250"/>
            <a:ext cx="31432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spc="140">
                <a:solidFill>
                  <a:srgbClr val="D71920"/>
                </a:solidFill>
                <a:latin typeface="Arial"/>
                <a:ea typeface="Arial"/>
                <a:cs typeface="Arial"/>
              </a:rPr>
              <a:t>CURRENTLY DEMONSTRATED</a:t>
            </a:r>
            <a:endParaRPr sz="1200"/>
          </a:p>
        </p:txBody>
      </p:sp>
      <p:sp>
        <p:nvSpPr>
          <p:cNvPr id="5" name="Shape 5">
            <a:extLst xmlns:a="http://schemas.openxmlformats.org/drawingml/2006/main">
              <a:ext uri="{FF2B5EF4-FFF2-40B4-BE49-F238E27FC236}">
                <a16:creationId xmlns:a16="http://schemas.microsoft.com/office/drawing/2014/main" id="{436A6015-0477-490C-AB64-FCBD19CCBF85}"/>
              </a:ext>
            </a:extLst>
          </p:cNvPr>
          <p:cNvSpPr>
            <a:spLocks xmlns:a="http://schemas.openxmlformats.org/drawingml/2006/main" noGrp="1"/>
          </p:cNvSpPr>
          <p:nvPr/>
        </p:nvSpPr>
        <p:spPr>
          <a:xfrm xmlns:a="http://schemas.openxmlformats.org/drawingml/2006/main">
            <a:off x="666750" y="2000250"/>
            <a:ext cx="4000500" cy="3143250"/>
          </a:xfrm>
          <a:prstGeom xmlns:a="http://schemas.openxmlformats.org/drawingml/2006/main" prst="roundRect">
            <a:avLst/>
          </a:prstGeom>
          <a:solidFill xmlns:a="http://schemas.openxmlformats.org/drawingml/2006/main">
            <a:srgbClr val="FFFFFF"/>
          </a:solidFill>
          <a:ln xmlns:a="http://schemas.openxmlformats.org/drawingml/2006/main" w="38100">
            <a:solidFill>
              <a:srgbClr val="D71920"/>
            </a:solidFill>
          </a:ln>
        </p:spPr>
      </p:sp>
      <p:sp>
        <p:nvSpPr>
          <p:cNvPr id="6" name="Shape 6">
            <a:extLst xmlns:a="http://schemas.openxmlformats.org/drawingml/2006/main">
              <a:ext uri="{FF2B5EF4-FFF2-40B4-BE49-F238E27FC236}">
                <a16:creationId xmlns:a16="http://schemas.microsoft.com/office/drawing/2014/main" id="{D4A2E139-C19A-4DD8-8682-B4CF845FD284}"/>
              </a:ext>
            </a:extLst>
          </p:cNvPr>
          <p:cNvSpPr>
            <a:spLocks xmlns:a="http://schemas.openxmlformats.org/drawingml/2006/main" noGrp="1"/>
          </p:cNvSpPr>
          <p:nvPr/>
        </p:nvSpPr>
        <p:spPr>
          <a:xfrm xmlns:a="http://schemas.openxmlformats.org/drawingml/2006/main">
            <a:off x="1047750" y="2457450"/>
            <a:ext cx="876300" cy="876300"/>
          </a:xfrm>
          <a:prstGeom xmlns:a="http://schemas.openxmlformats.org/drawingml/2006/main" prst="ellipse">
            <a:avLst/>
          </a:prstGeom>
          <a:solidFill xmlns:a="http://schemas.openxmlformats.org/drawingml/2006/main">
            <a:srgbClr val="FCEBEC"/>
          </a:solidFill>
          <a:ln xmlns:a="http://schemas.openxmlformats.org/drawingml/2006/main" w="25400">
            <a:solidFill>
              <a:srgbClr val="D71920"/>
            </a:solidFill>
          </a:ln>
        </p:spPr>
      </p:sp>
      <p:pic>
        <p:nvPicPr>
          <p:cNvPr id="64" name="Picture 7"/>
          <p:cNvPicPr>
            <a:picLocks xmlns:a="http://schemas.openxmlformats.org/drawingml/2006/main" noChangeAspect="1"/>
          </p:cNvPicPr>
          <p:nvPr/>
        </p:nvPicPr>
        <p:blipFill>
          <a:blip xmlns:r="http://schemas.openxmlformats.org/officeDocument/2006/relationships" xmlns:a="http://schemas.openxmlformats.org/drawingml/2006/main" r:embed="R763af3223ef74bb9"/>
          <a:stretch xmlns:a="http://schemas.openxmlformats.org/drawingml/2006/main">
            <a:fillRect l="0" t="0" r="0" b="0"/>
          </a:stretch>
        </p:blipFill>
        <p:spPr>
          <a:xfrm xmlns:a="http://schemas.openxmlformats.org/drawingml/2006/main">
            <a:off x="1276350" y="2628900"/>
            <a:ext cx="419100" cy="419100"/>
          </a:xfrm>
          <a:prstGeom xmlns:a="http://schemas.openxmlformats.org/drawingml/2006/main" prst="rect">
            <a:avLst/>
          </a:prstGeom>
          <a:ln xmlns:a="http://schemas.openxmlformats.org/drawingml/2006/main">
            <a:noFill/>
          </a:ln>
        </p:spPr>
      </p:pic>
      <p:sp>
        <p:nvSpPr>
          <p:cNvPr id="8" name="Text 8">
            <a:extLst xmlns:a="http://schemas.openxmlformats.org/drawingml/2006/main">
              <a:ext uri="{FF2B5EF4-FFF2-40B4-BE49-F238E27FC236}">
                <a16:creationId xmlns:a16="http://schemas.microsoft.com/office/drawing/2014/main" id="{E6C94D92-7537-4C0F-86E7-7256E9EC88A1}"/>
              </a:ext>
            </a:extLst>
          </p:cNvPr>
          <p:cNvSpPr>
            <a:spLocks xmlns:a="http://schemas.openxmlformats.org/drawingml/2006/main" noGrp="1"/>
          </p:cNvSpPr>
          <p:nvPr/>
        </p:nvSpPr>
        <p:spPr>
          <a:xfrm xmlns:a="http://schemas.openxmlformats.org/drawingml/2006/main">
            <a:off x="1047750" y="3371850"/>
            <a:ext cx="8763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200" b="1">
                <a:solidFill>
                  <a:srgbClr val="981B1E"/>
                </a:solidFill>
                <a:latin typeface="Arial"/>
                <a:ea typeface="Arial"/>
                <a:cs typeface="Arial"/>
              </a:rPr>
              <a:t>HUMAN</a:t>
            </a:r>
            <a:endParaRPr sz="1200"/>
          </a:p>
        </p:txBody>
      </p:sp>
      <p:sp>
        <p:nvSpPr>
          <p:cNvPr id="9" name="Shape 9">
            <a:extLst xmlns:a="http://schemas.openxmlformats.org/drawingml/2006/main">
              <a:ext uri="{FF2B5EF4-FFF2-40B4-BE49-F238E27FC236}">
                <a16:creationId xmlns:a16="http://schemas.microsoft.com/office/drawing/2014/main" id="{2E2F9CF2-3CE9-46FA-BFD0-E26B61F61E08}"/>
              </a:ext>
            </a:extLst>
          </p:cNvPr>
          <p:cNvSpPr>
            <a:spLocks xmlns:a="http://schemas.openxmlformats.org/drawingml/2006/main" noGrp="1"/>
          </p:cNvSpPr>
          <p:nvPr/>
        </p:nvSpPr>
        <p:spPr>
          <a:xfrm xmlns:a="http://schemas.openxmlformats.org/drawingml/2006/main">
            <a:off x="2305050" y="2457450"/>
            <a:ext cx="876300" cy="876300"/>
          </a:xfrm>
          <a:prstGeom xmlns:a="http://schemas.openxmlformats.org/drawingml/2006/main" prst="ellipse">
            <a:avLst/>
          </a:prstGeom>
          <a:solidFill xmlns:a="http://schemas.openxmlformats.org/drawingml/2006/main">
            <a:srgbClr val="17212B"/>
          </a:solidFill>
          <a:ln xmlns:a="http://schemas.openxmlformats.org/drawingml/2006/main" w="12700">
            <a:solidFill>
              <a:srgbClr val="17212B"/>
            </a:solidFill>
          </a:ln>
        </p:spPr>
      </p:sp>
      <p:pic>
        <p:nvPicPr>
          <p:cNvPr id="67" name="Picture 10"/>
          <p:cNvPicPr>
            <a:picLocks xmlns:a="http://schemas.openxmlformats.org/drawingml/2006/main" noChangeAspect="1"/>
          </p:cNvPicPr>
          <p:nvPr/>
        </p:nvPicPr>
        <p:blipFill>
          <a:blip xmlns:r="http://schemas.openxmlformats.org/officeDocument/2006/relationships" xmlns:a="http://schemas.openxmlformats.org/drawingml/2006/main" r:embed="Rf5ea31bbc3d74f7a"/>
          <a:stretch xmlns:a="http://schemas.openxmlformats.org/drawingml/2006/main">
            <a:fillRect l="0" t="0" r="0" b="0"/>
          </a:stretch>
        </p:blipFill>
        <p:spPr>
          <a:xfrm xmlns:a="http://schemas.openxmlformats.org/drawingml/2006/main">
            <a:off x="2533650" y="2628900"/>
            <a:ext cx="419100" cy="419100"/>
          </a:xfrm>
          <a:prstGeom xmlns:a="http://schemas.openxmlformats.org/drawingml/2006/main" prst="rect">
            <a:avLst/>
          </a:prstGeom>
          <a:ln xmlns:a="http://schemas.openxmlformats.org/drawingml/2006/main">
            <a:noFill/>
          </a:ln>
        </p:spPr>
      </p:pic>
      <p:sp>
        <p:nvSpPr>
          <p:cNvPr id="11" name="Text 11">
            <a:extLst xmlns:a="http://schemas.openxmlformats.org/drawingml/2006/main">
              <a:ext uri="{FF2B5EF4-FFF2-40B4-BE49-F238E27FC236}">
                <a16:creationId xmlns:a16="http://schemas.microsoft.com/office/drawing/2014/main" id="{76912517-CB2B-4F16-99D9-B146DFFC8A44}"/>
              </a:ext>
            </a:extLst>
          </p:cNvPr>
          <p:cNvSpPr>
            <a:spLocks xmlns:a="http://schemas.openxmlformats.org/drawingml/2006/main" noGrp="1"/>
          </p:cNvSpPr>
          <p:nvPr/>
        </p:nvSpPr>
        <p:spPr>
          <a:xfrm xmlns:a="http://schemas.openxmlformats.org/drawingml/2006/main">
            <a:off x="2305050" y="3371850"/>
            <a:ext cx="8763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200" b="1">
                <a:solidFill>
                  <a:srgbClr val="17212B"/>
                </a:solidFill>
                <a:latin typeface="Arial"/>
                <a:ea typeface="Arial"/>
                <a:cs typeface="Arial"/>
              </a:rPr>
              <a:t>GITHUB</a:t>
            </a:r>
            <a:endParaRPr sz="1200"/>
          </a:p>
        </p:txBody>
      </p:sp>
      <p:sp>
        <p:nvSpPr>
          <p:cNvPr id="12" name="Shape 12">
            <a:extLst xmlns:a="http://schemas.openxmlformats.org/drawingml/2006/main">
              <a:ext uri="{FF2B5EF4-FFF2-40B4-BE49-F238E27FC236}">
                <a16:creationId xmlns:a16="http://schemas.microsoft.com/office/drawing/2014/main" id="{5107383E-D4DD-4F97-8315-CCAF9F0D8842}"/>
              </a:ext>
            </a:extLst>
          </p:cNvPr>
          <p:cNvSpPr>
            <a:spLocks xmlns:a="http://schemas.openxmlformats.org/drawingml/2006/main" noGrp="1"/>
          </p:cNvSpPr>
          <p:nvPr/>
        </p:nvSpPr>
        <p:spPr>
          <a:xfrm xmlns:a="http://schemas.openxmlformats.org/drawingml/2006/main">
            <a:off x="3562350" y="2457450"/>
            <a:ext cx="742950" cy="742950"/>
          </a:xfrm>
          <a:prstGeom xmlns:a="http://schemas.openxmlformats.org/drawingml/2006/main" prst="ellipse">
            <a:avLst/>
          </a:prstGeom>
          <a:solidFill xmlns:a="http://schemas.openxmlformats.org/drawingml/2006/main">
            <a:srgbClr val="EAF1F7"/>
          </a:solidFill>
          <a:ln xmlns:a="http://schemas.openxmlformats.org/drawingml/2006/main" w="25400">
            <a:solidFill>
              <a:srgbClr val="2A5B84"/>
            </a:solidFill>
          </a:ln>
        </p:spPr>
      </p:sp>
      <p:pic>
        <p:nvPicPr>
          <p:cNvPr id="70" name="Picture 13"/>
          <p:cNvPicPr>
            <a:picLocks xmlns:a="http://schemas.openxmlformats.org/drawingml/2006/main" noChangeAspect="1"/>
          </p:cNvPicPr>
          <p:nvPr/>
        </p:nvPicPr>
        <p:blipFill>
          <a:blip xmlns:r="http://schemas.openxmlformats.org/officeDocument/2006/relationships" xmlns:a="http://schemas.openxmlformats.org/drawingml/2006/main" r:embed="Rd11ade68631a47ae"/>
          <a:stretch xmlns:a="http://schemas.openxmlformats.org/drawingml/2006/main">
            <a:fillRect l="0" t="0" r="0" b="0"/>
          </a:stretch>
        </p:blipFill>
        <p:spPr>
          <a:xfrm xmlns:a="http://schemas.openxmlformats.org/drawingml/2006/main">
            <a:off x="3752850" y="2628900"/>
            <a:ext cx="361950" cy="361950"/>
          </a:xfrm>
          <a:prstGeom xmlns:a="http://schemas.openxmlformats.org/drawingml/2006/main" prst="rect">
            <a:avLst/>
          </a:prstGeom>
          <a:ln xmlns:a="http://schemas.openxmlformats.org/drawingml/2006/main">
            <a:noFill/>
          </a:ln>
        </p:spPr>
      </p:pic>
      <p:sp>
        <p:nvSpPr>
          <p:cNvPr id="14" name="Text 14">
            <a:extLst xmlns:a="http://schemas.openxmlformats.org/drawingml/2006/main">
              <a:ext uri="{FF2B5EF4-FFF2-40B4-BE49-F238E27FC236}">
                <a16:creationId xmlns:a16="http://schemas.microsoft.com/office/drawing/2014/main" id="{B612A905-BB54-4724-8B5F-FFA769A19A8B}"/>
              </a:ext>
            </a:extLst>
          </p:cNvPr>
          <p:cNvSpPr>
            <a:spLocks xmlns:a="http://schemas.openxmlformats.org/drawingml/2006/main" noGrp="1"/>
          </p:cNvSpPr>
          <p:nvPr/>
        </p:nvSpPr>
        <p:spPr>
          <a:xfrm xmlns:a="http://schemas.openxmlformats.org/drawingml/2006/main">
            <a:off x="3562350" y="3371850"/>
            <a:ext cx="7429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200" b="1">
                <a:solidFill>
                  <a:srgbClr val="2A5B84"/>
                </a:solidFill>
                <a:latin typeface="Arial"/>
                <a:ea typeface="Arial"/>
                <a:cs typeface="Arial"/>
              </a:rPr>
              <a:t>AGENTS</a:t>
            </a:r>
            <a:endParaRPr sz="1200"/>
          </a:p>
        </p:txBody>
      </p:sp>
      <p:sp>
        <p:nvSpPr>
          <p:cNvPr id="15" name="Connector 15">
            <a:extLst xmlns:a="http://schemas.openxmlformats.org/drawingml/2006/main">
              <a:ext uri="{FF2B5EF4-FFF2-40B4-BE49-F238E27FC236}">
                <a16:creationId xmlns:a16="http://schemas.microsoft.com/office/drawing/2014/main" id="{8ABD1BFA-07CD-4C67-8580-E1BA94269DAE}"/>
              </a:ext>
            </a:extLst>
          </p:cNvPr>
          <p:cNvSpPr>
            <a:spLocks xmlns:a="http://schemas.openxmlformats.org/drawingml/2006/main" noGrp="1"/>
          </p:cNvSpPr>
          <p:nvPr/>
        </p:nvSpPr>
        <p:spPr>
          <a:xfrm xmlns:a="http://schemas.openxmlformats.org/drawingml/2006/main">
            <a:off x="1924050" y="2895600"/>
            <a:ext cx="381000" cy="0"/>
          </a:xfrm>
          <a:prstGeom xmlns:a="http://schemas.openxmlformats.org/drawingml/2006/main" prst="line">
            <a:avLst/>
          </a:prstGeom>
          <a:ln xmlns:a="http://schemas.openxmlformats.org/drawingml/2006/main" w="25400">
            <a:solidFill>
              <a:srgbClr val="D71920"/>
            </a:solidFill>
            <a:headEnd type="triangle"/>
            <a:tailEnd type="triangle"/>
          </a:ln>
        </p:spPr>
      </p:sp>
      <p:sp>
        <p:nvSpPr>
          <p:cNvPr id="16" name="Connector 16">
            <a:extLst xmlns:a="http://schemas.openxmlformats.org/drawingml/2006/main">
              <a:ext uri="{FF2B5EF4-FFF2-40B4-BE49-F238E27FC236}">
                <a16:creationId xmlns:a16="http://schemas.microsoft.com/office/drawing/2014/main" id="{D66D0801-7145-4ABE-A3E6-61F56D01F298}"/>
              </a:ext>
            </a:extLst>
          </p:cNvPr>
          <p:cNvSpPr>
            <a:spLocks xmlns:a="http://schemas.openxmlformats.org/drawingml/2006/main" noGrp="1"/>
          </p:cNvSpPr>
          <p:nvPr/>
        </p:nvSpPr>
        <p:spPr>
          <a:xfrm xmlns:a="http://schemas.openxmlformats.org/drawingml/2006/main">
            <a:off x="3181350" y="2895600"/>
            <a:ext cx="381000" cy="0"/>
          </a:xfrm>
          <a:prstGeom xmlns:a="http://schemas.openxmlformats.org/drawingml/2006/main" prst="line">
            <a:avLst/>
          </a:prstGeom>
          <a:ln xmlns:a="http://schemas.openxmlformats.org/drawingml/2006/main" w="25400">
            <a:solidFill>
              <a:srgbClr val="2A5B84"/>
            </a:solidFill>
            <a:headEnd type="triangle"/>
            <a:tailEnd type="triangle"/>
          </a:ln>
        </p:spPr>
      </p:sp>
      <p:sp>
        <p:nvSpPr>
          <p:cNvPr id="17" name="Text 17">
            <a:extLst xmlns:a="http://schemas.openxmlformats.org/drawingml/2006/main">
              <a:ext uri="{FF2B5EF4-FFF2-40B4-BE49-F238E27FC236}">
                <a16:creationId xmlns:a16="http://schemas.microsoft.com/office/drawing/2014/main" id="{A0164722-10F8-45FA-965E-14ADD6C030C0}"/>
              </a:ext>
            </a:extLst>
          </p:cNvPr>
          <p:cNvSpPr>
            <a:spLocks xmlns:a="http://schemas.openxmlformats.org/drawingml/2006/main" noGrp="1"/>
          </p:cNvSpPr>
          <p:nvPr/>
        </p:nvSpPr>
        <p:spPr>
          <a:xfrm xmlns:a="http://schemas.openxmlformats.org/drawingml/2006/main">
            <a:off x="990600" y="3562350"/>
            <a:ext cx="3352800" cy="876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600" b="1">
                <a:solidFill>
                  <a:srgbClr val="17212B"/>
                </a:solidFill>
                <a:latin typeface="Arial"/>
                <a:ea typeface="Arial"/>
                <a:cs typeface="Arial"/>
              </a:rPr>
              <a:t>One accountable engineer coordinates bounded work and accepts evidence-backed change</a:t>
            </a:r>
            <a:endParaRPr sz="1600"/>
          </a:p>
        </p:txBody>
      </p:sp>
      <p:sp>
        <p:nvSpPr>
          <p:cNvPr id="18" name="Text 18">
            <a:extLst xmlns:a="http://schemas.openxmlformats.org/drawingml/2006/main">
              <a:ext uri="{FF2B5EF4-FFF2-40B4-BE49-F238E27FC236}">
                <a16:creationId xmlns:a16="http://schemas.microsoft.com/office/drawing/2014/main" id="{A4CE7FDD-DAB7-48C0-8038-FEC81ACDAE9A}"/>
              </a:ext>
            </a:extLst>
          </p:cNvPr>
          <p:cNvSpPr>
            <a:spLocks xmlns:a="http://schemas.openxmlformats.org/drawingml/2006/main" noGrp="1"/>
          </p:cNvSpPr>
          <p:nvPr/>
        </p:nvSpPr>
        <p:spPr>
          <a:xfrm xmlns:a="http://schemas.openxmlformats.org/drawingml/2006/main">
            <a:off x="990600" y="4591050"/>
            <a:ext cx="335280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400" b="0">
                <a:solidFill>
                  <a:srgbClr val="5D6873"/>
                </a:solidFill>
                <a:latin typeface="Arial"/>
                <a:ea typeface="Arial"/>
                <a:cs typeface="Arial"/>
              </a:rPr>
              <a:t>One operator retains the final review decision</a:t>
            </a:r>
            <a:endParaRPr sz="1400"/>
          </a:p>
        </p:txBody>
      </p:sp>
      <p:sp>
        <p:nvSpPr>
          <p:cNvPr id="19" name="Connector 19">
            <a:extLst xmlns:a="http://schemas.openxmlformats.org/drawingml/2006/main">
              <a:ext uri="{FF2B5EF4-FFF2-40B4-BE49-F238E27FC236}">
                <a16:creationId xmlns:a16="http://schemas.microsoft.com/office/drawing/2014/main" id="{0384C69D-9CEF-4FFE-B124-C2D69A2100C4}"/>
              </a:ext>
            </a:extLst>
          </p:cNvPr>
          <p:cNvSpPr>
            <a:spLocks xmlns:a="http://schemas.openxmlformats.org/drawingml/2006/main" noGrp="1"/>
          </p:cNvSpPr>
          <p:nvPr/>
        </p:nvSpPr>
        <p:spPr>
          <a:xfrm xmlns:a="http://schemas.openxmlformats.org/drawingml/2006/main">
            <a:off x="5200650" y="3543300"/>
            <a:ext cx="1181100" cy="0"/>
          </a:xfrm>
          <a:prstGeom xmlns:a="http://schemas.openxmlformats.org/drawingml/2006/main" prst="line">
            <a:avLst/>
          </a:prstGeom>
          <a:ln xmlns:a="http://schemas.openxmlformats.org/drawingml/2006/main" w="50800">
            <a:solidFill>
              <a:srgbClr val="D71920"/>
            </a:solidFill>
            <a:tailEnd type="triangle"/>
          </a:ln>
        </p:spPr>
      </p:sp>
      <p:sp>
        <p:nvSpPr>
          <p:cNvPr id="20" name="Text 20">
            <a:extLst xmlns:a="http://schemas.openxmlformats.org/drawingml/2006/main">
              <a:ext uri="{FF2B5EF4-FFF2-40B4-BE49-F238E27FC236}">
                <a16:creationId xmlns:a16="http://schemas.microsoft.com/office/drawing/2014/main" id="{ABB908A0-8BAC-4527-9F13-0FBE83C1E89A}"/>
              </a:ext>
            </a:extLst>
          </p:cNvPr>
          <p:cNvSpPr>
            <a:spLocks xmlns:a="http://schemas.openxmlformats.org/drawingml/2006/main" noGrp="1"/>
          </p:cNvSpPr>
          <p:nvPr/>
        </p:nvSpPr>
        <p:spPr>
          <a:xfrm xmlns:a="http://schemas.openxmlformats.org/drawingml/2006/main">
            <a:off x="6572250" y="1619250"/>
            <a:ext cx="44767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spc="140">
                <a:solidFill>
                  <a:srgbClr val="2A5B84"/>
                </a:solidFill>
                <a:latin typeface="Arial"/>
                <a:ea typeface="Arial"/>
                <a:cs typeface="Arial"/>
              </a:rPr>
              <a:t>NEXT PILOT HYPOTHESIS</a:t>
            </a:r>
            <a:endParaRPr sz="1200"/>
          </a:p>
        </p:txBody>
      </p:sp>
      <p:sp>
        <p:nvSpPr>
          <p:cNvPr id="21" name="Shape 21">
            <a:extLst xmlns:a="http://schemas.openxmlformats.org/drawingml/2006/main">
              <a:ext uri="{FF2B5EF4-FFF2-40B4-BE49-F238E27FC236}">
                <a16:creationId xmlns:a16="http://schemas.microsoft.com/office/drawing/2014/main" id="{4D7F4E16-0DDD-4D53-A026-9E9AF940FA2C}"/>
              </a:ext>
            </a:extLst>
          </p:cNvPr>
          <p:cNvSpPr>
            <a:spLocks xmlns:a="http://schemas.openxmlformats.org/drawingml/2006/main" noGrp="1"/>
          </p:cNvSpPr>
          <p:nvPr/>
        </p:nvSpPr>
        <p:spPr>
          <a:xfrm xmlns:a="http://schemas.openxmlformats.org/drawingml/2006/main">
            <a:off x="6572250" y="2076450"/>
            <a:ext cx="2190750" cy="723900"/>
          </a:xfrm>
          <a:prstGeom xmlns:a="http://schemas.openxmlformats.org/drawingml/2006/main" prst="roundRect">
            <a:avLst/>
          </a:prstGeom>
          <a:solidFill xmlns:a="http://schemas.openxmlformats.org/drawingml/2006/main">
            <a:srgbClr val="EAF1F7"/>
          </a:solidFill>
          <a:ln xmlns:a="http://schemas.openxmlformats.org/drawingml/2006/main" w="25400">
            <a:solidFill>
              <a:srgbClr val="2A5B84"/>
            </a:solidFill>
          </a:ln>
        </p:spPr>
      </p:sp>
      <p:sp>
        <p:nvSpPr>
          <p:cNvPr id="22" name="Shape 22">
            <a:extLst xmlns:a="http://schemas.openxmlformats.org/drawingml/2006/main">
              <a:ext uri="{FF2B5EF4-FFF2-40B4-BE49-F238E27FC236}">
                <a16:creationId xmlns:a16="http://schemas.microsoft.com/office/drawing/2014/main" id="{59DA8D8D-B5DA-417C-96FB-5E159A763140}"/>
              </a:ext>
            </a:extLst>
          </p:cNvPr>
          <p:cNvSpPr>
            <a:spLocks xmlns:a="http://schemas.openxmlformats.org/drawingml/2006/main" noGrp="1"/>
          </p:cNvSpPr>
          <p:nvPr/>
        </p:nvSpPr>
        <p:spPr>
          <a:xfrm xmlns:a="http://schemas.openxmlformats.org/drawingml/2006/main">
            <a:off x="6705600" y="2209800"/>
            <a:ext cx="457200" cy="4572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2A5B84"/>
            </a:solidFill>
          </a:ln>
        </p:spPr>
      </p:sp>
      <p:pic>
        <p:nvPicPr>
          <p:cNvPr id="80" name="Picture 23"/>
          <p:cNvPicPr>
            <a:picLocks xmlns:a="http://schemas.openxmlformats.org/drawingml/2006/main" noChangeAspect="1"/>
          </p:cNvPicPr>
          <p:nvPr/>
        </p:nvPicPr>
        <p:blipFill>
          <a:blip xmlns:r="http://schemas.openxmlformats.org/officeDocument/2006/relationships" xmlns:a="http://schemas.openxmlformats.org/drawingml/2006/main" r:embed="R6d855f0f92ab4db1"/>
          <a:stretch xmlns:a="http://schemas.openxmlformats.org/drawingml/2006/main">
            <a:fillRect l="0" t="0" r="0" b="0"/>
          </a:stretch>
        </p:blipFill>
        <p:spPr>
          <a:xfrm xmlns:a="http://schemas.openxmlformats.org/drawingml/2006/main">
            <a:off x="6819900" y="2324100"/>
            <a:ext cx="228600" cy="228600"/>
          </a:xfrm>
          <a:prstGeom xmlns:a="http://schemas.openxmlformats.org/drawingml/2006/main" prst="rect">
            <a:avLst/>
          </a:prstGeom>
          <a:ln xmlns:a="http://schemas.openxmlformats.org/drawingml/2006/main">
            <a:noFill/>
          </a:ln>
        </p:spPr>
      </p:pic>
      <p:sp>
        <p:nvSpPr>
          <p:cNvPr id="24" name="Text 24">
            <a:extLst xmlns:a="http://schemas.openxmlformats.org/drawingml/2006/main">
              <a:ext uri="{FF2B5EF4-FFF2-40B4-BE49-F238E27FC236}">
                <a16:creationId xmlns:a16="http://schemas.microsoft.com/office/drawing/2014/main" id="{F6A39ACC-DDA3-4EC6-A493-6FA550AA86CE}"/>
              </a:ext>
            </a:extLst>
          </p:cNvPr>
          <p:cNvSpPr>
            <a:spLocks xmlns:a="http://schemas.openxmlformats.org/drawingml/2006/main" noGrp="1"/>
          </p:cNvSpPr>
          <p:nvPr/>
        </p:nvSpPr>
        <p:spPr>
          <a:xfrm xmlns:a="http://schemas.openxmlformats.org/drawingml/2006/main">
            <a:off x="7258050" y="2171700"/>
            <a:ext cx="13716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1">
                <a:solidFill>
                  <a:srgbClr val="2A5B84"/>
                </a:solidFill>
                <a:latin typeface="Arial"/>
                <a:ea typeface="Arial"/>
                <a:cs typeface="Arial"/>
              </a:rPr>
              <a:t>CELL A</a:t>
            </a:r>
            <a:endParaRPr sz="1300"/>
          </a:p>
        </p:txBody>
      </p:sp>
      <p:sp>
        <p:nvSpPr>
          <p:cNvPr id="25" name="Text 25">
            <a:extLst xmlns:a="http://schemas.openxmlformats.org/drawingml/2006/main">
              <a:ext uri="{FF2B5EF4-FFF2-40B4-BE49-F238E27FC236}">
                <a16:creationId xmlns:a16="http://schemas.microsoft.com/office/drawing/2014/main" id="{88453746-8080-4503-B904-041C6FBA886C}"/>
              </a:ext>
            </a:extLst>
          </p:cNvPr>
          <p:cNvSpPr>
            <a:spLocks xmlns:a="http://schemas.openxmlformats.org/drawingml/2006/main" noGrp="1"/>
          </p:cNvSpPr>
          <p:nvPr/>
        </p:nvSpPr>
        <p:spPr>
          <a:xfrm xmlns:a="http://schemas.openxmlformats.org/drawingml/2006/main">
            <a:off x="7258050" y="2438400"/>
            <a:ext cx="13716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0">
                <a:solidFill>
                  <a:srgbClr val="17212B"/>
                </a:solidFill>
                <a:latin typeface="Arial"/>
                <a:ea typeface="Arial"/>
                <a:cs typeface="Arial"/>
              </a:rPr>
              <a:t>Customer Activity Analytics</a:t>
            </a:r>
            <a:endParaRPr sz="1200"/>
          </a:p>
        </p:txBody>
      </p:sp>
      <p:sp>
        <p:nvSpPr>
          <p:cNvPr id="26" name="Connector 26">
            <a:extLst xmlns:a="http://schemas.openxmlformats.org/drawingml/2006/main">
              <a:ext uri="{FF2B5EF4-FFF2-40B4-BE49-F238E27FC236}">
                <a16:creationId xmlns:a16="http://schemas.microsoft.com/office/drawing/2014/main" id="{2F73F75E-8538-4204-9CB4-54A721ED65B5}"/>
              </a:ext>
            </a:extLst>
          </p:cNvPr>
          <p:cNvSpPr>
            <a:spLocks xmlns:a="http://schemas.openxmlformats.org/drawingml/2006/main" noGrp="1"/>
          </p:cNvSpPr>
          <p:nvPr/>
        </p:nvSpPr>
        <p:spPr>
          <a:xfrm xmlns:a="http://schemas.openxmlformats.org/drawingml/2006/main">
            <a:off x="8763000" y="2438400"/>
            <a:ext cx="666750" cy="0"/>
          </a:xfrm>
          <a:prstGeom xmlns:a="http://schemas.openxmlformats.org/drawingml/2006/main" prst="line">
            <a:avLst/>
          </a:prstGeom>
          <a:ln xmlns:a="http://schemas.openxmlformats.org/drawingml/2006/main" w="25400">
            <a:solidFill>
              <a:srgbClr val="2A5B84"/>
            </a:solidFill>
            <a:headEnd type="triangle"/>
            <a:tailEnd type="triangle"/>
          </a:ln>
        </p:spPr>
      </p:sp>
      <p:sp>
        <p:nvSpPr>
          <p:cNvPr id="27" name="Shape 27">
            <a:extLst xmlns:a="http://schemas.openxmlformats.org/drawingml/2006/main">
              <a:ext uri="{FF2B5EF4-FFF2-40B4-BE49-F238E27FC236}">
                <a16:creationId xmlns:a16="http://schemas.microsoft.com/office/drawing/2014/main" id="{F7E1D15A-3771-4468-A73C-DB018DC1D636}"/>
              </a:ext>
            </a:extLst>
          </p:cNvPr>
          <p:cNvSpPr>
            <a:spLocks xmlns:a="http://schemas.openxmlformats.org/drawingml/2006/main" noGrp="1"/>
          </p:cNvSpPr>
          <p:nvPr/>
        </p:nvSpPr>
        <p:spPr>
          <a:xfrm xmlns:a="http://schemas.openxmlformats.org/drawingml/2006/main">
            <a:off x="6572250" y="3009900"/>
            <a:ext cx="2190750" cy="723900"/>
          </a:xfrm>
          <a:prstGeom xmlns:a="http://schemas.openxmlformats.org/drawingml/2006/main" prst="roundRect">
            <a:avLst/>
          </a:prstGeom>
          <a:solidFill xmlns:a="http://schemas.openxmlformats.org/drawingml/2006/main">
            <a:srgbClr val="EAF1F7"/>
          </a:solidFill>
          <a:ln xmlns:a="http://schemas.openxmlformats.org/drawingml/2006/main" w="25400">
            <a:solidFill>
              <a:srgbClr val="2A5B84"/>
            </a:solidFill>
          </a:ln>
        </p:spPr>
      </p:sp>
      <p:sp>
        <p:nvSpPr>
          <p:cNvPr id="28" name="Shape 28">
            <a:extLst xmlns:a="http://schemas.openxmlformats.org/drawingml/2006/main">
              <a:ext uri="{FF2B5EF4-FFF2-40B4-BE49-F238E27FC236}">
                <a16:creationId xmlns:a16="http://schemas.microsoft.com/office/drawing/2014/main" id="{E57FFD43-9F8E-410F-8A2E-FB8B232B81C5}"/>
              </a:ext>
            </a:extLst>
          </p:cNvPr>
          <p:cNvSpPr>
            <a:spLocks xmlns:a="http://schemas.openxmlformats.org/drawingml/2006/main" noGrp="1"/>
          </p:cNvSpPr>
          <p:nvPr/>
        </p:nvSpPr>
        <p:spPr>
          <a:xfrm xmlns:a="http://schemas.openxmlformats.org/drawingml/2006/main">
            <a:off x="6705600" y="3143250"/>
            <a:ext cx="457200" cy="4572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2A5B84"/>
            </a:solidFill>
          </a:ln>
        </p:spPr>
      </p:sp>
      <p:pic>
        <p:nvPicPr>
          <p:cNvPr id="86" name="Picture 29"/>
          <p:cNvPicPr>
            <a:picLocks xmlns:a="http://schemas.openxmlformats.org/drawingml/2006/main" noChangeAspect="1"/>
          </p:cNvPicPr>
          <p:nvPr/>
        </p:nvPicPr>
        <p:blipFill>
          <a:blip xmlns:r="http://schemas.openxmlformats.org/officeDocument/2006/relationships" xmlns:a="http://schemas.openxmlformats.org/drawingml/2006/main" r:embed="Rd4b8ca66a42347a9"/>
          <a:stretch xmlns:a="http://schemas.openxmlformats.org/drawingml/2006/main">
            <a:fillRect l="0" t="0" r="0" b="0"/>
          </a:stretch>
        </p:blipFill>
        <p:spPr>
          <a:xfrm xmlns:a="http://schemas.openxmlformats.org/drawingml/2006/main">
            <a:off x="6819900" y="3257550"/>
            <a:ext cx="228600" cy="228600"/>
          </a:xfrm>
          <a:prstGeom xmlns:a="http://schemas.openxmlformats.org/drawingml/2006/main" prst="rect">
            <a:avLst/>
          </a:prstGeom>
          <a:ln xmlns:a="http://schemas.openxmlformats.org/drawingml/2006/main">
            <a:noFill/>
          </a:ln>
        </p:spPr>
      </p:pic>
      <p:sp>
        <p:nvSpPr>
          <p:cNvPr id="30" name="Text 30">
            <a:extLst xmlns:a="http://schemas.openxmlformats.org/drawingml/2006/main">
              <a:ext uri="{FF2B5EF4-FFF2-40B4-BE49-F238E27FC236}">
                <a16:creationId xmlns:a16="http://schemas.microsoft.com/office/drawing/2014/main" id="{8493C01F-0563-44C3-BE01-87170A4440E4}"/>
              </a:ext>
            </a:extLst>
          </p:cNvPr>
          <p:cNvSpPr>
            <a:spLocks xmlns:a="http://schemas.openxmlformats.org/drawingml/2006/main" noGrp="1"/>
          </p:cNvSpPr>
          <p:nvPr/>
        </p:nvSpPr>
        <p:spPr>
          <a:xfrm xmlns:a="http://schemas.openxmlformats.org/drawingml/2006/main">
            <a:off x="7258050" y="3105150"/>
            <a:ext cx="13716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1">
                <a:solidFill>
                  <a:srgbClr val="2A5B84"/>
                </a:solidFill>
                <a:latin typeface="Arial"/>
                <a:ea typeface="Arial"/>
                <a:cs typeface="Arial"/>
              </a:rPr>
              <a:t>CELL B</a:t>
            </a:r>
            <a:endParaRPr sz="1300"/>
          </a:p>
        </p:txBody>
      </p:sp>
      <p:sp>
        <p:nvSpPr>
          <p:cNvPr id="31" name="Text 31">
            <a:extLst xmlns:a="http://schemas.openxmlformats.org/drawingml/2006/main">
              <a:ext uri="{FF2B5EF4-FFF2-40B4-BE49-F238E27FC236}">
                <a16:creationId xmlns:a16="http://schemas.microsoft.com/office/drawing/2014/main" id="{6EDD607A-2F36-4AE4-B15F-EAF5D7C634D0}"/>
              </a:ext>
            </a:extLst>
          </p:cNvPr>
          <p:cNvSpPr>
            <a:spLocks xmlns:a="http://schemas.openxmlformats.org/drawingml/2006/main" noGrp="1"/>
          </p:cNvSpPr>
          <p:nvPr/>
        </p:nvSpPr>
        <p:spPr>
          <a:xfrm xmlns:a="http://schemas.openxmlformats.org/drawingml/2006/main">
            <a:off x="7258050" y="3371850"/>
            <a:ext cx="13716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0">
                <a:solidFill>
                  <a:srgbClr val="17212B"/>
                </a:solidFill>
                <a:latin typeface="Arial"/>
                <a:ea typeface="Arial"/>
                <a:cs typeface="Arial"/>
              </a:rPr>
              <a:t>Another product team</a:t>
            </a:r>
            <a:endParaRPr sz="1200"/>
          </a:p>
        </p:txBody>
      </p:sp>
      <p:sp>
        <p:nvSpPr>
          <p:cNvPr id="32" name="Connector 32">
            <a:extLst xmlns:a="http://schemas.openxmlformats.org/drawingml/2006/main">
              <a:ext uri="{FF2B5EF4-FFF2-40B4-BE49-F238E27FC236}">
                <a16:creationId xmlns:a16="http://schemas.microsoft.com/office/drawing/2014/main" id="{A0CFA7C5-A2A6-4B6E-A87C-53877CC40472}"/>
              </a:ext>
            </a:extLst>
          </p:cNvPr>
          <p:cNvSpPr>
            <a:spLocks xmlns:a="http://schemas.openxmlformats.org/drawingml/2006/main" noGrp="1"/>
          </p:cNvSpPr>
          <p:nvPr/>
        </p:nvSpPr>
        <p:spPr>
          <a:xfrm xmlns:a="http://schemas.openxmlformats.org/drawingml/2006/main">
            <a:off x="8763000" y="3371850"/>
            <a:ext cx="666750" cy="0"/>
          </a:xfrm>
          <a:prstGeom xmlns:a="http://schemas.openxmlformats.org/drawingml/2006/main" prst="line">
            <a:avLst/>
          </a:prstGeom>
          <a:ln xmlns:a="http://schemas.openxmlformats.org/drawingml/2006/main" w="25400">
            <a:solidFill>
              <a:srgbClr val="2A5B84"/>
            </a:solidFill>
            <a:headEnd type="triangle"/>
            <a:tailEnd type="triangle"/>
          </a:ln>
        </p:spPr>
      </p:sp>
      <p:sp>
        <p:nvSpPr>
          <p:cNvPr id="33" name="Shape 33">
            <a:extLst xmlns:a="http://schemas.openxmlformats.org/drawingml/2006/main">
              <a:ext uri="{FF2B5EF4-FFF2-40B4-BE49-F238E27FC236}">
                <a16:creationId xmlns:a16="http://schemas.microsoft.com/office/drawing/2014/main" id="{1D91BC1F-AA41-428B-B8DA-CA163B2D444B}"/>
              </a:ext>
            </a:extLst>
          </p:cNvPr>
          <p:cNvSpPr>
            <a:spLocks xmlns:a="http://schemas.openxmlformats.org/drawingml/2006/main" noGrp="1"/>
          </p:cNvSpPr>
          <p:nvPr/>
        </p:nvSpPr>
        <p:spPr>
          <a:xfrm xmlns:a="http://schemas.openxmlformats.org/drawingml/2006/main">
            <a:off x="6572250" y="3943350"/>
            <a:ext cx="2190750" cy="723900"/>
          </a:xfrm>
          <a:prstGeom xmlns:a="http://schemas.openxmlformats.org/drawingml/2006/main" prst="roundRect">
            <a:avLst/>
          </a:prstGeom>
          <a:solidFill xmlns:a="http://schemas.openxmlformats.org/drawingml/2006/main">
            <a:srgbClr val="EAF1F7"/>
          </a:solidFill>
          <a:ln xmlns:a="http://schemas.openxmlformats.org/drawingml/2006/main" w="25400">
            <a:solidFill>
              <a:srgbClr val="2A5B84"/>
            </a:solidFill>
          </a:ln>
        </p:spPr>
      </p:sp>
      <p:sp>
        <p:nvSpPr>
          <p:cNvPr id="34" name="Shape 34">
            <a:extLst xmlns:a="http://schemas.openxmlformats.org/drawingml/2006/main">
              <a:ext uri="{FF2B5EF4-FFF2-40B4-BE49-F238E27FC236}">
                <a16:creationId xmlns:a16="http://schemas.microsoft.com/office/drawing/2014/main" id="{2ABA4B1C-1E13-4513-B063-5B3E83937408}"/>
              </a:ext>
            </a:extLst>
          </p:cNvPr>
          <p:cNvSpPr>
            <a:spLocks xmlns:a="http://schemas.openxmlformats.org/drawingml/2006/main" noGrp="1"/>
          </p:cNvSpPr>
          <p:nvPr/>
        </p:nvSpPr>
        <p:spPr>
          <a:xfrm xmlns:a="http://schemas.openxmlformats.org/drawingml/2006/main">
            <a:off x="6705600" y="4076700"/>
            <a:ext cx="457200" cy="4572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2A5B84"/>
            </a:solidFill>
          </a:ln>
        </p:spPr>
      </p:sp>
      <p:pic>
        <p:nvPicPr>
          <p:cNvPr id="92" name="Picture 35"/>
          <p:cNvPicPr>
            <a:picLocks xmlns:a="http://schemas.openxmlformats.org/drawingml/2006/main" noChangeAspect="1"/>
          </p:cNvPicPr>
          <p:nvPr/>
        </p:nvPicPr>
        <p:blipFill>
          <a:blip xmlns:r="http://schemas.openxmlformats.org/officeDocument/2006/relationships" xmlns:a="http://schemas.openxmlformats.org/drawingml/2006/main" r:embed="R6044ffedc2bb426d"/>
          <a:stretch xmlns:a="http://schemas.openxmlformats.org/drawingml/2006/main">
            <a:fillRect l="0" t="0" r="0" b="0"/>
          </a:stretch>
        </p:blipFill>
        <p:spPr>
          <a:xfrm xmlns:a="http://schemas.openxmlformats.org/drawingml/2006/main">
            <a:off x="6819900" y="4191000"/>
            <a:ext cx="228600" cy="228600"/>
          </a:xfrm>
          <a:prstGeom xmlns:a="http://schemas.openxmlformats.org/drawingml/2006/main" prst="rect">
            <a:avLst/>
          </a:prstGeom>
          <a:ln xmlns:a="http://schemas.openxmlformats.org/drawingml/2006/main">
            <a:noFill/>
          </a:ln>
        </p:spPr>
      </p:pic>
      <p:sp>
        <p:nvSpPr>
          <p:cNvPr id="36" name="Text 36">
            <a:extLst xmlns:a="http://schemas.openxmlformats.org/drawingml/2006/main">
              <a:ext uri="{FF2B5EF4-FFF2-40B4-BE49-F238E27FC236}">
                <a16:creationId xmlns:a16="http://schemas.microsoft.com/office/drawing/2014/main" id="{B49C62CC-EB6E-438B-8C14-C91F5D4DC553}"/>
              </a:ext>
            </a:extLst>
          </p:cNvPr>
          <p:cNvSpPr>
            <a:spLocks xmlns:a="http://schemas.openxmlformats.org/drawingml/2006/main" noGrp="1"/>
          </p:cNvSpPr>
          <p:nvPr/>
        </p:nvSpPr>
        <p:spPr>
          <a:xfrm xmlns:a="http://schemas.openxmlformats.org/drawingml/2006/main">
            <a:off x="7258050" y="4038600"/>
            <a:ext cx="13716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1">
                <a:solidFill>
                  <a:srgbClr val="2A5B84"/>
                </a:solidFill>
                <a:latin typeface="Arial"/>
                <a:ea typeface="Arial"/>
                <a:cs typeface="Arial"/>
              </a:rPr>
              <a:t>CELL C</a:t>
            </a:r>
            <a:endParaRPr sz="1300"/>
          </a:p>
        </p:txBody>
      </p:sp>
      <p:sp>
        <p:nvSpPr>
          <p:cNvPr id="37" name="Text 37">
            <a:extLst xmlns:a="http://schemas.openxmlformats.org/drawingml/2006/main">
              <a:ext uri="{FF2B5EF4-FFF2-40B4-BE49-F238E27FC236}">
                <a16:creationId xmlns:a16="http://schemas.microsoft.com/office/drawing/2014/main" id="{46A65C4C-9078-460E-8F2A-3F01FB6FCDD0}"/>
              </a:ext>
            </a:extLst>
          </p:cNvPr>
          <p:cNvSpPr>
            <a:spLocks xmlns:a="http://schemas.openxmlformats.org/drawingml/2006/main" noGrp="1"/>
          </p:cNvSpPr>
          <p:nvPr/>
        </p:nvSpPr>
        <p:spPr>
          <a:xfrm xmlns:a="http://schemas.openxmlformats.org/drawingml/2006/main">
            <a:off x="7258050" y="4305300"/>
            <a:ext cx="13716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0">
                <a:solidFill>
                  <a:srgbClr val="17212B"/>
                </a:solidFill>
                <a:latin typeface="Arial"/>
                <a:ea typeface="Arial"/>
                <a:cs typeface="Arial"/>
              </a:rPr>
              <a:t>Another engineer</a:t>
            </a:r>
            <a:endParaRPr sz="1200"/>
          </a:p>
        </p:txBody>
      </p:sp>
      <p:sp>
        <p:nvSpPr>
          <p:cNvPr id="38" name="Connector 38">
            <a:extLst xmlns:a="http://schemas.openxmlformats.org/drawingml/2006/main">
              <a:ext uri="{FF2B5EF4-FFF2-40B4-BE49-F238E27FC236}">
                <a16:creationId xmlns:a16="http://schemas.microsoft.com/office/drawing/2014/main" id="{47EF4CD8-2181-496D-9280-1F8224015DE1}"/>
              </a:ext>
            </a:extLst>
          </p:cNvPr>
          <p:cNvSpPr>
            <a:spLocks xmlns:a="http://schemas.openxmlformats.org/drawingml/2006/main" noGrp="1"/>
          </p:cNvSpPr>
          <p:nvPr/>
        </p:nvSpPr>
        <p:spPr>
          <a:xfrm xmlns:a="http://schemas.openxmlformats.org/drawingml/2006/main">
            <a:off x="8763000" y="4305300"/>
            <a:ext cx="666750" cy="0"/>
          </a:xfrm>
          <a:prstGeom xmlns:a="http://schemas.openxmlformats.org/drawingml/2006/main" prst="line">
            <a:avLst/>
          </a:prstGeom>
          <a:ln xmlns:a="http://schemas.openxmlformats.org/drawingml/2006/main" w="25400">
            <a:solidFill>
              <a:srgbClr val="2A5B84"/>
            </a:solidFill>
            <a:headEnd type="triangle"/>
            <a:tailEnd type="triangle"/>
          </a:ln>
        </p:spPr>
      </p:sp>
      <p:sp>
        <p:nvSpPr>
          <p:cNvPr id="39" name="Shape 39">
            <a:extLst xmlns:a="http://schemas.openxmlformats.org/drawingml/2006/main">
              <a:ext uri="{FF2B5EF4-FFF2-40B4-BE49-F238E27FC236}">
                <a16:creationId xmlns:a16="http://schemas.microsoft.com/office/drawing/2014/main" id="{54C34D09-F39C-4946-9CC6-38B757EC8D01}"/>
              </a:ext>
            </a:extLst>
          </p:cNvPr>
          <p:cNvSpPr>
            <a:spLocks xmlns:a="http://schemas.openxmlformats.org/drawingml/2006/main" noGrp="1"/>
          </p:cNvSpPr>
          <p:nvPr/>
        </p:nvSpPr>
        <p:spPr>
          <a:xfrm xmlns:a="http://schemas.openxmlformats.org/drawingml/2006/main">
            <a:off x="9429750" y="2190750"/>
            <a:ext cx="2057400" cy="2381250"/>
          </a:xfrm>
          <a:prstGeom xmlns:a="http://schemas.openxmlformats.org/drawingml/2006/main" prst="roundRect">
            <a:avLst/>
          </a:prstGeom>
          <a:solidFill xmlns:a="http://schemas.openxmlformats.org/drawingml/2006/main">
            <a:srgbClr val="17212B"/>
          </a:solidFill>
          <a:ln xmlns:a="http://schemas.openxmlformats.org/drawingml/2006/main" w="12700">
            <a:solidFill>
              <a:srgbClr val="17212B"/>
            </a:solidFill>
          </a:ln>
        </p:spPr>
      </p:sp>
      <p:pic>
        <p:nvPicPr>
          <p:cNvPr id="97" name="Picture 40"/>
          <p:cNvPicPr>
            <a:picLocks xmlns:a="http://schemas.openxmlformats.org/drawingml/2006/main" noChangeAspect="1"/>
          </p:cNvPicPr>
          <p:nvPr/>
        </p:nvPicPr>
        <p:blipFill>
          <a:blip xmlns:r="http://schemas.openxmlformats.org/officeDocument/2006/relationships" xmlns:a="http://schemas.openxmlformats.org/drawingml/2006/main" r:embed="R9aae0b3c484648b5"/>
          <a:stretch xmlns:a="http://schemas.openxmlformats.org/drawingml/2006/main">
            <a:fillRect l="0" t="0" r="0" b="0"/>
          </a:stretch>
        </p:blipFill>
        <p:spPr>
          <a:xfrm xmlns:a="http://schemas.openxmlformats.org/drawingml/2006/main">
            <a:off x="10115550" y="2362200"/>
            <a:ext cx="685800" cy="685800"/>
          </a:xfrm>
          <a:prstGeom xmlns:a="http://schemas.openxmlformats.org/drawingml/2006/main" prst="rect">
            <a:avLst/>
          </a:prstGeom>
          <a:ln xmlns:a="http://schemas.openxmlformats.org/drawingml/2006/main">
            <a:noFill/>
          </a:ln>
        </p:spPr>
      </p:pic>
      <p:sp>
        <p:nvSpPr>
          <p:cNvPr id="41" name="Text 41">
            <a:extLst xmlns:a="http://schemas.openxmlformats.org/drawingml/2006/main">
              <a:ext uri="{FF2B5EF4-FFF2-40B4-BE49-F238E27FC236}">
                <a16:creationId xmlns:a16="http://schemas.microsoft.com/office/drawing/2014/main" id="{3A66489B-4B12-40F5-A01D-8CC0478CB441}"/>
              </a:ext>
            </a:extLst>
          </p:cNvPr>
          <p:cNvSpPr>
            <a:spLocks xmlns:a="http://schemas.openxmlformats.org/drawingml/2006/main" noGrp="1"/>
          </p:cNvSpPr>
          <p:nvPr/>
        </p:nvSpPr>
        <p:spPr>
          <a:xfrm xmlns:a="http://schemas.openxmlformats.org/drawingml/2006/main">
            <a:off x="9525000" y="3067050"/>
            <a:ext cx="18669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600" b="1">
                <a:solidFill>
                  <a:srgbClr val="FFFFFF"/>
                </a:solidFill>
                <a:latin typeface="Arial"/>
                <a:ea typeface="Arial"/>
                <a:cs typeface="Arial"/>
              </a:rPr>
              <a:t>SHARED</a:t>
            </a:r>
            <a:endParaRPr sz="1600"/>
          </a:p>
        </p:txBody>
      </p:sp>
      <p:sp>
        <p:nvSpPr>
          <p:cNvPr id="42" name="Text 42">
            <a:extLst xmlns:a="http://schemas.openxmlformats.org/drawingml/2006/main">
              <a:ext uri="{FF2B5EF4-FFF2-40B4-BE49-F238E27FC236}">
                <a16:creationId xmlns:a16="http://schemas.microsoft.com/office/drawing/2014/main" id="{D1886730-8367-4F86-BF6D-0F3D3613D7E1}"/>
              </a:ext>
            </a:extLst>
          </p:cNvPr>
          <p:cNvSpPr>
            <a:spLocks xmlns:a="http://schemas.openxmlformats.org/drawingml/2006/main" noGrp="1"/>
          </p:cNvSpPr>
          <p:nvPr/>
        </p:nvSpPr>
        <p:spPr>
          <a:xfrm xmlns:a="http://schemas.openxmlformats.org/drawingml/2006/main">
            <a:off x="9525000" y="3333750"/>
            <a:ext cx="18669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600" b="1">
                <a:solidFill>
                  <a:srgbClr val="FFFFFF"/>
                </a:solidFill>
                <a:latin typeface="Arial"/>
                <a:ea typeface="Arial"/>
                <a:cs typeface="Arial"/>
              </a:rPr>
              <a:t>CONTROL PLANE</a:t>
            </a:r>
            <a:endParaRPr sz="1600"/>
          </a:p>
        </p:txBody>
      </p:sp>
      <p:sp>
        <p:nvSpPr>
          <p:cNvPr id="43" name="Connector 43">
            <a:extLst xmlns:a="http://schemas.openxmlformats.org/drawingml/2006/main">
              <a:ext uri="{FF2B5EF4-FFF2-40B4-BE49-F238E27FC236}">
                <a16:creationId xmlns:a16="http://schemas.microsoft.com/office/drawing/2014/main" id="{E4CBD6DA-2EBD-41F5-974F-381FD6228766}"/>
              </a:ext>
            </a:extLst>
          </p:cNvPr>
          <p:cNvSpPr>
            <a:spLocks xmlns:a="http://schemas.openxmlformats.org/drawingml/2006/main" noGrp="1"/>
          </p:cNvSpPr>
          <p:nvPr/>
        </p:nvSpPr>
        <p:spPr>
          <a:xfrm xmlns:a="http://schemas.openxmlformats.org/drawingml/2006/main">
            <a:off x="9696450" y="3714750"/>
            <a:ext cx="1524000" cy="0"/>
          </a:xfrm>
          <a:prstGeom xmlns:a="http://schemas.openxmlformats.org/drawingml/2006/main" prst="line">
            <a:avLst/>
          </a:prstGeom>
          <a:ln xmlns:a="http://schemas.openxmlformats.org/drawingml/2006/main" w="12700">
            <a:solidFill>
              <a:srgbClr val="667984"/>
            </a:solidFill>
          </a:ln>
        </p:spPr>
      </p:sp>
      <p:sp>
        <p:nvSpPr>
          <p:cNvPr id="44" name="Text 44">
            <a:extLst xmlns:a="http://schemas.openxmlformats.org/drawingml/2006/main">
              <a:ext uri="{FF2B5EF4-FFF2-40B4-BE49-F238E27FC236}">
                <a16:creationId xmlns:a16="http://schemas.microsoft.com/office/drawing/2014/main" id="{A115E398-4BB6-45C4-B814-E39345F24D2A}"/>
              </a:ext>
            </a:extLst>
          </p:cNvPr>
          <p:cNvSpPr>
            <a:spLocks xmlns:a="http://schemas.openxmlformats.org/drawingml/2006/main" noGrp="1"/>
          </p:cNvSpPr>
          <p:nvPr/>
        </p:nvSpPr>
        <p:spPr>
          <a:xfrm xmlns:a="http://schemas.openxmlformats.org/drawingml/2006/main">
            <a:off x="9525000" y="3810000"/>
            <a:ext cx="18669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DDE3E8"/>
                </a:solidFill>
                <a:latin typeface="Arial"/>
                <a:ea typeface="Arial"/>
                <a:cs typeface="Arial"/>
              </a:rPr>
              <a:t>Enterprise process fit</a:t>
            </a:r>
            <a:endParaRPr sz="1000"/>
          </a:p>
        </p:txBody>
      </p:sp>
      <p:sp>
        <p:nvSpPr>
          <p:cNvPr id="45" name="Text 45">
            <a:extLst xmlns:a="http://schemas.openxmlformats.org/drawingml/2006/main">
              <a:ext uri="{FF2B5EF4-FFF2-40B4-BE49-F238E27FC236}">
                <a16:creationId xmlns:a16="http://schemas.microsoft.com/office/drawing/2014/main" id="{26B2D314-A785-4CA7-8834-EE573A707827}"/>
              </a:ext>
            </a:extLst>
          </p:cNvPr>
          <p:cNvSpPr>
            <a:spLocks xmlns:a="http://schemas.openxmlformats.org/drawingml/2006/main" noGrp="1"/>
          </p:cNvSpPr>
          <p:nvPr/>
        </p:nvSpPr>
        <p:spPr>
          <a:xfrm xmlns:a="http://schemas.openxmlformats.org/drawingml/2006/main">
            <a:off x="9525000" y="4076700"/>
            <a:ext cx="18669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DDE3E8"/>
                </a:solidFill>
                <a:latin typeface="Arial"/>
                <a:ea typeface="Arial"/>
                <a:cs typeface="Arial"/>
              </a:rPr>
              <a:t>Operational scale and HA</a:t>
            </a:r>
            <a:endParaRPr sz="1000"/>
          </a:p>
        </p:txBody>
      </p:sp>
      <p:sp>
        <p:nvSpPr>
          <p:cNvPr id="46" name="Text 46">
            <a:extLst xmlns:a="http://schemas.openxmlformats.org/drawingml/2006/main">
              <a:ext uri="{FF2B5EF4-FFF2-40B4-BE49-F238E27FC236}">
                <a16:creationId xmlns:a16="http://schemas.microsoft.com/office/drawing/2014/main" id="{753A50D4-3091-447F-BCB2-C72B4940878C}"/>
              </a:ext>
            </a:extLst>
          </p:cNvPr>
          <p:cNvSpPr>
            <a:spLocks xmlns:a="http://schemas.openxmlformats.org/drawingml/2006/main" noGrp="1"/>
          </p:cNvSpPr>
          <p:nvPr/>
        </p:nvSpPr>
        <p:spPr>
          <a:xfrm xmlns:a="http://schemas.openxmlformats.org/drawingml/2006/main">
            <a:off x="9525000" y="4343400"/>
            <a:ext cx="18669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DDE3E8"/>
                </a:solidFill>
                <a:latin typeface="Arial"/>
                <a:ea typeface="Arial"/>
                <a:cs typeface="Arial"/>
              </a:rPr>
              <a:t>Measured model quality</a:t>
            </a:r>
            <a:endParaRPr sz="1000"/>
          </a:p>
        </p:txBody>
      </p:sp>
      <p:sp>
        <p:nvSpPr>
          <p:cNvPr id="47" name="Shape 47">
            <a:extLst xmlns:a="http://schemas.openxmlformats.org/drawingml/2006/main">
              <a:ext uri="{FF2B5EF4-FFF2-40B4-BE49-F238E27FC236}">
                <a16:creationId xmlns:a16="http://schemas.microsoft.com/office/drawing/2014/main" id="{71FF96C5-239C-4851-8C7A-26443439A0BA}"/>
              </a:ext>
            </a:extLst>
          </p:cNvPr>
          <p:cNvSpPr>
            <a:spLocks xmlns:a="http://schemas.openxmlformats.org/drawingml/2006/main" noGrp="1"/>
          </p:cNvSpPr>
          <p:nvPr/>
        </p:nvSpPr>
        <p:spPr>
          <a:xfrm xmlns:a="http://schemas.openxmlformats.org/drawingml/2006/main">
            <a:off x="1562100" y="5543550"/>
            <a:ext cx="9067800" cy="55245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D9DEE3"/>
            </a:solidFill>
          </a:ln>
        </p:spPr>
      </p:sp>
      <p:sp>
        <p:nvSpPr>
          <p:cNvPr id="48" name="Text 48">
            <a:extLst xmlns:a="http://schemas.openxmlformats.org/drawingml/2006/main">
              <a:ext uri="{FF2B5EF4-FFF2-40B4-BE49-F238E27FC236}">
                <a16:creationId xmlns:a16="http://schemas.microsoft.com/office/drawing/2014/main" id="{6E0B5A68-4749-4E11-B809-E04C47F82541}"/>
              </a:ext>
            </a:extLst>
          </p:cNvPr>
          <p:cNvSpPr>
            <a:spLocks xmlns:a="http://schemas.openxmlformats.org/drawingml/2006/main" noGrp="1"/>
          </p:cNvSpPr>
          <p:nvPr/>
        </p:nvSpPr>
        <p:spPr>
          <a:xfrm xmlns:a="http://schemas.openxmlformats.org/drawingml/2006/main">
            <a:off x="1790700" y="5676900"/>
            <a:ext cx="861060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500" b="1">
                <a:solidFill>
                  <a:srgbClr val="17212B"/>
                </a:solidFill>
                <a:latin typeface="Arial"/>
                <a:ea typeface="Arial"/>
                <a:cs typeface="Arial"/>
              </a:rPr>
              <a:t>The next decision should be based on measured reuse, quality and operating cost across several real delivery cells</a:t>
            </a:r>
            <a:endParaRPr sz="1500"/>
          </a:p>
        </p:txBody>
      </p:sp>
      <p:sp>
        <p:nvSpPr>
          <p:cNvPr id="49" name="Connector 49">
            <a:extLst xmlns:a="http://schemas.openxmlformats.org/drawingml/2006/main">
              <a:ext uri="{FF2B5EF4-FFF2-40B4-BE49-F238E27FC236}">
                <a16:creationId xmlns:a16="http://schemas.microsoft.com/office/drawing/2014/main" id="{95C39D89-136C-4E01-81DC-750F83ED696C}"/>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D9DEE3"/>
            </a:solidFill>
          </a:ln>
        </p:spPr>
      </p:sp>
      <p:sp>
        <p:nvSpPr>
          <p:cNvPr id="50" name="Text 50">
            <a:extLst xmlns:a="http://schemas.openxmlformats.org/drawingml/2006/main">
              <a:ext uri="{FF2B5EF4-FFF2-40B4-BE49-F238E27FC236}">
                <a16:creationId xmlns:a16="http://schemas.microsoft.com/office/drawing/2014/main" id="{FDA613D6-4455-48A7-9CD8-5BF7FE9C98BD}"/>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CUSTOMER ACTIVITY ANALYTICS</a:t>
            </a:r>
            <a:endParaRPr sz="1000"/>
          </a:p>
        </p:txBody>
      </p:sp>
      <p:sp>
        <p:nvSpPr>
          <p:cNvPr id="51" name="Text 51">
            <a:extLst xmlns:a="http://schemas.openxmlformats.org/drawingml/2006/main">
              <a:ext uri="{FF2B5EF4-FFF2-40B4-BE49-F238E27FC236}">
                <a16:creationId xmlns:a16="http://schemas.microsoft.com/office/drawing/2014/main" id="{98CAA6A0-AB49-44B1-B1E8-A2A2E2458AB2}"/>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12</a:t>
            </a:r>
            <a:endParaRPr sz="1000"/>
          </a:p>
        </p:txBody>
      </p:sp>
    </p:spTree>
    <p:extLst>
      <p:ext uri="{BB962C8B-B14F-4D97-AF65-F5344CB8AC3E}">
        <p14:creationId xmlns:p14="http://schemas.microsoft.com/office/powerpoint/2010/main" val="1261404935"/>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879BCFD8-EFC6-4326-B4C9-28040790FCC0}"/>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APPENDIX A · BROWSER EVIDENCE</a:t>
            </a:r>
            <a:endParaRPr sz="1100"/>
          </a:p>
        </p:txBody>
      </p:sp>
      <p:sp>
        <p:nvSpPr>
          <p:cNvPr id="3" name="Text 3">
            <a:extLst xmlns:a="http://schemas.openxmlformats.org/drawingml/2006/main">
              <a:ext uri="{FF2B5EF4-FFF2-40B4-BE49-F238E27FC236}">
                <a16:creationId xmlns:a16="http://schemas.microsoft.com/office/drawing/2014/main" id="{54C00519-F372-42E0-838B-D5212C324D48}"/>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Authentic Playwright captures document the capability growth from R1 to R5</a:t>
            </a:r>
            <a:endParaRPr sz="3000"/>
          </a:p>
        </p:txBody>
      </p:sp>
      <p:sp>
        <p:nvSpPr>
          <p:cNvPr id="4" name="Shape 4">
            <a:extLst xmlns:a="http://schemas.openxmlformats.org/drawingml/2006/main">
              <a:ext uri="{FF2B5EF4-FFF2-40B4-BE49-F238E27FC236}">
                <a16:creationId xmlns:a16="http://schemas.microsoft.com/office/drawing/2014/main" id="{D43A6456-CE25-43BC-AFE3-63C60A8CE062}"/>
              </a:ext>
            </a:extLst>
          </p:cNvPr>
          <p:cNvSpPr>
            <a:spLocks xmlns:a="http://schemas.openxmlformats.org/drawingml/2006/main" noGrp="1"/>
          </p:cNvSpPr>
          <p:nvPr/>
        </p:nvSpPr>
        <p:spPr>
          <a:xfrm xmlns:a="http://schemas.openxmlformats.org/drawingml/2006/main">
            <a:off x="571500" y="1581150"/>
            <a:ext cx="3429000" cy="1866900"/>
          </a:xfrm>
          <a:prstGeom xmlns:a="http://schemas.openxmlformats.org/drawingml/2006/main" prst="rect">
            <a:avLst/>
          </a:prstGeom>
          <a:solidFill xmlns:a="http://schemas.openxmlformats.org/drawingml/2006/main">
            <a:srgbClr val="FFFFFF"/>
          </a:solidFill>
          <a:ln xmlns:a="http://schemas.openxmlformats.org/drawingml/2006/main" w="12700">
            <a:solidFill>
              <a:srgbClr val="D9DEE3"/>
            </a:solidFill>
          </a:ln>
        </p:spPr>
      </p:sp>
      <p:pic>
        <p:nvPicPr>
          <p:cNvPr id="35" name="Picture 5"/>
          <p:cNvPicPr>
            <a:picLocks xmlns:a="http://schemas.openxmlformats.org/drawingml/2006/main" noChangeAspect="1"/>
          </p:cNvPicPr>
          <p:nvPr/>
        </p:nvPicPr>
        <p:blipFill>
          <a:blip xmlns:r="http://schemas.openxmlformats.org/officeDocument/2006/relationships" xmlns:a="http://schemas.openxmlformats.org/drawingml/2006/main" r:embed="R7ed5a233706e4f28"/>
          <a:stretch xmlns:a="http://schemas.openxmlformats.org/drawingml/2006/main">
            <a:fillRect l="0" t="0" r="0" b="0"/>
          </a:stretch>
        </p:blipFill>
        <p:spPr>
          <a:xfrm xmlns:a="http://schemas.openxmlformats.org/drawingml/2006/main">
            <a:off x="628650" y="1638300"/>
            <a:ext cx="3314700" cy="1800225"/>
          </a:xfrm>
          <a:prstGeom xmlns:a="http://schemas.openxmlformats.org/drawingml/2006/main" prst="rect">
            <a:avLst/>
          </a:prstGeom>
          <a:ln xmlns:a="http://schemas.openxmlformats.org/drawingml/2006/main">
            <a:noFill/>
          </a:ln>
        </p:spPr>
      </p:pic>
      <p:sp>
        <p:nvSpPr>
          <p:cNvPr id="6" name="Text 6">
            <a:extLst xmlns:a="http://schemas.openxmlformats.org/drawingml/2006/main">
              <a:ext uri="{FF2B5EF4-FFF2-40B4-BE49-F238E27FC236}">
                <a16:creationId xmlns:a16="http://schemas.microsoft.com/office/drawing/2014/main" id="{5FE14C8B-777F-4149-890C-87E0630EF1DF}"/>
              </a:ext>
            </a:extLst>
          </p:cNvPr>
          <p:cNvSpPr>
            <a:spLocks xmlns:a="http://schemas.openxmlformats.org/drawingml/2006/main" noGrp="1"/>
          </p:cNvSpPr>
          <p:nvPr/>
        </p:nvSpPr>
        <p:spPr>
          <a:xfrm xmlns:a="http://schemas.openxmlformats.org/drawingml/2006/main">
            <a:off x="704850" y="1695450"/>
            <a:ext cx="514350" cy="266700"/>
          </a:xfrm>
          <a:prstGeom xmlns:a="http://schemas.openxmlformats.org/drawingml/2006/main" prst="rect">
            <a:avLst/>
          </a:prstGeom>
          <a:solidFill xmlns:a="http://schemas.openxmlformats.org/drawingml/2006/main">
            <a:srgbClr val="17212B"/>
          </a:solidFill>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1">
                <a:solidFill>
                  <a:srgbClr val="FFFFFF"/>
                </a:solidFill>
                <a:latin typeface="Arial"/>
                <a:ea typeface="Arial"/>
                <a:cs typeface="Arial"/>
              </a:rPr>
              <a:t>R1</a:t>
            </a:r>
            <a:endParaRPr sz="1300"/>
          </a:p>
        </p:txBody>
      </p:sp>
      <p:sp>
        <p:nvSpPr>
          <p:cNvPr id="7" name="Text 7">
            <a:extLst xmlns:a="http://schemas.openxmlformats.org/drawingml/2006/main">
              <a:ext uri="{FF2B5EF4-FFF2-40B4-BE49-F238E27FC236}">
                <a16:creationId xmlns:a16="http://schemas.microsoft.com/office/drawing/2014/main" id="{06583993-4F11-44B4-A205-80581D18144F}"/>
              </a:ext>
            </a:extLst>
          </p:cNvPr>
          <p:cNvSpPr>
            <a:spLocks xmlns:a="http://schemas.openxmlformats.org/drawingml/2006/main" noGrp="1"/>
          </p:cNvSpPr>
          <p:nvPr/>
        </p:nvSpPr>
        <p:spPr>
          <a:xfrm xmlns:a="http://schemas.openxmlformats.org/drawingml/2006/main">
            <a:off x="1295400" y="1695450"/>
            <a:ext cx="2343150" cy="266700"/>
          </a:xfrm>
          <a:prstGeom xmlns:a="http://schemas.openxmlformats.org/drawingml/2006/main" prst="rect">
            <a:avLst/>
          </a:prstGeom>
          <a:solidFill xmlns:a="http://schemas.openxmlformats.org/drawingml/2006/main">
            <a:srgbClr val="17212B"/>
          </a:solidFill>
          <a:ln xmlns:a="http://schemas.openxmlformats.org/drawingml/2006/main">
            <a:noFill/>
          </a:ln>
        </p:spPr>
        <p:txBody>
          <a:bodyPr xmlns:a="http://schemas.openxmlformats.org/drawingml/2006/main" wrap="square" lIns="57150" tIns="57150" rIns="57150" bIns="57150" anchor="ctr"/>
          <a:lstStyle xmlns:a="http://schemas.openxmlformats.org/drawingml/2006/main"/>
          <a:p xmlns:a="http://schemas.openxmlformats.org/drawingml/2006/main">
            <a:pPr algn="l">
              <a:buNone/>
            </a:pPr>
            <a:r>
              <a:rPr sz="1100" b="1">
                <a:solidFill>
                  <a:srgbClr val="FFFFFF"/>
                </a:solidFill>
                <a:latin typeface="Arial"/>
                <a:ea typeface="Arial"/>
                <a:cs typeface="Arial"/>
              </a:rPr>
              <a:t>Synthetic review</a:t>
            </a:r>
            <a:endParaRPr sz="1100"/>
          </a:p>
        </p:txBody>
      </p:sp>
      <p:sp>
        <p:nvSpPr>
          <p:cNvPr id="8" name="Shape 8">
            <a:extLst xmlns:a="http://schemas.openxmlformats.org/drawingml/2006/main">
              <a:ext uri="{FF2B5EF4-FFF2-40B4-BE49-F238E27FC236}">
                <a16:creationId xmlns:a16="http://schemas.microsoft.com/office/drawing/2014/main" id="{7472E820-E662-4774-BC97-8765002FAE4C}"/>
              </a:ext>
            </a:extLst>
          </p:cNvPr>
          <p:cNvSpPr>
            <a:spLocks xmlns:a="http://schemas.openxmlformats.org/drawingml/2006/main" noGrp="1"/>
          </p:cNvSpPr>
          <p:nvPr/>
        </p:nvSpPr>
        <p:spPr>
          <a:xfrm xmlns:a="http://schemas.openxmlformats.org/drawingml/2006/main">
            <a:off x="4381500" y="1581150"/>
            <a:ext cx="3429000" cy="1866900"/>
          </a:xfrm>
          <a:prstGeom xmlns:a="http://schemas.openxmlformats.org/drawingml/2006/main" prst="rect">
            <a:avLst/>
          </a:prstGeom>
          <a:solidFill xmlns:a="http://schemas.openxmlformats.org/drawingml/2006/main">
            <a:srgbClr val="FFFFFF"/>
          </a:solidFill>
          <a:ln xmlns:a="http://schemas.openxmlformats.org/drawingml/2006/main" w="12700">
            <a:solidFill>
              <a:srgbClr val="D9DEE3"/>
            </a:solidFill>
          </a:ln>
        </p:spPr>
      </p:sp>
      <p:pic>
        <p:nvPicPr>
          <p:cNvPr id="39" name="Picture 9"/>
          <p:cNvPicPr>
            <a:picLocks xmlns:a="http://schemas.openxmlformats.org/drawingml/2006/main" noChangeAspect="1"/>
          </p:cNvPicPr>
          <p:nvPr/>
        </p:nvPicPr>
        <p:blipFill>
          <a:blip xmlns:r="http://schemas.openxmlformats.org/officeDocument/2006/relationships" xmlns:a="http://schemas.openxmlformats.org/drawingml/2006/main" r:embed="R1aef6094fe9a4f62"/>
          <a:stretch xmlns:a="http://schemas.openxmlformats.org/drawingml/2006/main">
            <a:fillRect l="0" t="0" r="0" b="0"/>
          </a:stretch>
        </p:blipFill>
        <p:spPr>
          <a:xfrm xmlns:a="http://schemas.openxmlformats.org/drawingml/2006/main">
            <a:off x="4438650" y="1638300"/>
            <a:ext cx="3314700" cy="1800225"/>
          </a:xfrm>
          <a:prstGeom xmlns:a="http://schemas.openxmlformats.org/drawingml/2006/main" prst="rect">
            <a:avLst/>
          </a:prstGeom>
          <a:ln xmlns:a="http://schemas.openxmlformats.org/drawingml/2006/main">
            <a:noFill/>
          </a:ln>
        </p:spPr>
      </p:pic>
      <p:sp>
        <p:nvSpPr>
          <p:cNvPr id="10" name="Text 10">
            <a:extLst xmlns:a="http://schemas.openxmlformats.org/drawingml/2006/main">
              <a:ext uri="{FF2B5EF4-FFF2-40B4-BE49-F238E27FC236}">
                <a16:creationId xmlns:a16="http://schemas.microsoft.com/office/drawing/2014/main" id="{F3C2E684-06B5-4CF3-8354-8FFF245212E8}"/>
              </a:ext>
            </a:extLst>
          </p:cNvPr>
          <p:cNvSpPr>
            <a:spLocks xmlns:a="http://schemas.openxmlformats.org/drawingml/2006/main" noGrp="1"/>
          </p:cNvSpPr>
          <p:nvPr/>
        </p:nvSpPr>
        <p:spPr>
          <a:xfrm xmlns:a="http://schemas.openxmlformats.org/drawingml/2006/main">
            <a:off x="4514850" y="1695450"/>
            <a:ext cx="514350" cy="266700"/>
          </a:xfrm>
          <a:prstGeom xmlns:a="http://schemas.openxmlformats.org/drawingml/2006/main" prst="rect">
            <a:avLst/>
          </a:prstGeom>
          <a:solidFill xmlns:a="http://schemas.openxmlformats.org/drawingml/2006/main">
            <a:srgbClr val="2A5B84"/>
          </a:solidFill>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1">
                <a:solidFill>
                  <a:srgbClr val="FFFFFF"/>
                </a:solidFill>
                <a:latin typeface="Arial"/>
                <a:ea typeface="Arial"/>
                <a:cs typeface="Arial"/>
              </a:rPr>
              <a:t>R2</a:t>
            </a:r>
            <a:endParaRPr sz="1300"/>
          </a:p>
        </p:txBody>
      </p:sp>
      <p:sp>
        <p:nvSpPr>
          <p:cNvPr id="11" name="Text 11">
            <a:extLst xmlns:a="http://schemas.openxmlformats.org/drawingml/2006/main">
              <a:ext uri="{FF2B5EF4-FFF2-40B4-BE49-F238E27FC236}">
                <a16:creationId xmlns:a16="http://schemas.microsoft.com/office/drawing/2014/main" id="{A59F6CE2-E900-4A38-98F2-B9B1E047D3B4}"/>
              </a:ext>
            </a:extLst>
          </p:cNvPr>
          <p:cNvSpPr>
            <a:spLocks xmlns:a="http://schemas.openxmlformats.org/drawingml/2006/main" noGrp="1"/>
          </p:cNvSpPr>
          <p:nvPr/>
        </p:nvSpPr>
        <p:spPr>
          <a:xfrm xmlns:a="http://schemas.openxmlformats.org/drawingml/2006/main">
            <a:off x="5105400" y="1695450"/>
            <a:ext cx="2343150" cy="266700"/>
          </a:xfrm>
          <a:prstGeom xmlns:a="http://schemas.openxmlformats.org/drawingml/2006/main" prst="rect">
            <a:avLst/>
          </a:prstGeom>
          <a:solidFill xmlns:a="http://schemas.openxmlformats.org/drawingml/2006/main">
            <a:srgbClr val="2A5B84"/>
          </a:solidFill>
          <a:ln xmlns:a="http://schemas.openxmlformats.org/drawingml/2006/main">
            <a:noFill/>
          </a:ln>
        </p:spPr>
        <p:txBody>
          <a:bodyPr xmlns:a="http://schemas.openxmlformats.org/drawingml/2006/main" wrap="square" lIns="57150" tIns="57150" rIns="57150" bIns="57150" anchor="ctr"/>
          <a:lstStyle xmlns:a="http://schemas.openxmlformats.org/drawingml/2006/main"/>
          <a:p xmlns:a="http://schemas.openxmlformats.org/drawingml/2006/main">
            <a:pPr algn="l">
              <a:buNone/>
            </a:pPr>
            <a:r>
              <a:rPr sz="1100" b="1">
                <a:solidFill>
                  <a:srgbClr val="FFFFFF"/>
                </a:solidFill>
                <a:latin typeface="Arial"/>
                <a:ea typeface="Arial"/>
                <a:cs typeface="Arial"/>
              </a:rPr>
              <a:t>PostgreSQL substitution</a:t>
            </a:r>
            <a:endParaRPr sz="1100"/>
          </a:p>
        </p:txBody>
      </p:sp>
      <p:sp>
        <p:nvSpPr>
          <p:cNvPr id="12" name="Shape 12">
            <a:extLst xmlns:a="http://schemas.openxmlformats.org/drawingml/2006/main">
              <a:ext uri="{FF2B5EF4-FFF2-40B4-BE49-F238E27FC236}">
                <a16:creationId xmlns:a16="http://schemas.microsoft.com/office/drawing/2014/main" id="{9288B12E-135A-47AB-841E-F8221DC9CA35}"/>
              </a:ext>
            </a:extLst>
          </p:cNvPr>
          <p:cNvSpPr>
            <a:spLocks xmlns:a="http://schemas.openxmlformats.org/drawingml/2006/main" noGrp="1"/>
          </p:cNvSpPr>
          <p:nvPr/>
        </p:nvSpPr>
        <p:spPr>
          <a:xfrm xmlns:a="http://schemas.openxmlformats.org/drawingml/2006/main">
            <a:off x="8191500" y="1581150"/>
            <a:ext cx="3429000" cy="1866900"/>
          </a:xfrm>
          <a:prstGeom xmlns:a="http://schemas.openxmlformats.org/drawingml/2006/main" prst="rect">
            <a:avLst/>
          </a:prstGeom>
          <a:solidFill xmlns:a="http://schemas.openxmlformats.org/drawingml/2006/main">
            <a:srgbClr val="FFFFFF"/>
          </a:solidFill>
          <a:ln xmlns:a="http://schemas.openxmlformats.org/drawingml/2006/main" w="12700">
            <a:solidFill>
              <a:srgbClr val="D9DEE3"/>
            </a:solidFill>
          </a:ln>
        </p:spPr>
      </p:sp>
      <p:pic>
        <p:nvPicPr>
          <p:cNvPr id="43" name="Picture 13"/>
          <p:cNvPicPr>
            <a:picLocks xmlns:a="http://schemas.openxmlformats.org/drawingml/2006/main" noChangeAspect="1"/>
          </p:cNvPicPr>
          <p:nvPr/>
        </p:nvPicPr>
        <p:blipFill>
          <a:blip xmlns:r="http://schemas.openxmlformats.org/officeDocument/2006/relationships" xmlns:a="http://schemas.openxmlformats.org/drawingml/2006/main" r:embed="Rdd7f491c82b04d06"/>
          <a:stretch xmlns:a="http://schemas.openxmlformats.org/drawingml/2006/main">
            <a:fillRect l="0" t="0" r="0" b="0"/>
          </a:stretch>
        </p:blipFill>
        <p:spPr>
          <a:xfrm xmlns:a="http://schemas.openxmlformats.org/drawingml/2006/main">
            <a:off x="8248650" y="1638300"/>
            <a:ext cx="3314700" cy="1800225"/>
          </a:xfrm>
          <a:prstGeom xmlns:a="http://schemas.openxmlformats.org/drawingml/2006/main" prst="rect">
            <a:avLst/>
          </a:prstGeom>
          <a:ln xmlns:a="http://schemas.openxmlformats.org/drawingml/2006/main">
            <a:noFill/>
          </a:ln>
        </p:spPr>
      </p:pic>
      <p:sp>
        <p:nvSpPr>
          <p:cNvPr id="14" name="Text 14">
            <a:extLst xmlns:a="http://schemas.openxmlformats.org/drawingml/2006/main">
              <a:ext uri="{FF2B5EF4-FFF2-40B4-BE49-F238E27FC236}">
                <a16:creationId xmlns:a16="http://schemas.microsoft.com/office/drawing/2014/main" id="{1058AD07-4D69-4C4E-B095-A6E9498554C4}"/>
              </a:ext>
            </a:extLst>
          </p:cNvPr>
          <p:cNvSpPr>
            <a:spLocks xmlns:a="http://schemas.openxmlformats.org/drawingml/2006/main" noGrp="1"/>
          </p:cNvSpPr>
          <p:nvPr/>
        </p:nvSpPr>
        <p:spPr>
          <a:xfrm xmlns:a="http://schemas.openxmlformats.org/drawingml/2006/main">
            <a:off x="8324850" y="1695450"/>
            <a:ext cx="514350" cy="266700"/>
          </a:xfrm>
          <a:prstGeom xmlns:a="http://schemas.openxmlformats.org/drawingml/2006/main" prst="rect">
            <a:avLst/>
          </a:prstGeom>
          <a:solidFill xmlns:a="http://schemas.openxmlformats.org/drawingml/2006/main">
            <a:srgbClr val="1F7A5A"/>
          </a:solidFill>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1">
                <a:solidFill>
                  <a:srgbClr val="FFFFFF"/>
                </a:solidFill>
                <a:latin typeface="Arial"/>
                <a:ea typeface="Arial"/>
                <a:cs typeface="Arial"/>
              </a:rPr>
              <a:t>R3</a:t>
            </a:r>
            <a:endParaRPr sz="1300"/>
          </a:p>
        </p:txBody>
      </p:sp>
      <p:sp>
        <p:nvSpPr>
          <p:cNvPr id="15" name="Text 15">
            <a:extLst xmlns:a="http://schemas.openxmlformats.org/drawingml/2006/main">
              <a:ext uri="{FF2B5EF4-FFF2-40B4-BE49-F238E27FC236}">
                <a16:creationId xmlns:a16="http://schemas.microsoft.com/office/drawing/2014/main" id="{DE13DD76-4C20-4AFF-8412-B92BC9E2C9E4}"/>
              </a:ext>
            </a:extLst>
          </p:cNvPr>
          <p:cNvSpPr>
            <a:spLocks xmlns:a="http://schemas.openxmlformats.org/drawingml/2006/main" noGrp="1"/>
          </p:cNvSpPr>
          <p:nvPr/>
        </p:nvSpPr>
        <p:spPr>
          <a:xfrm xmlns:a="http://schemas.openxmlformats.org/drawingml/2006/main">
            <a:off x="8915400" y="1695450"/>
            <a:ext cx="2343150" cy="266700"/>
          </a:xfrm>
          <a:prstGeom xmlns:a="http://schemas.openxmlformats.org/drawingml/2006/main" prst="rect">
            <a:avLst/>
          </a:prstGeom>
          <a:solidFill xmlns:a="http://schemas.openxmlformats.org/drawingml/2006/main">
            <a:srgbClr val="1F7A5A"/>
          </a:solidFill>
          <a:ln xmlns:a="http://schemas.openxmlformats.org/drawingml/2006/main">
            <a:noFill/>
          </a:ln>
        </p:spPr>
        <p:txBody>
          <a:bodyPr xmlns:a="http://schemas.openxmlformats.org/drawingml/2006/main" wrap="square" lIns="57150" tIns="57150" rIns="57150" bIns="57150" anchor="ctr"/>
          <a:lstStyle xmlns:a="http://schemas.openxmlformats.org/drawingml/2006/main"/>
          <a:p xmlns:a="http://schemas.openxmlformats.org/drawingml/2006/main">
            <a:pPr algn="l">
              <a:buNone/>
            </a:pPr>
            <a:r>
              <a:rPr sz="1100" b="1">
                <a:solidFill>
                  <a:srgbClr val="FFFFFF"/>
                </a:solidFill>
                <a:latin typeface="Arial"/>
                <a:ea typeface="Arial"/>
                <a:cs typeface="Arial"/>
              </a:rPr>
              <a:t>Analysis and history</a:t>
            </a:r>
            <a:endParaRPr sz="1100"/>
          </a:p>
        </p:txBody>
      </p:sp>
      <p:sp>
        <p:nvSpPr>
          <p:cNvPr id="16" name="Shape 16">
            <a:extLst xmlns:a="http://schemas.openxmlformats.org/drawingml/2006/main">
              <a:ext uri="{FF2B5EF4-FFF2-40B4-BE49-F238E27FC236}">
                <a16:creationId xmlns:a16="http://schemas.microsoft.com/office/drawing/2014/main" id="{3F64CCE1-FED1-45B9-9CC4-E4CBCB10B8CF}"/>
              </a:ext>
            </a:extLst>
          </p:cNvPr>
          <p:cNvSpPr>
            <a:spLocks xmlns:a="http://schemas.openxmlformats.org/drawingml/2006/main" noGrp="1"/>
          </p:cNvSpPr>
          <p:nvPr/>
        </p:nvSpPr>
        <p:spPr>
          <a:xfrm xmlns:a="http://schemas.openxmlformats.org/drawingml/2006/main">
            <a:off x="571500" y="3829050"/>
            <a:ext cx="5334000" cy="2209800"/>
          </a:xfrm>
          <a:prstGeom xmlns:a="http://schemas.openxmlformats.org/drawingml/2006/main" prst="rect">
            <a:avLst/>
          </a:prstGeom>
          <a:solidFill xmlns:a="http://schemas.openxmlformats.org/drawingml/2006/main">
            <a:srgbClr val="FFFFFF"/>
          </a:solidFill>
          <a:ln xmlns:a="http://schemas.openxmlformats.org/drawingml/2006/main" w="12700">
            <a:solidFill>
              <a:srgbClr val="D9DEE3"/>
            </a:solidFill>
          </a:ln>
        </p:spPr>
      </p:sp>
      <p:pic>
        <p:nvPicPr>
          <p:cNvPr id="47" name="Picture 17"/>
          <p:cNvPicPr>
            <a:picLocks xmlns:a="http://schemas.openxmlformats.org/drawingml/2006/main" noChangeAspect="1"/>
          </p:cNvPicPr>
          <p:nvPr/>
        </p:nvPicPr>
        <p:blipFill>
          <a:blip xmlns:r="http://schemas.openxmlformats.org/officeDocument/2006/relationships" xmlns:a="http://schemas.openxmlformats.org/drawingml/2006/main" r:embed="R0af7f5e702e24200"/>
          <a:stretch xmlns:a="http://schemas.openxmlformats.org/drawingml/2006/main">
            <a:fillRect l="0" t="0" r="0" b="0"/>
          </a:stretch>
        </p:blipFill>
        <p:spPr>
          <a:xfrm xmlns:a="http://schemas.openxmlformats.org/drawingml/2006/main">
            <a:off x="628650" y="3886200"/>
            <a:ext cx="5219700" cy="2143125"/>
          </a:xfrm>
          <a:prstGeom xmlns:a="http://schemas.openxmlformats.org/drawingml/2006/main" prst="rect">
            <a:avLst/>
          </a:prstGeom>
          <a:ln xmlns:a="http://schemas.openxmlformats.org/drawingml/2006/main">
            <a:noFill/>
          </a:ln>
        </p:spPr>
      </p:pic>
      <p:sp>
        <p:nvSpPr>
          <p:cNvPr id="18" name="Text 18">
            <a:extLst xmlns:a="http://schemas.openxmlformats.org/drawingml/2006/main">
              <a:ext uri="{FF2B5EF4-FFF2-40B4-BE49-F238E27FC236}">
                <a16:creationId xmlns:a16="http://schemas.microsoft.com/office/drawing/2014/main" id="{243548A8-797C-4CB1-A933-3C0FB8A0A432}"/>
              </a:ext>
            </a:extLst>
          </p:cNvPr>
          <p:cNvSpPr>
            <a:spLocks xmlns:a="http://schemas.openxmlformats.org/drawingml/2006/main" noGrp="1"/>
          </p:cNvSpPr>
          <p:nvPr/>
        </p:nvSpPr>
        <p:spPr>
          <a:xfrm xmlns:a="http://schemas.openxmlformats.org/drawingml/2006/main">
            <a:off x="704850" y="3943350"/>
            <a:ext cx="514350" cy="266700"/>
          </a:xfrm>
          <a:prstGeom xmlns:a="http://schemas.openxmlformats.org/drawingml/2006/main" prst="rect">
            <a:avLst/>
          </a:prstGeom>
          <a:solidFill xmlns:a="http://schemas.openxmlformats.org/drawingml/2006/main">
            <a:srgbClr val="D71920"/>
          </a:solidFill>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1">
                <a:solidFill>
                  <a:srgbClr val="FFFFFF"/>
                </a:solidFill>
                <a:latin typeface="Arial"/>
                <a:ea typeface="Arial"/>
                <a:cs typeface="Arial"/>
              </a:rPr>
              <a:t>R4</a:t>
            </a:r>
            <a:endParaRPr sz="1300"/>
          </a:p>
        </p:txBody>
      </p:sp>
      <p:sp>
        <p:nvSpPr>
          <p:cNvPr id="19" name="Text 19">
            <a:extLst xmlns:a="http://schemas.openxmlformats.org/drawingml/2006/main">
              <a:ext uri="{FF2B5EF4-FFF2-40B4-BE49-F238E27FC236}">
                <a16:creationId xmlns:a16="http://schemas.microsoft.com/office/drawing/2014/main" id="{92500E6B-A44B-4332-B87A-4BEEC63FD1DE}"/>
              </a:ext>
            </a:extLst>
          </p:cNvPr>
          <p:cNvSpPr>
            <a:spLocks xmlns:a="http://schemas.openxmlformats.org/drawingml/2006/main" noGrp="1"/>
          </p:cNvSpPr>
          <p:nvPr/>
        </p:nvSpPr>
        <p:spPr>
          <a:xfrm xmlns:a="http://schemas.openxmlformats.org/drawingml/2006/main">
            <a:off x="1295400" y="3943350"/>
            <a:ext cx="3143250" cy="266700"/>
          </a:xfrm>
          <a:prstGeom xmlns:a="http://schemas.openxmlformats.org/drawingml/2006/main" prst="rect">
            <a:avLst/>
          </a:prstGeom>
          <a:solidFill xmlns:a="http://schemas.openxmlformats.org/drawingml/2006/main">
            <a:srgbClr val="D71920"/>
          </a:solidFill>
          <a:ln xmlns:a="http://schemas.openxmlformats.org/drawingml/2006/main">
            <a:noFill/>
          </a:ln>
        </p:spPr>
        <p:txBody>
          <a:bodyPr xmlns:a="http://schemas.openxmlformats.org/drawingml/2006/main" wrap="square" lIns="57150" tIns="57150" rIns="57150" bIns="57150" anchor="ctr"/>
          <a:lstStyle xmlns:a="http://schemas.openxmlformats.org/drawingml/2006/main"/>
          <a:p xmlns:a="http://schemas.openxmlformats.org/drawingml/2006/main">
            <a:pPr algn="l">
              <a:buNone/>
            </a:pPr>
            <a:r>
              <a:rPr sz="1300" b="1">
                <a:solidFill>
                  <a:srgbClr val="FFFFFF"/>
                </a:solidFill>
                <a:latin typeface="Arial"/>
                <a:ea typeface="Arial"/>
                <a:cs typeface="Arial"/>
              </a:rPr>
              <a:t>Auth + real retrieval</a:t>
            </a:r>
            <a:endParaRPr sz="1300"/>
          </a:p>
        </p:txBody>
      </p:sp>
      <p:sp>
        <p:nvSpPr>
          <p:cNvPr id="20" name="Shape 20">
            <a:extLst xmlns:a="http://schemas.openxmlformats.org/drawingml/2006/main">
              <a:ext uri="{FF2B5EF4-FFF2-40B4-BE49-F238E27FC236}">
                <a16:creationId xmlns:a16="http://schemas.microsoft.com/office/drawing/2014/main" id="{1A167A5F-3566-44E9-BCFD-657C6AB35E46}"/>
              </a:ext>
            </a:extLst>
          </p:cNvPr>
          <p:cNvSpPr>
            <a:spLocks xmlns:a="http://schemas.openxmlformats.org/drawingml/2006/main" noGrp="1"/>
          </p:cNvSpPr>
          <p:nvPr/>
        </p:nvSpPr>
        <p:spPr>
          <a:xfrm xmlns:a="http://schemas.openxmlformats.org/drawingml/2006/main">
            <a:off x="6286500" y="3829050"/>
            <a:ext cx="5334000" cy="2209800"/>
          </a:xfrm>
          <a:prstGeom xmlns:a="http://schemas.openxmlformats.org/drawingml/2006/main" prst="rect">
            <a:avLst/>
          </a:prstGeom>
          <a:solidFill xmlns:a="http://schemas.openxmlformats.org/drawingml/2006/main">
            <a:srgbClr val="FFFFFF"/>
          </a:solidFill>
          <a:ln xmlns:a="http://schemas.openxmlformats.org/drawingml/2006/main" w="12700">
            <a:solidFill>
              <a:srgbClr val="D9DEE3"/>
            </a:solidFill>
          </a:ln>
        </p:spPr>
      </p:sp>
      <p:pic>
        <p:nvPicPr>
          <p:cNvPr id="51" name="Picture 21"/>
          <p:cNvPicPr>
            <a:picLocks xmlns:a="http://schemas.openxmlformats.org/drawingml/2006/main" noChangeAspect="1"/>
          </p:cNvPicPr>
          <p:nvPr/>
        </p:nvPicPr>
        <p:blipFill>
          <a:blip xmlns:r="http://schemas.openxmlformats.org/officeDocument/2006/relationships" xmlns:a="http://schemas.openxmlformats.org/drawingml/2006/main" r:embed="R4a3ec55306424b63"/>
          <a:stretch xmlns:a="http://schemas.openxmlformats.org/drawingml/2006/main">
            <a:fillRect l="0" t="0" r="0" b="0"/>
          </a:stretch>
        </p:blipFill>
        <p:spPr>
          <a:xfrm xmlns:a="http://schemas.openxmlformats.org/drawingml/2006/main">
            <a:off x="6343650" y="3886200"/>
            <a:ext cx="5219700" cy="2143125"/>
          </a:xfrm>
          <a:prstGeom xmlns:a="http://schemas.openxmlformats.org/drawingml/2006/main" prst="rect">
            <a:avLst/>
          </a:prstGeom>
          <a:ln xmlns:a="http://schemas.openxmlformats.org/drawingml/2006/main">
            <a:noFill/>
          </a:ln>
        </p:spPr>
      </p:pic>
      <p:sp>
        <p:nvSpPr>
          <p:cNvPr id="22" name="Text 22">
            <a:extLst xmlns:a="http://schemas.openxmlformats.org/drawingml/2006/main">
              <a:ext uri="{FF2B5EF4-FFF2-40B4-BE49-F238E27FC236}">
                <a16:creationId xmlns:a16="http://schemas.microsoft.com/office/drawing/2014/main" id="{EC965DA6-CE27-42E9-95EF-032B81092A15}"/>
              </a:ext>
            </a:extLst>
          </p:cNvPr>
          <p:cNvSpPr>
            <a:spLocks xmlns:a="http://schemas.openxmlformats.org/drawingml/2006/main" noGrp="1"/>
          </p:cNvSpPr>
          <p:nvPr/>
        </p:nvSpPr>
        <p:spPr>
          <a:xfrm xmlns:a="http://schemas.openxmlformats.org/drawingml/2006/main">
            <a:off x="6419850" y="3943350"/>
            <a:ext cx="514350" cy="266700"/>
          </a:xfrm>
          <a:prstGeom xmlns:a="http://schemas.openxmlformats.org/drawingml/2006/main" prst="rect">
            <a:avLst/>
          </a:prstGeom>
          <a:solidFill xmlns:a="http://schemas.openxmlformats.org/drawingml/2006/main">
            <a:srgbClr val="981B1E"/>
          </a:solidFill>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1">
                <a:solidFill>
                  <a:srgbClr val="FFFFFF"/>
                </a:solidFill>
                <a:latin typeface="Arial"/>
                <a:ea typeface="Arial"/>
                <a:cs typeface="Arial"/>
              </a:rPr>
              <a:t>R5</a:t>
            </a:r>
            <a:endParaRPr sz="1300"/>
          </a:p>
        </p:txBody>
      </p:sp>
      <p:sp>
        <p:nvSpPr>
          <p:cNvPr id="23" name="Text 23">
            <a:extLst xmlns:a="http://schemas.openxmlformats.org/drawingml/2006/main">
              <a:ext uri="{FF2B5EF4-FFF2-40B4-BE49-F238E27FC236}">
                <a16:creationId xmlns:a16="http://schemas.microsoft.com/office/drawing/2014/main" id="{320391C4-DEA8-4166-ABD3-F12B7A2980B1}"/>
              </a:ext>
            </a:extLst>
          </p:cNvPr>
          <p:cNvSpPr>
            <a:spLocks xmlns:a="http://schemas.openxmlformats.org/drawingml/2006/main" noGrp="1"/>
          </p:cNvSpPr>
          <p:nvPr/>
        </p:nvSpPr>
        <p:spPr>
          <a:xfrm xmlns:a="http://schemas.openxmlformats.org/drawingml/2006/main">
            <a:off x="7010400" y="3943350"/>
            <a:ext cx="3143250" cy="266700"/>
          </a:xfrm>
          <a:prstGeom xmlns:a="http://schemas.openxmlformats.org/drawingml/2006/main" prst="rect">
            <a:avLst/>
          </a:prstGeom>
          <a:solidFill xmlns:a="http://schemas.openxmlformats.org/drawingml/2006/main">
            <a:srgbClr val="981B1E"/>
          </a:solidFill>
          <a:ln xmlns:a="http://schemas.openxmlformats.org/drawingml/2006/main">
            <a:noFill/>
          </a:ln>
        </p:spPr>
        <p:txBody>
          <a:bodyPr xmlns:a="http://schemas.openxmlformats.org/drawingml/2006/main" wrap="square" lIns="57150" tIns="57150" rIns="57150" bIns="57150" anchor="ctr"/>
          <a:lstStyle xmlns:a="http://schemas.openxmlformats.org/drawingml/2006/main"/>
          <a:p xmlns:a="http://schemas.openxmlformats.org/drawingml/2006/main">
            <a:pPr algn="l">
              <a:buNone/>
            </a:pPr>
            <a:r>
              <a:rPr sz="1300" b="1">
                <a:solidFill>
                  <a:srgbClr val="FFFFFF"/>
                </a:solidFill>
                <a:latin typeface="Arial"/>
                <a:ea typeface="Arial"/>
                <a:cs typeface="Arial"/>
              </a:rPr>
              <a:t>Composite + local LM Studio</a:t>
            </a:r>
            <a:endParaRPr sz="1300"/>
          </a:p>
        </p:txBody>
      </p:sp>
      <p:sp>
        <p:nvSpPr>
          <p:cNvPr id="24" name="Connector 24">
            <a:extLst xmlns:a="http://schemas.openxmlformats.org/drawingml/2006/main">
              <a:ext uri="{FF2B5EF4-FFF2-40B4-BE49-F238E27FC236}">
                <a16:creationId xmlns:a16="http://schemas.microsoft.com/office/drawing/2014/main" id="{A84D5F3B-B76D-4A69-B236-2EE2758CD9EA}"/>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BFC5CB"/>
            </a:solidFill>
          </a:ln>
        </p:spPr>
      </p:sp>
      <p:sp>
        <p:nvSpPr>
          <p:cNvPr id="25" name="Text 25">
            <a:extLst xmlns:a="http://schemas.openxmlformats.org/drawingml/2006/main">
              <a:ext uri="{FF2B5EF4-FFF2-40B4-BE49-F238E27FC236}">
                <a16:creationId xmlns:a16="http://schemas.microsoft.com/office/drawing/2014/main" id="{8E31732F-15CD-4AD7-8B85-9FB90E265517}"/>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TECHNICAL APPENDIX</a:t>
            </a:r>
            <a:endParaRPr sz="1000"/>
          </a:p>
        </p:txBody>
      </p:sp>
      <p:sp>
        <p:nvSpPr>
          <p:cNvPr id="26" name="Text 26">
            <a:extLst xmlns:a="http://schemas.openxmlformats.org/drawingml/2006/main">
              <a:ext uri="{FF2B5EF4-FFF2-40B4-BE49-F238E27FC236}">
                <a16:creationId xmlns:a16="http://schemas.microsoft.com/office/drawing/2014/main" id="{8D8F29B6-E30F-4994-9A4E-37081CA64020}"/>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A</a:t>
            </a:r>
            <a:endParaRPr sz="1000"/>
          </a:p>
        </p:txBody>
      </p:sp>
    </p:spTree>
    <p:extLst>
      <p:ext uri="{BB962C8B-B14F-4D97-AF65-F5344CB8AC3E}">
        <p14:creationId xmlns:p14="http://schemas.microsoft.com/office/powerpoint/2010/main" val="1385420301"/>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2FF817E6-46B9-4A49-8AB2-28FDB5D7A035}"/>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APPENDIX B · DECISION RECORD</a:t>
            </a:r>
            <a:endParaRPr sz="1100"/>
          </a:p>
        </p:txBody>
      </p:sp>
      <p:sp>
        <p:nvSpPr>
          <p:cNvPr id="3" name="Text 3">
            <a:extLst xmlns:a="http://schemas.openxmlformats.org/drawingml/2006/main">
              <a:ext uri="{FF2B5EF4-FFF2-40B4-BE49-F238E27FC236}">
                <a16:creationId xmlns:a16="http://schemas.microsoft.com/office/drawing/2014/main" id="{F5459A9A-2C72-4499-921E-2D290347BB8D}"/>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Eight ADRs concentrate the durable choices and their trade-offs</a:t>
            </a:r>
            <a:endParaRPr sz="3000"/>
          </a:p>
        </p:txBody>
      </p:sp>
      <p:sp>
        <p:nvSpPr>
          <p:cNvPr id="4" name="Text 4">
            <a:extLst xmlns:a="http://schemas.openxmlformats.org/drawingml/2006/main">
              <a:ext uri="{FF2B5EF4-FFF2-40B4-BE49-F238E27FC236}">
                <a16:creationId xmlns:a16="http://schemas.microsoft.com/office/drawing/2014/main" id="{40E2811E-8478-4190-839F-ABE017BE00BD}"/>
              </a:ext>
            </a:extLst>
          </p:cNvPr>
          <p:cNvSpPr>
            <a:spLocks xmlns:a="http://schemas.openxmlformats.org/drawingml/2006/main" noGrp="1"/>
          </p:cNvSpPr>
          <p:nvPr/>
        </p:nvSpPr>
        <p:spPr>
          <a:xfrm xmlns:a="http://schemas.openxmlformats.org/drawingml/2006/main">
            <a:off x="571500" y="1562100"/>
            <a:ext cx="106680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u="sng">
                <a:solidFill>
                  <a:srgbClr val="D71920"/>
                </a:solidFill>
                <a:latin typeface="Arial"/>
                <a:ea typeface="Arial"/>
                <a:cs typeface="Arial"/>
                <a:hlinkClick xmlns:r="http://schemas.openxmlformats.org/officeDocument/2006/relationships" r:id="Rcb9193f66ccd44a6"/>
              </a:rPr>
              <a:t>ADR-001</a:t>
            </a:r>
            <a:endParaRPr sz="1500"/>
          </a:p>
        </p:txBody>
      </p:sp>
      <p:sp>
        <p:nvSpPr>
          <p:cNvPr id="5" name="Text 5">
            <a:extLst xmlns:a="http://schemas.openxmlformats.org/drawingml/2006/main">
              <a:ext uri="{FF2B5EF4-FFF2-40B4-BE49-F238E27FC236}">
                <a16:creationId xmlns:a16="http://schemas.microsoft.com/office/drawing/2014/main" id="{3810C795-C256-4B8E-9EE7-F49158D68027}"/>
              </a:ext>
            </a:extLst>
          </p:cNvPr>
          <p:cNvSpPr>
            <a:spLocks xmlns:a="http://schemas.openxmlformats.org/drawingml/2006/main" noGrp="1"/>
          </p:cNvSpPr>
          <p:nvPr/>
        </p:nvSpPr>
        <p:spPr>
          <a:xfrm xmlns:a="http://schemas.openxmlformats.org/drawingml/2006/main">
            <a:off x="1714500" y="1562100"/>
            <a:ext cx="43815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600" b="1">
                <a:solidFill>
                  <a:srgbClr val="17212B"/>
                </a:solidFill>
                <a:latin typeface="Arial"/>
                <a:ea typeface="Arial"/>
                <a:cs typeface="Arial"/>
              </a:rPr>
              <a:t>Modular monolith and strict hexagonal boundaries</a:t>
            </a:r>
            <a:endParaRPr sz="1600"/>
          </a:p>
        </p:txBody>
      </p:sp>
      <p:sp>
        <p:nvSpPr>
          <p:cNvPr id="6" name="Connector 6">
            <a:extLst xmlns:a="http://schemas.openxmlformats.org/drawingml/2006/main">
              <a:ext uri="{FF2B5EF4-FFF2-40B4-BE49-F238E27FC236}">
                <a16:creationId xmlns:a16="http://schemas.microsoft.com/office/drawing/2014/main" id="{C3E35B16-8A3B-44FB-A9EB-7F48E09516AC}"/>
              </a:ext>
            </a:extLst>
          </p:cNvPr>
          <p:cNvSpPr>
            <a:spLocks xmlns:a="http://schemas.openxmlformats.org/drawingml/2006/main" noGrp="1"/>
          </p:cNvSpPr>
          <p:nvPr/>
        </p:nvSpPr>
        <p:spPr>
          <a:xfrm xmlns:a="http://schemas.openxmlformats.org/drawingml/2006/main">
            <a:off x="571500" y="2190750"/>
            <a:ext cx="5219700" cy="0"/>
          </a:xfrm>
          <a:prstGeom xmlns:a="http://schemas.openxmlformats.org/drawingml/2006/main" prst="line">
            <a:avLst/>
          </a:prstGeom>
          <a:ln xmlns:a="http://schemas.openxmlformats.org/drawingml/2006/main" w="12700">
            <a:solidFill>
              <a:srgbClr val="D9DEE3"/>
            </a:solidFill>
          </a:ln>
        </p:spPr>
      </p:sp>
      <p:sp>
        <p:nvSpPr>
          <p:cNvPr id="7" name="Text 7">
            <a:extLst xmlns:a="http://schemas.openxmlformats.org/drawingml/2006/main">
              <a:ext uri="{FF2B5EF4-FFF2-40B4-BE49-F238E27FC236}">
                <a16:creationId xmlns:a16="http://schemas.microsoft.com/office/drawing/2014/main" id="{2D2FDC05-B413-484B-9E48-8D4E059F4BD0}"/>
              </a:ext>
            </a:extLst>
          </p:cNvPr>
          <p:cNvSpPr>
            <a:spLocks xmlns:a="http://schemas.openxmlformats.org/drawingml/2006/main" noGrp="1"/>
          </p:cNvSpPr>
          <p:nvPr/>
        </p:nvSpPr>
        <p:spPr>
          <a:xfrm xmlns:a="http://schemas.openxmlformats.org/drawingml/2006/main">
            <a:off x="571500" y="2419350"/>
            <a:ext cx="106680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u="sng">
                <a:solidFill>
                  <a:srgbClr val="D71920"/>
                </a:solidFill>
                <a:latin typeface="Arial"/>
                <a:ea typeface="Arial"/>
                <a:cs typeface="Arial"/>
                <a:hlinkClick xmlns:r="http://schemas.openxmlformats.org/officeDocument/2006/relationships" r:id="R67f32a364d2e4ba5"/>
              </a:rPr>
              <a:t>ADR-002</a:t>
            </a:r>
            <a:endParaRPr sz="1500"/>
          </a:p>
        </p:txBody>
      </p:sp>
      <p:sp>
        <p:nvSpPr>
          <p:cNvPr id="8" name="Text 8">
            <a:extLst xmlns:a="http://schemas.openxmlformats.org/drawingml/2006/main">
              <a:ext uri="{FF2B5EF4-FFF2-40B4-BE49-F238E27FC236}">
                <a16:creationId xmlns:a16="http://schemas.microsoft.com/office/drawing/2014/main" id="{22451E05-F6E8-48F3-9863-5C6326DF6B47}"/>
              </a:ext>
            </a:extLst>
          </p:cNvPr>
          <p:cNvSpPr>
            <a:spLocks xmlns:a="http://schemas.openxmlformats.org/drawingml/2006/main" noGrp="1"/>
          </p:cNvSpPr>
          <p:nvPr/>
        </p:nvSpPr>
        <p:spPr>
          <a:xfrm xmlns:a="http://schemas.openxmlformats.org/drawingml/2006/main">
            <a:off x="1714500" y="2419350"/>
            <a:ext cx="43815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600" b="1">
                <a:solidFill>
                  <a:srgbClr val="17212B"/>
                </a:solidFill>
                <a:latin typeface="Arial"/>
                <a:ea typeface="Arial"/>
                <a:cs typeface="Arial"/>
              </a:rPr>
              <a:t>Provider-neutral analysis and trust boundary</a:t>
            </a:r>
            <a:endParaRPr sz="1600"/>
          </a:p>
        </p:txBody>
      </p:sp>
      <p:sp>
        <p:nvSpPr>
          <p:cNvPr id="9" name="Connector 9">
            <a:extLst xmlns:a="http://schemas.openxmlformats.org/drawingml/2006/main">
              <a:ext uri="{FF2B5EF4-FFF2-40B4-BE49-F238E27FC236}">
                <a16:creationId xmlns:a16="http://schemas.microsoft.com/office/drawing/2014/main" id="{7FA86DDB-3388-4001-B04E-0397F7C66DD4}"/>
              </a:ext>
            </a:extLst>
          </p:cNvPr>
          <p:cNvSpPr>
            <a:spLocks xmlns:a="http://schemas.openxmlformats.org/drawingml/2006/main" noGrp="1"/>
          </p:cNvSpPr>
          <p:nvPr/>
        </p:nvSpPr>
        <p:spPr>
          <a:xfrm xmlns:a="http://schemas.openxmlformats.org/drawingml/2006/main">
            <a:off x="571500" y="3048000"/>
            <a:ext cx="5219700" cy="0"/>
          </a:xfrm>
          <a:prstGeom xmlns:a="http://schemas.openxmlformats.org/drawingml/2006/main" prst="line">
            <a:avLst/>
          </a:prstGeom>
          <a:ln xmlns:a="http://schemas.openxmlformats.org/drawingml/2006/main" w="12700">
            <a:solidFill>
              <a:srgbClr val="D9DEE3"/>
            </a:solidFill>
          </a:ln>
        </p:spPr>
      </p:sp>
      <p:sp>
        <p:nvSpPr>
          <p:cNvPr id="10" name="Text 10">
            <a:extLst xmlns:a="http://schemas.openxmlformats.org/drawingml/2006/main">
              <a:ext uri="{FF2B5EF4-FFF2-40B4-BE49-F238E27FC236}">
                <a16:creationId xmlns:a16="http://schemas.microsoft.com/office/drawing/2014/main" id="{45F6F8B2-776B-42B7-AFEB-29CF040DF755}"/>
              </a:ext>
            </a:extLst>
          </p:cNvPr>
          <p:cNvSpPr>
            <a:spLocks xmlns:a="http://schemas.openxmlformats.org/drawingml/2006/main" noGrp="1"/>
          </p:cNvSpPr>
          <p:nvPr/>
        </p:nvSpPr>
        <p:spPr>
          <a:xfrm xmlns:a="http://schemas.openxmlformats.org/drawingml/2006/main">
            <a:off x="571500" y="3276600"/>
            <a:ext cx="106680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u="sng">
                <a:solidFill>
                  <a:srgbClr val="D71920"/>
                </a:solidFill>
                <a:latin typeface="Arial"/>
                <a:ea typeface="Arial"/>
                <a:cs typeface="Arial"/>
                <a:hlinkClick xmlns:r="http://schemas.openxmlformats.org/officeDocument/2006/relationships" r:id="Rf0eaa52b57204af1"/>
              </a:rPr>
              <a:t>ADR-003</a:t>
            </a:r>
            <a:endParaRPr sz="1500"/>
          </a:p>
        </p:txBody>
      </p:sp>
      <p:sp>
        <p:nvSpPr>
          <p:cNvPr id="11" name="Text 11">
            <a:extLst xmlns:a="http://schemas.openxmlformats.org/drawingml/2006/main">
              <a:ext uri="{FF2B5EF4-FFF2-40B4-BE49-F238E27FC236}">
                <a16:creationId xmlns:a16="http://schemas.microsoft.com/office/drawing/2014/main" id="{EDFB73A0-EBAE-4FC0-B8E7-0B536510E054}"/>
              </a:ext>
            </a:extLst>
          </p:cNvPr>
          <p:cNvSpPr>
            <a:spLocks xmlns:a="http://schemas.openxmlformats.org/drawingml/2006/main" noGrp="1"/>
          </p:cNvSpPr>
          <p:nvPr/>
        </p:nvSpPr>
        <p:spPr>
          <a:xfrm xmlns:a="http://schemas.openxmlformats.org/drawingml/2006/main">
            <a:off x="1714500" y="3276600"/>
            <a:ext cx="43815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600" b="1">
                <a:solidFill>
                  <a:srgbClr val="17212B"/>
                </a:solidFill>
                <a:latin typeface="Arial"/>
                <a:ea typeface="Arial"/>
                <a:cs typeface="Arial"/>
              </a:rPr>
              <a:t>PostgreSQL and pgvector as one persistent store</a:t>
            </a:r>
            <a:endParaRPr sz="1600"/>
          </a:p>
        </p:txBody>
      </p:sp>
      <p:sp>
        <p:nvSpPr>
          <p:cNvPr id="12" name="Connector 12">
            <a:extLst xmlns:a="http://schemas.openxmlformats.org/drawingml/2006/main">
              <a:ext uri="{FF2B5EF4-FFF2-40B4-BE49-F238E27FC236}">
                <a16:creationId xmlns:a16="http://schemas.microsoft.com/office/drawing/2014/main" id="{7FCB26DF-4291-4923-B733-0646AD981B7A}"/>
              </a:ext>
            </a:extLst>
          </p:cNvPr>
          <p:cNvSpPr>
            <a:spLocks xmlns:a="http://schemas.openxmlformats.org/drawingml/2006/main" noGrp="1"/>
          </p:cNvSpPr>
          <p:nvPr/>
        </p:nvSpPr>
        <p:spPr>
          <a:xfrm xmlns:a="http://schemas.openxmlformats.org/drawingml/2006/main">
            <a:off x="571500" y="3905250"/>
            <a:ext cx="5219700" cy="0"/>
          </a:xfrm>
          <a:prstGeom xmlns:a="http://schemas.openxmlformats.org/drawingml/2006/main" prst="line">
            <a:avLst/>
          </a:prstGeom>
          <a:ln xmlns:a="http://schemas.openxmlformats.org/drawingml/2006/main" w="12700">
            <a:solidFill>
              <a:srgbClr val="D9DEE3"/>
            </a:solidFill>
          </a:ln>
        </p:spPr>
      </p:sp>
      <p:sp>
        <p:nvSpPr>
          <p:cNvPr id="13" name="Text 13">
            <a:extLst xmlns:a="http://schemas.openxmlformats.org/drawingml/2006/main">
              <a:ext uri="{FF2B5EF4-FFF2-40B4-BE49-F238E27FC236}">
                <a16:creationId xmlns:a16="http://schemas.microsoft.com/office/drawing/2014/main" id="{DCD4271A-3844-4FB3-BFA8-BFA157071F96}"/>
              </a:ext>
            </a:extLst>
          </p:cNvPr>
          <p:cNvSpPr>
            <a:spLocks xmlns:a="http://schemas.openxmlformats.org/drawingml/2006/main" noGrp="1"/>
          </p:cNvSpPr>
          <p:nvPr/>
        </p:nvSpPr>
        <p:spPr>
          <a:xfrm xmlns:a="http://schemas.openxmlformats.org/drawingml/2006/main">
            <a:off x="571500" y="4133850"/>
            <a:ext cx="106680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u="sng">
                <a:solidFill>
                  <a:srgbClr val="D71920"/>
                </a:solidFill>
                <a:latin typeface="Arial"/>
                <a:ea typeface="Arial"/>
                <a:cs typeface="Arial"/>
                <a:hlinkClick xmlns:r="http://schemas.openxmlformats.org/officeDocument/2006/relationships" r:id="R28ed81cb1201454f"/>
              </a:rPr>
              <a:t>ADR-004</a:t>
            </a:r>
            <a:endParaRPr sz="1500"/>
          </a:p>
        </p:txBody>
      </p:sp>
      <p:sp>
        <p:nvSpPr>
          <p:cNvPr id="14" name="Text 14">
            <a:extLst xmlns:a="http://schemas.openxmlformats.org/drawingml/2006/main">
              <a:ext uri="{FF2B5EF4-FFF2-40B4-BE49-F238E27FC236}">
                <a16:creationId xmlns:a16="http://schemas.microsoft.com/office/drawing/2014/main" id="{29261796-C845-4B86-A579-2256BF46AAB6}"/>
              </a:ext>
            </a:extLst>
          </p:cNvPr>
          <p:cNvSpPr>
            <a:spLocks xmlns:a="http://schemas.openxmlformats.org/drawingml/2006/main" noGrp="1"/>
          </p:cNvSpPr>
          <p:nvPr/>
        </p:nvSpPr>
        <p:spPr>
          <a:xfrm xmlns:a="http://schemas.openxmlformats.org/drawingml/2006/main">
            <a:off x="1714500" y="4133850"/>
            <a:ext cx="43815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600" b="1">
                <a:solidFill>
                  <a:srgbClr val="17212B"/>
                </a:solidFill>
                <a:latin typeface="Arial"/>
                <a:ea typeface="Arial"/>
                <a:cs typeface="Arial"/>
              </a:rPr>
              <a:t>Preferred Java, Spring and React stack</a:t>
            </a:r>
            <a:endParaRPr sz="1600"/>
          </a:p>
        </p:txBody>
      </p:sp>
      <p:sp>
        <p:nvSpPr>
          <p:cNvPr id="15" name="Connector 15">
            <a:extLst xmlns:a="http://schemas.openxmlformats.org/drawingml/2006/main">
              <a:ext uri="{FF2B5EF4-FFF2-40B4-BE49-F238E27FC236}">
                <a16:creationId xmlns:a16="http://schemas.microsoft.com/office/drawing/2014/main" id="{D57EF9F2-E877-476E-AFCE-3F853F894D6B}"/>
              </a:ext>
            </a:extLst>
          </p:cNvPr>
          <p:cNvSpPr>
            <a:spLocks xmlns:a="http://schemas.openxmlformats.org/drawingml/2006/main" noGrp="1"/>
          </p:cNvSpPr>
          <p:nvPr/>
        </p:nvSpPr>
        <p:spPr>
          <a:xfrm xmlns:a="http://schemas.openxmlformats.org/drawingml/2006/main">
            <a:off x="571500" y="4762500"/>
            <a:ext cx="5219700" cy="0"/>
          </a:xfrm>
          <a:prstGeom xmlns:a="http://schemas.openxmlformats.org/drawingml/2006/main" prst="line">
            <a:avLst/>
          </a:prstGeom>
          <a:ln xmlns:a="http://schemas.openxmlformats.org/drawingml/2006/main" w="12700">
            <a:solidFill>
              <a:srgbClr val="D9DEE3"/>
            </a:solidFill>
          </a:ln>
        </p:spPr>
      </p:sp>
      <p:sp>
        <p:nvSpPr>
          <p:cNvPr id="16" name="Text 16">
            <a:extLst xmlns:a="http://schemas.openxmlformats.org/drawingml/2006/main">
              <a:ext uri="{FF2B5EF4-FFF2-40B4-BE49-F238E27FC236}">
                <a16:creationId xmlns:a16="http://schemas.microsoft.com/office/drawing/2014/main" id="{D3F8F9A2-2E98-4809-9406-572312FD2E9B}"/>
              </a:ext>
            </a:extLst>
          </p:cNvPr>
          <p:cNvSpPr>
            <a:spLocks xmlns:a="http://schemas.openxmlformats.org/drawingml/2006/main" noGrp="1"/>
          </p:cNvSpPr>
          <p:nvPr/>
        </p:nvSpPr>
        <p:spPr>
          <a:xfrm xmlns:a="http://schemas.openxmlformats.org/drawingml/2006/main">
            <a:off x="6286500" y="1562100"/>
            <a:ext cx="106680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u="sng">
                <a:solidFill>
                  <a:srgbClr val="D71920"/>
                </a:solidFill>
                <a:latin typeface="Arial"/>
                <a:ea typeface="Arial"/>
                <a:cs typeface="Arial"/>
                <a:hlinkClick xmlns:r="http://schemas.openxmlformats.org/officeDocument/2006/relationships" r:id="Rac8e92cad19b4558"/>
              </a:rPr>
              <a:t>ADR-005</a:t>
            </a:r>
            <a:endParaRPr sz="1500"/>
          </a:p>
        </p:txBody>
      </p:sp>
      <p:sp>
        <p:nvSpPr>
          <p:cNvPr id="17" name="Text 17">
            <a:extLst xmlns:a="http://schemas.openxmlformats.org/drawingml/2006/main">
              <a:ext uri="{FF2B5EF4-FFF2-40B4-BE49-F238E27FC236}">
                <a16:creationId xmlns:a16="http://schemas.microsoft.com/office/drawing/2014/main" id="{FC96B397-038C-49A7-B76E-0A9A48DA1C02}"/>
              </a:ext>
            </a:extLst>
          </p:cNvPr>
          <p:cNvSpPr>
            <a:spLocks xmlns:a="http://schemas.openxmlformats.org/drawingml/2006/main" noGrp="1"/>
          </p:cNvSpPr>
          <p:nvPr/>
        </p:nvSpPr>
        <p:spPr>
          <a:xfrm xmlns:a="http://schemas.openxmlformats.org/drawingml/2006/main">
            <a:off x="7429500" y="1562100"/>
            <a:ext cx="43815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600" b="1">
                <a:solidFill>
                  <a:srgbClr val="17212B"/>
                </a:solidFill>
                <a:latin typeface="Arial"/>
                <a:ea typeface="Arial"/>
                <a:cs typeface="Arial"/>
              </a:rPr>
              <a:t>One prebuilt application image per checkpoint</a:t>
            </a:r>
            <a:endParaRPr sz="1600"/>
          </a:p>
        </p:txBody>
      </p:sp>
      <p:sp>
        <p:nvSpPr>
          <p:cNvPr id="18" name="Connector 18">
            <a:extLst xmlns:a="http://schemas.openxmlformats.org/drawingml/2006/main">
              <a:ext uri="{FF2B5EF4-FFF2-40B4-BE49-F238E27FC236}">
                <a16:creationId xmlns:a16="http://schemas.microsoft.com/office/drawing/2014/main" id="{C93E1C99-115B-48F2-9706-693759B6C742}"/>
              </a:ext>
            </a:extLst>
          </p:cNvPr>
          <p:cNvSpPr>
            <a:spLocks xmlns:a="http://schemas.openxmlformats.org/drawingml/2006/main" noGrp="1"/>
          </p:cNvSpPr>
          <p:nvPr/>
        </p:nvSpPr>
        <p:spPr>
          <a:xfrm xmlns:a="http://schemas.openxmlformats.org/drawingml/2006/main">
            <a:off x="6286500" y="2190750"/>
            <a:ext cx="5219700" cy="0"/>
          </a:xfrm>
          <a:prstGeom xmlns:a="http://schemas.openxmlformats.org/drawingml/2006/main" prst="line">
            <a:avLst/>
          </a:prstGeom>
          <a:ln xmlns:a="http://schemas.openxmlformats.org/drawingml/2006/main" w="12700">
            <a:solidFill>
              <a:srgbClr val="D9DEE3"/>
            </a:solidFill>
          </a:ln>
        </p:spPr>
      </p:sp>
      <p:sp>
        <p:nvSpPr>
          <p:cNvPr id="19" name="Text 19">
            <a:extLst xmlns:a="http://schemas.openxmlformats.org/drawingml/2006/main">
              <a:ext uri="{FF2B5EF4-FFF2-40B4-BE49-F238E27FC236}">
                <a16:creationId xmlns:a16="http://schemas.microsoft.com/office/drawing/2014/main" id="{6BCB230D-50FD-4F8B-8B20-EA20FAD0CC41}"/>
              </a:ext>
            </a:extLst>
          </p:cNvPr>
          <p:cNvSpPr>
            <a:spLocks xmlns:a="http://schemas.openxmlformats.org/drawingml/2006/main" noGrp="1"/>
          </p:cNvSpPr>
          <p:nvPr/>
        </p:nvSpPr>
        <p:spPr>
          <a:xfrm xmlns:a="http://schemas.openxmlformats.org/drawingml/2006/main">
            <a:off x="6286500" y="2419350"/>
            <a:ext cx="106680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u="sng">
                <a:solidFill>
                  <a:srgbClr val="D71920"/>
                </a:solidFill>
                <a:latin typeface="Arial"/>
                <a:ea typeface="Arial"/>
                <a:cs typeface="Arial"/>
                <a:hlinkClick xmlns:r="http://schemas.openxmlformats.org/officeDocument/2006/relationships" r:id="Re976d3cea7a94af4"/>
              </a:rPr>
              <a:t>ADR-006</a:t>
            </a:r>
            <a:endParaRPr sz="1500"/>
          </a:p>
        </p:txBody>
      </p:sp>
      <p:sp>
        <p:nvSpPr>
          <p:cNvPr id="20" name="Text 20">
            <a:extLst xmlns:a="http://schemas.openxmlformats.org/drawingml/2006/main">
              <a:ext uri="{FF2B5EF4-FFF2-40B4-BE49-F238E27FC236}">
                <a16:creationId xmlns:a16="http://schemas.microsoft.com/office/drawing/2014/main" id="{D889F1F8-D017-46C7-AF04-3898DC91CF3C}"/>
              </a:ext>
            </a:extLst>
          </p:cNvPr>
          <p:cNvSpPr>
            <a:spLocks xmlns:a="http://schemas.openxmlformats.org/drawingml/2006/main" noGrp="1"/>
          </p:cNvSpPr>
          <p:nvPr/>
        </p:nvSpPr>
        <p:spPr>
          <a:xfrm xmlns:a="http://schemas.openxmlformats.org/drawingml/2006/main">
            <a:off x="7429500" y="2419350"/>
            <a:ext cx="43815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600" b="1">
                <a:solidFill>
                  <a:srgbClr val="17212B"/>
                </a:solidFill>
                <a:latin typeface="Arial"/>
                <a:ea typeface="Arial"/>
                <a:cs typeface="Arial"/>
              </a:rPr>
              <a:t>Compose OCI and multi-platform distribution</a:t>
            </a:r>
            <a:endParaRPr sz="1600"/>
          </a:p>
        </p:txBody>
      </p:sp>
      <p:sp>
        <p:nvSpPr>
          <p:cNvPr id="21" name="Connector 21">
            <a:extLst xmlns:a="http://schemas.openxmlformats.org/drawingml/2006/main">
              <a:ext uri="{FF2B5EF4-FFF2-40B4-BE49-F238E27FC236}">
                <a16:creationId xmlns:a16="http://schemas.microsoft.com/office/drawing/2014/main" id="{B690316A-6499-4399-8EC4-2C94D6B43395}"/>
              </a:ext>
            </a:extLst>
          </p:cNvPr>
          <p:cNvSpPr>
            <a:spLocks xmlns:a="http://schemas.openxmlformats.org/drawingml/2006/main" noGrp="1"/>
          </p:cNvSpPr>
          <p:nvPr/>
        </p:nvSpPr>
        <p:spPr>
          <a:xfrm xmlns:a="http://schemas.openxmlformats.org/drawingml/2006/main">
            <a:off x="6286500" y="3048000"/>
            <a:ext cx="5219700" cy="0"/>
          </a:xfrm>
          <a:prstGeom xmlns:a="http://schemas.openxmlformats.org/drawingml/2006/main" prst="line">
            <a:avLst/>
          </a:prstGeom>
          <a:ln xmlns:a="http://schemas.openxmlformats.org/drawingml/2006/main" w="12700">
            <a:solidFill>
              <a:srgbClr val="D9DEE3"/>
            </a:solidFill>
          </a:ln>
        </p:spPr>
      </p:sp>
      <p:sp>
        <p:nvSpPr>
          <p:cNvPr id="22" name="Text 22">
            <a:extLst xmlns:a="http://schemas.openxmlformats.org/drawingml/2006/main">
              <a:ext uri="{FF2B5EF4-FFF2-40B4-BE49-F238E27FC236}">
                <a16:creationId xmlns:a16="http://schemas.microsoft.com/office/drawing/2014/main" id="{79E74E06-C14D-434E-A0D3-734ACA335AD4}"/>
              </a:ext>
            </a:extLst>
          </p:cNvPr>
          <p:cNvSpPr>
            <a:spLocks xmlns:a="http://schemas.openxmlformats.org/drawingml/2006/main" noGrp="1"/>
          </p:cNvSpPr>
          <p:nvPr/>
        </p:nvSpPr>
        <p:spPr>
          <a:xfrm xmlns:a="http://schemas.openxmlformats.org/drawingml/2006/main">
            <a:off x="6286500" y="3276600"/>
            <a:ext cx="106680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u="sng">
                <a:solidFill>
                  <a:srgbClr val="D71920"/>
                </a:solidFill>
                <a:latin typeface="Arial"/>
                <a:ea typeface="Arial"/>
                <a:cs typeface="Arial"/>
                <a:hlinkClick xmlns:r="http://schemas.openxmlformats.org/officeDocument/2006/relationships" r:id="R116c6ca17e2c476d"/>
              </a:rPr>
              <a:t>ADR-007</a:t>
            </a:r>
            <a:endParaRPr sz="1500"/>
          </a:p>
        </p:txBody>
      </p:sp>
      <p:sp>
        <p:nvSpPr>
          <p:cNvPr id="23" name="Text 23">
            <a:extLst xmlns:a="http://schemas.openxmlformats.org/drawingml/2006/main">
              <a:ext uri="{FF2B5EF4-FFF2-40B4-BE49-F238E27FC236}">
                <a16:creationId xmlns:a16="http://schemas.microsoft.com/office/drawing/2014/main" id="{D4564B6A-8F9B-4C5D-B4FB-39E737EC66BF}"/>
              </a:ext>
            </a:extLst>
          </p:cNvPr>
          <p:cNvSpPr>
            <a:spLocks xmlns:a="http://schemas.openxmlformats.org/drawingml/2006/main" noGrp="1"/>
          </p:cNvSpPr>
          <p:nvPr/>
        </p:nvSpPr>
        <p:spPr>
          <a:xfrm xmlns:a="http://schemas.openxmlformats.org/drawingml/2006/main">
            <a:off x="7429500" y="3276600"/>
            <a:ext cx="43815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600" b="1">
                <a:solidFill>
                  <a:srgbClr val="17212B"/>
                </a:solidFill>
                <a:latin typeface="Arial"/>
                <a:ea typeface="Arial"/>
                <a:cs typeface="Arial"/>
              </a:rPr>
              <a:t>Hibernate/JPA adapters with Flyway-owned schema</a:t>
            </a:r>
            <a:endParaRPr sz="1600"/>
          </a:p>
        </p:txBody>
      </p:sp>
      <p:sp>
        <p:nvSpPr>
          <p:cNvPr id="24" name="Connector 24">
            <a:extLst xmlns:a="http://schemas.openxmlformats.org/drawingml/2006/main">
              <a:ext uri="{FF2B5EF4-FFF2-40B4-BE49-F238E27FC236}">
                <a16:creationId xmlns:a16="http://schemas.microsoft.com/office/drawing/2014/main" id="{15D392F6-33DB-41A1-83FD-8FBBFFE4A5FD}"/>
              </a:ext>
            </a:extLst>
          </p:cNvPr>
          <p:cNvSpPr>
            <a:spLocks xmlns:a="http://schemas.openxmlformats.org/drawingml/2006/main" noGrp="1"/>
          </p:cNvSpPr>
          <p:nvPr/>
        </p:nvSpPr>
        <p:spPr>
          <a:xfrm xmlns:a="http://schemas.openxmlformats.org/drawingml/2006/main">
            <a:off x="6286500" y="3905250"/>
            <a:ext cx="5219700" cy="0"/>
          </a:xfrm>
          <a:prstGeom xmlns:a="http://schemas.openxmlformats.org/drawingml/2006/main" prst="line">
            <a:avLst/>
          </a:prstGeom>
          <a:ln xmlns:a="http://schemas.openxmlformats.org/drawingml/2006/main" w="12700">
            <a:solidFill>
              <a:srgbClr val="D9DEE3"/>
            </a:solidFill>
          </a:ln>
        </p:spPr>
      </p:sp>
      <p:sp>
        <p:nvSpPr>
          <p:cNvPr id="25" name="Text 25">
            <a:extLst xmlns:a="http://schemas.openxmlformats.org/drawingml/2006/main">
              <a:ext uri="{FF2B5EF4-FFF2-40B4-BE49-F238E27FC236}">
                <a16:creationId xmlns:a16="http://schemas.microsoft.com/office/drawing/2014/main" id="{9E76649C-8CA1-4D87-A10D-99B9E2C6A6B4}"/>
              </a:ext>
            </a:extLst>
          </p:cNvPr>
          <p:cNvSpPr>
            <a:spLocks xmlns:a="http://schemas.openxmlformats.org/drawingml/2006/main" noGrp="1"/>
          </p:cNvSpPr>
          <p:nvPr/>
        </p:nvSpPr>
        <p:spPr>
          <a:xfrm xmlns:a="http://schemas.openxmlformats.org/drawingml/2006/main">
            <a:off x="6286500" y="4133850"/>
            <a:ext cx="1066800" cy="30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u="sng">
                <a:solidFill>
                  <a:srgbClr val="D71920"/>
                </a:solidFill>
                <a:latin typeface="Arial"/>
                <a:ea typeface="Arial"/>
                <a:cs typeface="Arial"/>
                <a:hlinkClick xmlns:r="http://schemas.openxmlformats.org/officeDocument/2006/relationships" r:id="R15805b0b9dd94899"/>
              </a:rPr>
              <a:t>ADR-008</a:t>
            </a:r>
            <a:endParaRPr sz="1500"/>
          </a:p>
        </p:txBody>
      </p:sp>
      <p:sp>
        <p:nvSpPr>
          <p:cNvPr id="26" name="Text 26">
            <a:extLst xmlns:a="http://schemas.openxmlformats.org/drawingml/2006/main">
              <a:ext uri="{FF2B5EF4-FFF2-40B4-BE49-F238E27FC236}">
                <a16:creationId xmlns:a16="http://schemas.microsoft.com/office/drawing/2014/main" id="{C87197C1-7FAB-4111-AC94-53603360E929}"/>
              </a:ext>
            </a:extLst>
          </p:cNvPr>
          <p:cNvSpPr>
            <a:spLocks xmlns:a="http://schemas.openxmlformats.org/drawingml/2006/main" noGrp="1"/>
          </p:cNvSpPr>
          <p:nvPr/>
        </p:nvSpPr>
        <p:spPr>
          <a:xfrm xmlns:a="http://schemas.openxmlformats.org/drawingml/2006/main">
            <a:off x="7429500" y="4133850"/>
            <a:ext cx="43815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600" b="1">
                <a:solidFill>
                  <a:srgbClr val="17212B"/>
                </a:solidFill>
                <a:latin typeface="Arial"/>
                <a:ea typeface="Arial"/>
                <a:cs typeface="Arial"/>
              </a:rPr>
              <a:t>Customer Activity Analytics public identity</a:t>
            </a:r>
            <a:endParaRPr sz="1600"/>
          </a:p>
        </p:txBody>
      </p:sp>
      <p:sp>
        <p:nvSpPr>
          <p:cNvPr id="27" name="Connector 27">
            <a:extLst xmlns:a="http://schemas.openxmlformats.org/drawingml/2006/main">
              <a:ext uri="{FF2B5EF4-FFF2-40B4-BE49-F238E27FC236}">
                <a16:creationId xmlns:a16="http://schemas.microsoft.com/office/drawing/2014/main" id="{F61418F6-B484-42D4-B8E9-9EF43D73907E}"/>
              </a:ext>
            </a:extLst>
          </p:cNvPr>
          <p:cNvSpPr>
            <a:spLocks xmlns:a="http://schemas.openxmlformats.org/drawingml/2006/main" noGrp="1"/>
          </p:cNvSpPr>
          <p:nvPr/>
        </p:nvSpPr>
        <p:spPr>
          <a:xfrm xmlns:a="http://schemas.openxmlformats.org/drawingml/2006/main">
            <a:off x="6286500" y="4762500"/>
            <a:ext cx="5219700" cy="0"/>
          </a:xfrm>
          <a:prstGeom xmlns:a="http://schemas.openxmlformats.org/drawingml/2006/main" prst="line">
            <a:avLst/>
          </a:prstGeom>
          <a:ln xmlns:a="http://schemas.openxmlformats.org/drawingml/2006/main" w="12700">
            <a:solidFill>
              <a:srgbClr val="D9DEE3"/>
            </a:solidFill>
          </a:ln>
        </p:spPr>
      </p:sp>
      <p:sp>
        <p:nvSpPr>
          <p:cNvPr id="28" name="Shape 28">
            <a:extLst xmlns:a="http://schemas.openxmlformats.org/drawingml/2006/main">
              <a:ext uri="{FF2B5EF4-FFF2-40B4-BE49-F238E27FC236}">
                <a16:creationId xmlns:a16="http://schemas.microsoft.com/office/drawing/2014/main" id="{1357D16F-6F9E-48D8-A250-413288CEC57F}"/>
              </a:ext>
            </a:extLst>
          </p:cNvPr>
          <p:cNvSpPr>
            <a:spLocks xmlns:a="http://schemas.openxmlformats.org/drawingml/2006/main" noGrp="1"/>
          </p:cNvSpPr>
          <p:nvPr/>
        </p:nvSpPr>
        <p:spPr>
          <a:xfrm xmlns:a="http://schemas.openxmlformats.org/drawingml/2006/main">
            <a:off x="876300" y="5219700"/>
            <a:ext cx="10439400" cy="72390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D9DEE3"/>
            </a:solidFill>
          </a:ln>
        </p:spPr>
      </p:sp>
      <p:sp>
        <p:nvSpPr>
          <p:cNvPr id="29" name="Text 29">
            <a:extLst xmlns:a="http://schemas.openxmlformats.org/drawingml/2006/main">
              <a:ext uri="{FF2B5EF4-FFF2-40B4-BE49-F238E27FC236}">
                <a16:creationId xmlns:a16="http://schemas.microsoft.com/office/drawing/2014/main" id="{EC785CB3-5230-434D-A681-1F78AFA6E0AE}"/>
              </a:ext>
            </a:extLst>
          </p:cNvPr>
          <p:cNvSpPr>
            <a:spLocks xmlns:a="http://schemas.openxmlformats.org/drawingml/2006/main" noGrp="1"/>
          </p:cNvSpPr>
          <p:nvPr/>
        </p:nvSpPr>
        <p:spPr>
          <a:xfrm xmlns:a="http://schemas.openxmlformats.org/drawingml/2006/main">
            <a:off x="1066800" y="5353050"/>
            <a:ext cx="10058400" cy="4381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300" b="1" u="sng">
                <a:solidFill>
                  <a:srgbClr val="2A5B84"/>
                </a:solidFill>
                <a:latin typeface="Arial"/>
                <a:ea typeface="Arial"/>
                <a:cs typeface="Arial"/>
                <a:hlinkClick xmlns:r="http://schemas.openxmlformats.org/officeDocument/2006/relationships" r:id="R7203e5f8fcf14b24"/>
              </a:rPr>
              <a:t>https://github.com/jdoe-dev-159753/specgraph-reference-app/tree/main/docs/assignment/ADR</a:t>
            </a:r>
            <a:endParaRPr sz="1300"/>
          </a:p>
        </p:txBody>
      </p:sp>
      <p:sp>
        <p:nvSpPr>
          <p:cNvPr id="30" name="Connector 30">
            <a:extLst xmlns:a="http://schemas.openxmlformats.org/drawingml/2006/main">
              <a:ext uri="{FF2B5EF4-FFF2-40B4-BE49-F238E27FC236}">
                <a16:creationId xmlns:a16="http://schemas.microsoft.com/office/drawing/2014/main" id="{EE050109-B96B-482F-8E79-5CF933EB528D}"/>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BFC5CB"/>
            </a:solidFill>
          </a:ln>
        </p:spPr>
      </p:sp>
      <p:sp>
        <p:nvSpPr>
          <p:cNvPr id="31" name="Text 31">
            <a:extLst xmlns:a="http://schemas.openxmlformats.org/drawingml/2006/main">
              <a:ext uri="{FF2B5EF4-FFF2-40B4-BE49-F238E27FC236}">
                <a16:creationId xmlns:a16="http://schemas.microsoft.com/office/drawing/2014/main" id="{C4B5564E-CE79-4A91-9EB1-32581821F659}"/>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TECHNICAL APPENDIX</a:t>
            </a:r>
            <a:endParaRPr sz="1000"/>
          </a:p>
        </p:txBody>
      </p:sp>
      <p:sp>
        <p:nvSpPr>
          <p:cNvPr id="32" name="Text 32">
            <a:extLst xmlns:a="http://schemas.openxmlformats.org/drawingml/2006/main">
              <a:ext uri="{FF2B5EF4-FFF2-40B4-BE49-F238E27FC236}">
                <a16:creationId xmlns:a16="http://schemas.microsoft.com/office/drawing/2014/main" id="{BC103D40-FABB-4F65-BA0D-8DC8D98A0D2B}"/>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B</a:t>
            </a:r>
            <a:endParaRPr sz="1000"/>
          </a:p>
        </p:txBody>
      </p:sp>
    </p:spTree>
    <p:extLst>
      <p:ext uri="{BB962C8B-B14F-4D97-AF65-F5344CB8AC3E}">
        <p14:creationId xmlns:p14="http://schemas.microsoft.com/office/powerpoint/2010/main" val="784446062"/>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8A9AF19E-ADC6-4175-968C-F9CE7ECF6E42}"/>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APPENDIX C · BETA-BINOMIAL DETECTOR</a:t>
            </a:r>
            <a:endParaRPr sz="1100"/>
          </a:p>
        </p:txBody>
      </p:sp>
      <p:sp>
        <p:nvSpPr>
          <p:cNvPr id="3" name="Text 3">
            <a:extLst xmlns:a="http://schemas.openxmlformats.org/drawingml/2006/main">
              <a:ext uri="{FF2B5EF4-FFF2-40B4-BE49-F238E27FC236}">
                <a16:creationId xmlns:a16="http://schemas.microsoft.com/office/drawing/2014/main" id="{B29A1CC7-D66A-4D74-B4C6-424DE2C27BCC}"/>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Three elevated observations shift the posterior toward higher review rates</a:t>
            </a:r>
            <a:endParaRPr sz="3000"/>
          </a:p>
        </p:txBody>
      </p:sp>
      <p:sp>
        <p:nvSpPr>
          <p:cNvPr id="4" name="Text 4">
            <a:extLst xmlns:a="http://schemas.openxmlformats.org/drawingml/2006/main">
              <a:ext uri="{FF2B5EF4-FFF2-40B4-BE49-F238E27FC236}">
                <a16:creationId xmlns:a16="http://schemas.microsoft.com/office/drawing/2014/main" id="{B0BE9085-7DCC-451B-BE0B-4533FED41AB5}"/>
              </a:ext>
            </a:extLst>
          </p:cNvPr>
          <p:cNvSpPr>
            <a:spLocks xmlns:a="http://schemas.openxmlformats.org/drawingml/2006/main" noGrp="1"/>
          </p:cNvSpPr>
          <p:nvPr/>
        </p:nvSpPr>
        <p:spPr>
          <a:xfrm xmlns:a="http://schemas.openxmlformats.org/drawingml/2006/main">
            <a:off x="704850" y="1409700"/>
            <a:ext cx="4762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1">
                <a:solidFill>
                  <a:srgbClr val="17212B"/>
                </a:solidFill>
                <a:latin typeface="Arial"/>
                <a:ea typeface="Arial"/>
                <a:cs typeface="Arial"/>
              </a:rPr>
              <a:t>Illustrative test case: 3 elevated observations out of 4</a:t>
            </a:r>
            <a:endParaRPr sz="1300"/>
          </a:p>
        </p:txBody>
      </p:sp>
      <p:sp>
        <p:nvSpPr>
          <p:cNvPr id="5" name="Text 5">
            <a:extLst xmlns:a="http://schemas.openxmlformats.org/drawingml/2006/main">
              <a:ext uri="{FF2B5EF4-FFF2-40B4-BE49-F238E27FC236}">
                <a16:creationId xmlns:a16="http://schemas.microsoft.com/office/drawing/2014/main" id="{79F16128-8484-43B3-9457-D92E331A2208}"/>
              </a:ext>
            </a:extLst>
          </p:cNvPr>
          <p:cNvSpPr>
            <a:spLocks xmlns:a="http://schemas.openxmlformats.org/drawingml/2006/main" noGrp="1"/>
          </p:cNvSpPr>
          <p:nvPr/>
        </p:nvSpPr>
        <p:spPr>
          <a:xfrm xmlns:a="http://schemas.openxmlformats.org/drawingml/2006/main">
            <a:off x="6896100" y="1409700"/>
            <a:ext cx="45910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300" b="1">
                <a:solidFill>
                  <a:srgbClr val="981B1E"/>
                </a:solidFill>
                <a:latin typeface="Arial"/>
                <a:ea typeface="Arial"/>
                <a:cs typeface="Arial"/>
              </a:rPr>
              <a:t>Beta(1, 4) updated to Beta(4, 5)</a:t>
            </a:r>
            <a:endParaRPr sz="1300"/>
          </a:p>
        </p:txBody>
      </p:sp>
      <p:sp>
        <p:nvSpPr>
          <p:cNvPr id="6" name="Connector 6">
            <a:extLst xmlns:a="http://schemas.openxmlformats.org/drawingml/2006/main">
              <a:ext uri="{FF2B5EF4-FFF2-40B4-BE49-F238E27FC236}">
                <a16:creationId xmlns:a16="http://schemas.microsoft.com/office/drawing/2014/main" id="{2396FEE3-C7CE-4181-8AA3-A32B14A37A77}"/>
              </a:ext>
            </a:extLst>
          </p:cNvPr>
          <p:cNvSpPr>
            <a:spLocks xmlns:a="http://schemas.openxmlformats.org/drawingml/2006/main" noGrp="1"/>
          </p:cNvSpPr>
          <p:nvPr/>
        </p:nvSpPr>
        <p:spPr>
          <a:xfrm xmlns:a="http://schemas.openxmlformats.org/drawingml/2006/main">
            <a:off x="1181100" y="4056743"/>
            <a:ext cx="10210800" cy="0"/>
          </a:xfrm>
          <a:prstGeom xmlns:a="http://schemas.openxmlformats.org/drawingml/2006/main" prst="line">
            <a:avLst/>
          </a:prstGeom>
          <a:ln xmlns:a="http://schemas.openxmlformats.org/drawingml/2006/main" w="12700">
            <a:solidFill>
              <a:srgbClr val="E8EBEE"/>
            </a:solidFill>
          </a:ln>
        </p:spPr>
      </p:sp>
      <p:sp>
        <p:nvSpPr>
          <p:cNvPr id="7" name="Text 7">
            <a:extLst xmlns:a="http://schemas.openxmlformats.org/drawingml/2006/main">
              <a:ext uri="{FF2B5EF4-FFF2-40B4-BE49-F238E27FC236}">
                <a16:creationId xmlns:a16="http://schemas.microsoft.com/office/drawing/2014/main" id="{C316F64B-8918-49D7-A2FB-641E33477AF8}"/>
              </a:ext>
            </a:extLst>
          </p:cNvPr>
          <p:cNvSpPr>
            <a:spLocks xmlns:a="http://schemas.openxmlformats.org/drawingml/2006/main" noGrp="1"/>
          </p:cNvSpPr>
          <p:nvPr/>
        </p:nvSpPr>
        <p:spPr>
          <a:xfrm xmlns:a="http://schemas.openxmlformats.org/drawingml/2006/main">
            <a:off x="819150" y="3980543"/>
            <a:ext cx="28575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1</a:t>
            </a:r>
            <a:endParaRPr sz="1000"/>
          </a:p>
        </p:txBody>
      </p:sp>
      <p:sp>
        <p:nvSpPr>
          <p:cNvPr id="8" name="Connector 8">
            <a:extLst xmlns:a="http://schemas.openxmlformats.org/drawingml/2006/main">
              <a:ext uri="{FF2B5EF4-FFF2-40B4-BE49-F238E27FC236}">
                <a16:creationId xmlns:a16="http://schemas.microsoft.com/office/drawing/2014/main" id="{02D029A5-45DD-4EFE-BE38-F0AF64529AE2}"/>
              </a:ext>
            </a:extLst>
          </p:cNvPr>
          <p:cNvSpPr>
            <a:spLocks xmlns:a="http://schemas.openxmlformats.org/drawingml/2006/main" noGrp="1"/>
          </p:cNvSpPr>
          <p:nvPr/>
        </p:nvSpPr>
        <p:spPr>
          <a:xfrm xmlns:a="http://schemas.openxmlformats.org/drawingml/2006/main">
            <a:off x="1181100" y="3408136"/>
            <a:ext cx="10210800" cy="0"/>
          </a:xfrm>
          <a:prstGeom xmlns:a="http://schemas.openxmlformats.org/drawingml/2006/main" prst="line">
            <a:avLst/>
          </a:prstGeom>
          <a:ln xmlns:a="http://schemas.openxmlformats.org/drawingml/2006/main" w="12700">
            <a:solidFill>
              <a:srgbClr val="E8EBEE"/>
            </a:solidFill>
          </a:ln>
        </p:spPr>
      </p:sp>
      <p:sp>
        <p:nvSpPr>
          <p:cNvPr id="9" name="Text 9">
            <a:extLst xmlns:a="http://schemas.openxmlformats.org/drawingml/2006/main">
              <a:ext uri="{FF2B5EF4-FFF2-40B4-BE49-F238E27FC236}">
                <a16:creationId xmlns:a16="http://schemas.microsoft.com/office/drawing/2014/main" id="{B8143FEE-E624-464A-949C-777AC0C0B4E7}"/>
              </a:ext>
            </a:extLst>
          </p:cNvPr>
          <p:cNvSpPr>
            <a:spLocks xmlns:a="http://schemas.openxmlformats.org/drawingml/2006/main" noGrp="1"/>
          </p:cNvSpPr>
          <p:nvPr/>
        </p:nvSpPr>
        <p:spPr>
          <a:xfrm xmlns:a="http://schemas.openxmlformats.org/drawingml/2006/main">
            <a:off x="819150" y="3331936"/>
            <a:ext cx="28575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2</a:t>
            </a:r>
            <a:endParaRPr sz="1000"/>
          </a:p>
        </p:txBody>
      </p:sp>
      <p:sp>
        <p:nvSpPr>
          <p:cNvPr id="10" name="Connector 10">
            <a:extLst xmlns:a="http://schemas.openxmlformats.org/drawingml/2006/main">
              <a:ext uri="{FF2B5EF4-FFF2-40B4-BE49-F238E27FC236}">
                <a16:creationId xmlns:a16="http://schemas.microsoft.com/office/drawing/2014/main" id="{2F3F7427-B01E-4F03-89B1-D60947AE1DFA}"/>
              </a:ext>
            </a:extLst>
          </p:cNvPr>
          <p:cNvSpPr>
            <a:spLocks xmlns:a="http://schemas.openxmlformats.org/drawingml/2006/main" noGrp="1"/>
          </p:cNvSpPr>
          <p:nvPr/>
        </p:nvSpPr>
        <p:spPr>
          <a:xfrm xmlns:a="http://schemas.openxmlformats.org/drawingml/2006/main">
            <a:off x="1181100" y="2759529"/>
            <a:ext cx="10210800" cy="0"/>
          </a:xfrm>
          <a:prstGeom xmlns:a="http://schemas.openxmlformats.org/drawingml/2006/main" prst="line">
            <a:avLst/>
          </a:prstGeom>
          <a:ln xmlns:a="http://schemas.openxmlformats.org/drawingml/2006/main" w="12700">
            <a:solidFill>
              <a:srgbClr val="E8EBEE"/>
            </a:solidFill>
          </a:ln>
        </p:spPr>
      </p:sp>
      <p:sp>
        <p:nvSpPr>
          <p:cNvPr id="11" name="Text 11">
            <a:extLst xmlns:a="http://schemas.openxmlformats.org/drawingml/2006/main">
              <a:ext uri="{FF2B5EF4-FFF2-40B4-BE49-F238E27FC236}">
                <a16:creationId xmlns:a16="http://schemas.microsoft.com/office/drawing/2014/main" id="{274E03C1-FF1F-4103-A9C8-3B9876C572BB}"/>
              </a:ext>
            </a:extLst>
          </p:cNvPr>
          <p:cNvSpPr>
            <a:spLocks xmlns:a="http://schemas.openxmlformats.org/drawingml/2006/main" noGrp="1"/>
          </p:cNvSpPr>
          <p:nvPr/>
        </p:nvSpPr>
        <p:spPr>
          <a:xfrm xmlns:a="http://schemas.openxmlformats.org/drawingml/2006/main">
            <a:off x="819150" y="2683329"/>
            <a:ext cx="28575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3</a:t>
            </a:r>
            <a:endParaRPr sz="1000"/>
          </a:p>
        </p:txBody>
      </p:sp>
      <p:sp>
        <p:nvSpPr>
          <p:cNvPr id="12" name="Connector 12">
            <a:extLst xmlns:a="http://schemas.openxmlformats.org/drawingml/2006/main">
              <a:ext uri="{FF2B5EF4-FFF2-40B4-BE49-F238E27FC236}">
                <a16:creationId xmlns:a16="http://schemas.microsoft.com/office/drawing/2014/main" id="{1063920D-9A2D-4A89-9752-0C05B6D5B009}"/>
              </a:ext>
            </a:extLst>
          </p:cNvPr>
          <p:cNvSpPr>
            <a:spLocks xmlns:a="http://schemas.openxmlformats.org/drawingml/2006/main" noGrp="1"/>
          </p:cNvSpPr>
          <p:nvPr/>
        </p:nvSpPr>
        <p:spPr>
          <a:xfrm xmlns:a="http://schemas.openxmlformats.org/drawingml/2006/main">
            <a:off x="1181100" y="2110921"/>
            <a:ext cx="10210800" cy="0"/>
          </a:xfrm>
          <a:prstGeom xmlns:a="http://schemas.openxmlformats.org/drawingml/2006/main" prst="line">
            <a:avLst/>
          </a:prstGeom>
          <a:ln xmlns:a="http://schemas.openxmlformats.org/drawingml/2006/main" w="12700">
            <a:solidFill>
              <a:srgbClr val="E8EBEE"/>
            </a:solidFill>
          </a:ln>
        </p:spPr>
      </p:sp>
      <p:sp>
        <p:nvSpPr>
          <p:cNvPr id="13" name="Text 13">
            <a:extLst xmlns:a="http://schemas.openxmlformats.org/drawingml/2006/main">
              <a:ext uri="{FF2B5EF4-FFF2-40B4-BE49-F238E27FC236}">
                <a16:creationId xmlns:a16="http://schemas.microsoft.com/office/drawing/2014/main" id="{F1000191-6404-4E4C-A982-ED315E2D0BAD}"/>
              </a:ext>
            </a:extLst>
          </p:cNvPr>
          <p:cNvSpPr>
            <a:spLocks xmlns:a="http://schemas.openxmlformats.org/drawingml/2006/main" noGrp="1"/>
          </p:cNvSpPr>
          <p:nvPr/>
        </p:nvSpPr>
        <p:spPr>
          <a:xfrm xmlns:a="http://schemas.openxmlformats.org/drawingml/2006/main">
            <a:off x="819150" y="2034721"/>
            <a:ext cx="28575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4</a:t>
            </a:r>
            <a:endParaRPr sz="1000"/>
          </a:p>
        </p:txBody>
      </p:sp>
      <p:sp>
        <p:nvSpPr>
          <p:cNvPr id="14" name="Connector 14">
            <a:extLst xmlns:a="http://schemas.openxmlformats.org/drawingml/2006/main">
              <a:ext uri="{FF2B5EF4-FFF2-40B4-BE49-F238E27FC236}">
                <a16:creationId xmlns:a16="http://schemas.microsoft.com/office/drawing/2014/main" id="{D042CEE8-2147-4F40-9BA3-AC94C17210FD}"/>
              </a:ext>
            </a:extLst>
          </p:cNvPr>
          <p:cNvSpPr>
            <a:spLocks xmlns:a="http://schemas.openxmlformats.org/drawingml/2006/main" noGrp="1"/>
          </p:cNvSpPr>
          <p:nvPr/>
        </p:nvSpPr>
        <p:spPr>
          <a:xfrm xmlns:a="http://schemas.openxmlformats.org/drawingml/2006/main">
            <a:off x="5265420" y="3199004"/>
            <a:ext cx="0" cy="1506346"/>
          </a:xfrm>
          <a:prstGeom xmlns:a="http://schemas.openxmlformats.org/drawingml/2006/main" prst="line">
            <a:avLst/>
          </a:prstGeom>
          <a:ln xmlns:a="http://schemas.openxmlformats.org/drawingml/2006/main" w="88900">
            <a:solidFill>
              <a:srgbClr val="FCEBEC"/>
            </a:solidFill>
          </a:ln>
        </p:spPr>
      </p:sp>
      <p:sp>
        <p:nvSpPr>
          <p:cNvPr id="15" name="Connector 15">
            <a:extLst xmlns:a="http://schemas.openxmlformats.org/drawingml/2006/main">
              <a:ext uri="{FF2B5EF4-FFF2-40B4-BE49-F238E27FC236}">
                <a16:creationId xmlns:a16="http://schemas.microsoft.com/office/drawing/2014/main" id="{CCC82D5F-9ACC-4CE5-98E6-260F63B90F9A}"/>
              </a:ext>
            </a:extLst>
          </p:cNvPr>
          <p:cNvSpPr>
            <a:spLocks xmlns:a="http://schemas.openxmlformats.org/drawingml/2006/main" noGrp="1"/>
          </p:cNvSpPr>
          <p:nvPr/>
        </p:nvSpPr>
        <p:spPr>
          <a:xfrm xmlns:a="http://schemas.openxmlformats.org/drawingml/2006/main">
            <a:off x="5469636" y="3182702"/>
            <a:ext cx="0" cy="1522648"/>
          </a:xfrm>
          <a:prstGeom xmlns:a="http://schemas.openxmlformats.org/drawingml/2006/main" prst="line">
            <a:avLst/>
          </a:prstGeom>
          <a:ln xmlns:a="http://schemas.openxmlformats.org/drawingml/2006/main" w="88900">
            <a:solidFill>
              <a:srgbClr val="FCEBEC"/>
            </a:solidFill>
          </a:ln>
        </p:spPr>
      </p:sp>
      <p:sp>
        <p:nvSpPr>
          <p:cNvPr id="16" name="Connector 16">
            <a:extLst xmlns:a="http://schemas.openxmlformats.org/drawingml/2006/main">
              <a:ext uri="{FF2B5EF4-FFF2-40B4-BE49-F238E27FC236}">
                <a16:creationId xmlns:a16="http://schemas.microsoft.com/office/drawing/2014/main" id="{B3726A70-EE35-43D8-8140-A3D704EF4637}"/>
              </a:ext>
            </a:extLst>
          </p:cNvPr>
          <p:cNvSpPr>
            <a:spLocks xmlns:a="http://schemas.openxmlformats.org/drawingml/2006/main" noGrp="1"/>
          </p:cNvSpPr>
          <p:nvPr/>
        </p:nvSpPr>
        <p:spPr>
          <a:xfrm xmlns:a="http://schemas.openxmlformats.org/drawingml/2006/main">
            <a:off x="5673852" y="3183927"/>
            <a:ext cx="0" cy="1521423"/>
          </a:xfrm>
          <a:prstGeom xmlns:a="http://schemas.openxmlformats.org/drawingml/2006/main" prst="line">
            <a:avLst/>
          </a:prstGeom>
          <a:ln xmlns:a="http://schemas.openxmlformats.org/drawingml/2006/main" w="88900">
            <a:solidFill>
              <a:srgbClr val="FCEBEC"/>
            </a:solidFill>
          </a:ln>
        </p:spPr>
      </p:sp>
      <p:sp>
        <p:nvSpPr>
          <p:cNvPr id="17" name="Connector 17">
            <a:extLst xmlns:a="http://schemas.openxmlformats.org/drawingml/2006/main">
              <a:ext uri="{FF2B5EF4-FFF2-40B4-BE49-F238E27FC236}">
                <a16:creationId xmlns:a16="http://schemas.microsoft.com/office/drawing/2014/main" id="{FB9B0CF4-0FCE-4211-916D-F1A8FAEDC106}"/>
              </a:ext>
            </a:extLst>
          </p:cNvPr>
          <p:cNvSpPr>
            <a:spLocks xmlns:a="http://schemas.openxmlformats.org/drawingml/2006/main" noGrp="1"/>
          </p:cNvSpPr>
          <p:nvPr/>
        </p:nvSpPr>
        <p:spPr>
          <a:xfrm xmlns:a="http://schemas.openxmlformats.org/drawingml/2006/main">
            <a:off x="5878068" y="3202249"/>
            <a:ext cx="0" cy="1503101"/>
          </a:xfrm>
          <a:prstGeom xmlns:a="http://schemas.openxmlformats.org/drawingml/2006/main" prst="line">
            <a:avLst/>
          </a:prstGeom>
          <a:ln xmlns:a="http://schemas.openxmlformats.org/drawingml/2006/main" w="88900">
            <a:solidFill>
              <a:srgbClr val="FCEBEC"/>
            </a:solidFill>
          </a:ln>
        </p:spPr>
      </p:sp>
      <p:sp>
        <p:nvSpPr>
          <p:cNvPr id="18" name="Connector 18">
            <a:extLst xmlns:a="http://schemas.openxmlformats.org/drawingml/2006/main">
              <a:ext uri="{FF2B5EF4-FFF2-40B4-BE49-F238E27FC236}">
                <a16:creationId xmlns:a16="http://schemas.microsoft.com/office/drawing/2014/main" id="{4A81FBE6-21D4-4D4A-9968-B2D103027DD3}"/>
              </a:ext>
            </a:extLst>
          </p:cNvPr>
          <p:cNvSpPr>
            <a:spLocks xmlns:a="http://schemas.openxmlformats.org/drawingml/2006/main" noGrp="1"/>
          </p:cNvSpPr>
          <p:nvPr/>
        </p:nvSpPr>
        <p:spPr>
          <a:xfrm xmlns:a="http://schemas.openxmlformats.org/drawingml/2006/main">
            <a:off x="6082284" y="3236840"/>
            <a:ext cx="0" cy="1468510"/>
          </a:xfrm>
          <a:prstGeom xmlns:a="http://schemas.openxmlformats.org/drawingml/2006/main" prst="line">
            <a:avLst/>
          </a:prstGeom>
          <a:ln xmlns:a="http://schemas.openxmlformats.org/drawingml/2006/main" w="88900">
            <a:solidFill>
              <a:srgbClr val="FCEBEC"/>
            </a:solidFill>
          </a:ln>
        </p:spPr>
      </p:sp>
      <p:sp>
        <p:nvSpPr>
          <p:cNvPr id="19" name="Connector 19">
            <a:extLst xmlns:a="http://schemas.openxmlformats.org/drawingml/2006/main">
              <a:ext uri="{FF2B5EF4-FFF2-40B4-BE49-F238E27FC236}">
                <a16:creationId xmlns:a16="http://schemas.microsoft.com/office/drawing/2014/main" id="{8CB140AA-FEED-4A20-B254-C12F6692AA12}"/>
              </a:ext>
            </a:extLst>
          </p:cNvPr>
          <p:cNvSpPr>
            <a:spLocks xmlns:a="http://schemas.openxmlformats.org/drawingml/2006/main" noGrp="1"/>
          </p:cNvSpPr>
          <p:nvPr/>
        </p:nvSpPr>
        <p:spPr>
          <a:xfrm xmlns:a="http://schemas.openxmlformats.org/drawingml/2006/main">
            <a:off x="6286500" y="3286522"/>
            <a:ext cx="0" cy="1418828"/>
          </a:xfrm>
          <a:prstGeom xmlns:a="http://schemas.openxmlformats.org/drawingml/2006/main" prst="line">
            <a:avLst/>
          </a:prstGeom>
          <a:ln xmlns:a="http://schemas.openxmlformats.org/drawingml/2006/main" w="88900">
            <a:solidFill>
              <a:srgbClr val="FCEBEC"/>
            </a:solidFill>
          </a:ln>
        </p:spPr>
      </p:sp>
      <p:sp>
        <p:nvSpPr>
          <p:cNvPr id="20" name="Connector 20">
            <a:extLst xmlns:a="http://schemas.openxmlformats.org/drawingml/2006/main">
              <a:ext uri="{FF2B5EF4-FFF2-40B4-BE49-F238E27FC236}">
                <a16:creationId xmlns:a16="http://schemas.microsoft.com/office/drawing/2014/main" id="{B93EB2EC-BF16-4861-9C0D-444AC612CC69}"/>
              </a:ext>
            </a:extLst>
          </p:cNvPr>
          <p:cNvSpPr>
            <a:spLocks xmlns:a="http://schemas.openxmlformats.org/drawingml/2006/main" noGrp="1"/>
          </p:cNvSpPr>
          <p:nvPr/>
        </p:nvSpPr>
        <p:spPr>
          <a:xfrm xmlns:a="http://schemas.openxmlformats.org/drawingml/2006/main">
            <a:off x="6490716" y="3349803"/>
            <a:ext cx="0" cy="1355547"/>
          </a:xfrm>
          <a:prstGeom xmlns:a="http://schemas.openxmlformats.org/drawingml/2006/main" prst="line">
            <a:avLst/>
          </a:prstGeom>
          <a:ln xmlns:a="http://schemas.openxmlformats.org/drawingml/2006/main" w="88900">
            <a:solidFill>
              <a:srgbClr val="FCEBEC"/>
            </a:solidFill>
          </a:ln>
        </p:spPr>
      </p:sp>
      <p:sp>
        <p:nvSpPr>
          <p:cNvPr id="21" name="Connector 21">
            <a:extLst xmlns:a="http://schemas.openxmlformats.org/drawingml/2006/main">
              <a:ext uri="{FF2B5EF4-FFF2-40B4-BE49-F238E27FC236}">
                <a16:creationId xmlns:a16="http://schemas.microsoft.com/office/drawing/2014/main" id="{B565B7D1-A6E0-4B00-A278-87735284AEA5}"/>
              </a:ext>
            </a:extLst>
          </p:cNvPr>
          <p:cNvSpPr>
            <a:spLocks xmlns:a="http://schemas.openxmlformats.org/drawingml/2006/main" noGrp="1"/>
          </p:cNvSpPr>
          <p:nvPr/>
        </p:nvSpPr>
        <p:spPr>
          <a:xfrm xmlns:a="http://schemas.openxmlformats.org/drawingml/2006/main">
            <a:off x="6694932" y="3424930"/>
            <a:ext cx="0" cy="1280420"/>
          </a:xfrm>
          <a:prstGeom xmlns:a="http://schemas.openxmlformats.org/drawingml/2006/main" prst="line">
            <a:avLst/>
          </a:prstGeom>
          <a:ln xmlns:a="http://schemas.openxmlformats.org/drawingml/2006/main" w="88900">
            <a:solidFill>
              <a:srgbClr val="FCEBEC"/>
            </a:solidFill>
          </a:ln>
        </p:spPr>
      </p:sp>
      <p:sp>
        <p:nvSpPr>
          <p:cNvPr id="22" name="Connector 22">
            <a:extLst xmlns:a="http://schemas.openxmlformats.org/drawingml/2006/main">
              <a:ext uri="{FF2B5EF4-FFF2-40B4-BE49-F238E27FC236}">
                <a16:creationId xmlns:a16="http://schemas.microsoft.com/office/drawing/2014/main" id="{A1DCD607-7BD2-4A27-828E-D2512C9D4C0C}"/>
              </a:ext>
            </a:extLst>
          </p:cNvPr>
          <p:cNvSpPr>
            <a:spLocks xmlns:a="http://schemas.openxmlformats.org/drawingml/2006/main" noGrp="1"/>
          </p:cNvSpPr>
          <p:nvPr/>
        </p:nvSpPr>
        <p:spPr>
          <a:xfrm xmlns:a="http://schemas.openxmlformats.org/drawingml/2006/main">
            <a:off x="6899148" y="3509946"/>
            <a:ext cx="0" cy="1195404"/>
          </a:xfrm>
          <a:prstGeom xmlns:a="http://schemas.openxmlformats.org/drawingml/2006/main" prst="line">
            <a:avLst/>
          </a:prstGeom>
          <a:ln xmlns:a="http://schemas.openxmlformats.org/drawingml/2006/main" w="88900">
            <a:solidFill>
              <a:srgbClr val="FCEBEC"/>
            </a:solidFill>
          </a:ln>
        </p:spPr>
      </p:sp>
      <p:sp>
        <p:nvSpPr>
          <p:cNvPr id="23" name="Connector 23">
            <a:extLst xmlns:a="http://schemas.openxmlformats.org/drawingml/2006/main">
              <a:ext uri="{FF2B5EF4-FFF2-40B4-BE49-F238E27FC236}">
                <a16:creationId xmlns:a16="http://schemas.microsoft.com/office/drawing/2014/main" id="{185D7254-D805-4A52-B4F7-BB5EEA38876C}"/>
              </a:ext>
            </a:extLst>
          </p:cNvPr>
          <p:cNvSpPr>
            <a:spLocks xmlns:a="http://schemas.openxmlformats.org/drawingml/2006/main" noGrp="1"/>
          </p:cNvSpPr>
          <p:nvPr/>
        </p:nvSpPr>
        <p:spPr>
          <a:xfrm xmlns:a="http://schemas.openxmlformats.org/drawingml/2006/main">
            <a:off x="7103364" y="3602743"/>
            <a:ext cx="0" cy="1102607"/>
          </a:xfrm>
          <a:prstGeom xmlns:a="http://schemas.openxmlformats.org/drawingml/2006/main" prst="line">
            <a:avLst/>
          </a:prstGeom>
          <a:ln xmlns:a="http://schemas.openxmlformats.org/drawingml/2006/main" w="88900">
            <a:solidFill>
              <a:srgbClr val="FCEBEC"/>
            </a:solidFill>
          </a:ln>
        </p:spPr>
      </p:sp>
      <p:sp>
        <p:nvSpPr>
          <p:cNvPr id="24" name="Connector 24">
            <a:extLst xmlns:a="http://schemas.openxmlformats.org/drawingml/2006/main">
              <a:ext uri="{FF2B5EF4-FFF2-40B4-BE49-F238E27FC236}">
                <a16:creationId xmlns:a16="http://schemas.microsoft.com/office/drawing/2014/main" id="{839F2EED-BF7A-4CF8-99C7-42912E1A2F5E}"/>
              </a:ext>
            </a:extLst>
          </p:cNvPr>
          <p:cNvSpPr>
            <a:spLocks xmlns:a="http://schemas.openxmlformats.org/drawingml/2006/main" noGrp="1"/>
          </p:cNvSpPr>
          <p:nvPr/>
        </p:nvSpPr>
        <p:spPr>
          <a:xfrm xmlns:a="http://schemas.openxmlformats.org/drawingml/2006/main">
            <a:off x="7307580" y="3701119"/>
            <a:ext cx="0" cy="1004231"/>
          </a:xfrm>
          <a:prstGeom xmlns:a="http://schemas.openxmlformats.org/drawingml/2006/main" prst="line">
            <a:avLst/>
          </a:prstGeom>
          <a:ln xmlns:a="http://schemas.openxmlformats.org/drawingml/2006/main" w="88900">
            <a:solidFill>
              <a:srgbClr val="FCEBEC"/>
            </a:solidFill>
          </a:ln>
        </p:spPr>
      </p:sp>
      <p:sp>
        <p:nvSpPr>
          <p:cNvPr id="25" name="Connector 25">
            <a:extLst xmlns:a="http://schemas.openxmlformats.org/drawingml/2006/main">
              <a:ext uri="{FF2B5EF4-FFF2-40B4-BE49-F238E27FC236}">
                <a16:creationId xmlns:a16="http://schemas.microsoft.com/office/drawing/2014/main" id="{594B4524-0A1D-4183-8391-E1CE33C4CA72}"/>
              </a:ext>
            </a:extLst>
          </p:cNvPr>
          <p:cNvSpPr>
            <a:spLocks xmlns:a="http://schemas.openxmlformats.org/drawingml/2006/main" noGrp="1"/>
          </p:cNvSpPr>
          <p:nvPr/>
        </p:nvSpPr>
        <p:spPr>
          <a:xfrm xmlns:a="http://schemas.openxmlformats.org/drawingml/2006/main">
            <a:off x="7511796" y="3802846"/>
            <a:ext cx="0" cy="902504"/>
          </a:xfrm>
          <a:prstGeom xmlns:a="http://schemas.openxmlformats.org/drawingml/2006/main" prst="line">
            <a:avLst/>
          </a:prstGeom>
          <a:ln xmlns:a="http://schemas.openxmlformats.org/drawingml/2006/main" w="88900">
            <a:solidFill>
              <a:srgbClr val="FCEBEC"/>
            </a:solidFill>
          </a:ln>
        </p:spPr>
      </p:sp>
      <p:sp>
        <p:nvSpPr>
          <p:cNvPr id="26" name="Connector 26">
            <a:extLst xmlns:a="http://schemas.openxmlformats.org/drawingml/2006/main">
              <a:ext uri="{FF2B5EF4-FFF2-40B4-BE49-F238E27FC236}">
                <a16:creationId xmlns:a16="http://schemas.microsoft.com/office/drawing/2014/main" id="{A3D85411-D728-4103-81F0-1C93BF998886}"/>
              </a:ext>
            </a:extLst>
          </p:cNvPr>
          <p:cNvSpPr>
            <a:spLocks xmlns:a="http://schemas.openxmlformats.org/drawingml/2006/main" noGrp="1"/>
          </p:cNvSpPr>
          <p:nvPr/>
        </p:nvSpPr>
        <p:spPr>
          <a:xfrm xmlns:a="http://schemas.openxmlformats.org/drawingml/2006/main">
            <a:off x="7716012" y="3905719"/>
            <a:ext cx="0" cy="799631"/>
          </a:xfrm>
          <a:prstGeom xmlns:a="http://schemas.openxmlformats.org/drawingml/2006/main" prst="line">
            <a:avLst/>
          </a:prstGeom>
          <a:ln xmlns:a="http://schemas.openxmlformats.org/drawingml/2006/main" w="88900">
            <a:solidFill>
              <a:srgbClr val="FCEBEC"/>
            </a:solidFill>
          </a:ln>
        </p:spPr>
      </p:sp>
      <p:sp>
        <p:nvSpPr>
          <p:cNvPr id="27" name="Connector 27">
            <a:extLst xmlns:a="http://schemas.openxmlformats.org/drawingml/2006/main">
              <a:ext uri="{FF2B5EF4-FFF2-40B4-BE49-F238E27FC236}">
                <a16:creationId xmlns:a16="http://schemas.microsoft.com/office/drawing/2014/main" id="{90B63C56-8F84-47A8-B169-71C6D7F78C3C}"/>
              </a:ext>
            </a:extLst>
          </p:cNvPr>
          <p:cNvSpPr>
            <a:spLocks xmlns:a="http://schemas.openxmlformats.org/drawingml/2006/main" noGrp="1"/>
          </p:cNvSpPr>
          <p:nvPr/>
        </p:nvSpPr>
        <p:spPr>
          <a:xfrm xmlns:a="http://schemas.openxmlformats.org/drawingml/2006/main">
            <a:off x="7920228" y="4007620"/>
            <a:ext cx="0" cy="697730"/>
          </a:xfrm>
          <a:prstGeom xmlns:a="http://schemas.openxmlformats.org/drawingml/2006/main" prst="line">
            <a:avLst/>
          </a:prstGeom>
          <a:ln xmlns:a="http://schemas.openxmlformats.org/drawingml/2006/main" w="88900">
            <a:solidFill>
              <a:srgbClr val="FCEBEC"/>
            </a:solidFill>
          </a:ln>
        </p:spPr>
      </p:sp>
      <p:sp>
        <p:nvSpPr>
          <p:cNvPr id="28" name="Connector 28">
            <a:extLst xmlns:a="http://schemas.openxmlformats.org/drawingml/2006/main">
              <a:ext uri="{FF2B5EF4-FFF2-40B4-BE49-F238E27FC236}">
                <a16:creationId xmlns:a16="http://schemas.microsoft.com/office/drawing/2014/main" id="{4DDA5162-5AB4-4509-9A09-94DCC452BFB5}"/>
              </a:ext>
            </a:extLst>
          </p:cNvPr>
          <p:cNvSpPr>
            <a:spLocks xmlns:a="http://schemas.openxmlformats.org/drawingml/2006/main" noGrp="1"/>
          </p:cNvSpPr>
          <p:nvPr/>
        </p:nvSpPr>
        <p:spPr>
          <a:xfrm xmlns:a="http://schemas.openxmlformats.org/drawingml/2006/main">
            <a:off x="8124444" y="4106571"/>
            <a:ext cx="0" cy="598779"/>
          </a:xfrm>
          <a:prstGeom xmlns:a="http://schemas.openxmlformats.org/drawingml/2006/main" prst="line">
            <a:avLst/>
          </a:prstGeom>
          <a:ln xmlns:a="http://schemas.openxmlformats.org/drawingml/2006/main" w="88900">
            <a:solidFill>
              <a:srgbClr val="FCEBEC"/>
            </a:solidFill>
          </a:ln>
        </p:spPr>
      </p:sp>
      <p:sp>
        <p:nvSpPr>
          <p:cNvPr id="29" name="Connector 29">
            <a:extLst xmlns:a="http://schemas.openxmlformats.org/drawingml/2006/main">
              <a:ext uri="{FF2B5EF4-FFF2-40B4-BE49-F238E27FC236}">
                <a16:creationId xmlns:a16="http://schemas.microsoft.com/office/drawing/2014/main" id="{EC210265-1768-4748-AE96-741DAAC018BC}"/>
              </a:ext>
            </a:extLst>
          </p:cNvPr>
          <p:cNvSpPr>
            <a:spLocks xmlns:a="http://schemas.openxmlformats.org/drawingml/2006/main" noGrp="1"/>
          </p:cNvSpPr>
          <p:nvPr/>
        </p:nvSpPr>
        <p:spPr>
          <a:xfrm xmlns:a="http://schemas.openxmlformats.org/drawingml/2006/main">
            <a:off x="8328660" y="4200783"/>
            <a:ext cx="0" cy="504567"/>
          </a:xfrm>
          <a:prstGeom xmlns:a="http://schemas.openxmlformats.org/drawingml/2006/main" prst="line">
            <a:avLst/>
          </a:prstGeom>
          <a:ln xmlns:a="http://schemas.openxmlformats.org/drawingml/2006/main" w="88900">
            <a:solidFill>
              <a:srgbClr val="FCEBEC"/>
            </a:solidFill>
          </a:ln>
        </p:spPr>
      </p:sp>
      <p:sp>
        <p:nvSpPr>
          <p:cNvPr id="30" name="Connector 30">
            <a:extLst xmlns:a="http://schemas.openxmlformats.org/drawingml/2006/main">
              <a:ext uri="{FF2B5EF4-FFF2-40B4-BE49-F238E27FC236}">
                <a16:creationId xmlns:a16="http://schemas.microsoft.com/office/drawing/2014/main" id="{F00F8632-E212-47D7-88A3-74BFD837CF25}"/>
              </a:ext>
            </a:extLst>
          </p:cNvPr>
          <p:cNvSpPr>
            <a:spLocks xmlns:a="http://schemas.openxmlformats.org/drawingml/2006/main" noGrp="1"/>
          </p:cNvSpPr>
          <p:nvPr/>
        </p:nvSpPr>
        <p:spPr>
          <a:xfrm xmlns:a="http://schemas.openxmlformats.org/drawingml/2006/main">
            <a:off x="8532876" y="4288702"/>
            <a:ext cx="0" cy="416648"/>
          </a:xfrm>
          <a:prstGeom xmlns:a="http://schemas.openxmlformats.org/drawingml/2006/main" prst="line">
            <a:avLst/>
          </a:prstGeom>
          <a:ln xmlns:a="http://schemas.openxmlformats.org/drawingml/2006/main" w="88900">
            <a:solidFill>
              <a:srgbClr val="FCEBEC"/>
            </a:solidFill>
          </a:ln>
        </p:spPr>
      </p:sp>
      <p:sp>
        <p:nvSpPr>
          <p:cNvPr id="31" name="Connector 31">
            <a:extLst xmlns:a="http://schemas.openxmlformats.org/drawingml/2006/main">
              <a:ext uri="{FF2B5EF4-FFF2-40B4-BE49-F238E27FC236}">
                <a16:creationId xmlns:a16="http://schemas.microsoft.com/office/drawing/2014/main" id="{CF8EB174-39F7-4B79-AA5F-6F7125875545}"/>
              </a:ext>
            </a:extLst>
          </p:cNvPr>
          <p:cNvSpPr>
            <a:spLocks xmlns:a="http://schemas.openxmlformats.org/drawingml/2006/main" noGrp="1"/>
          </p:cNvSpPr>
          <p:nvPr/>
        </p:nvSpPr>
        <p:spPr>
          <a:xfrm xmlns:a="http://schemas.openxmlformats.org/drawingml/2006/main">
            <a:off x="8737092" y="4369049"/>
            <a:ext cx="0" cy="336301"/>
          </a:xfrm>
          <a:prstGeom xmlns:a="http://schemas.openxmlformats.org/drawingml/2006/main" prst="line">
            <a:avLst/>
          </a:prstGeom>
          <a:ln xmlns:a="http://schemas.openxmlformats.org/drawingml/2006/main" w="88900">
            <a:solidFill>
              <a:srgbClr val="FCEBEC"/>
            </a:solidFill>
          </a:ln>
        </p:spPr>
      </p:sp>
      <p:sp>
        <p:nvSpPr>
          <p:cNvPr id="32" name="Connector 32">
            <a:extLst xmlns:a="http://schemas.openxmlformats.org/drawingml/2006/main">
              <a:ext uri="{FF2B5EF4-FFF2-40B4-BE49-F238E27FC236}">
                <a16:creationId xmlns:a16="http://schemas.microsoft.com/office/drawing/2014/main" id="{4B212FD1-924C-4802-A4AE-D39F6929D836}"/>
              </a:ext>
            </a:extLst>
          </p:cNvPr>
          <p:cNvSpPr>
            <a:spLocks xmlns:a="http://schemas.openxmlformats.org/drawingml/2006/main" noGrp="1"/>
          </p:cNvSpPr>
          <p:nvPr/>
        </p:nvSpPr>
        <p:spPr>
          <a:xfrm xmlns:a="http://schemas.openxmlformats.org/drawingml/2006/main">
            <a:off x="8941308" y="4440850"/>
            <a:ext cx="0" cy="264500"/>
          </a:xfrm>
          <a:prstGeom xmlns:a="http://schemas.openxmlformats.org/drawingml/2006/main" prst="line">
            <a:avLst/>
          </a:prstGeom>
          <a:ln xmlns:a="http://schemas.openxmlformats.org/drawingml/2006/main" w="88900">
            <a:solidFill>
              <a:srgbClr val="FCEBEC"/>
            </a:solidFill>
          </a:ln>
        </p:spPr>
      </p:sp>
      <p:sp>
        <p:nvSpPr>
          <p:cNvPr id="33" name="Connector 33">
            <a:extLst xmlns:a="http://schemas.openxmlformats.org/drawingml/2006/main">
              <a:ext uri="{FF2B5EF4-FFF2-40B4-BE49-F238E27FC236}">
                <a16:creationId xmlns:a16="http://schemas.microsoft.com/office/drawing/2014/main" id="{B0A3199E-E119-4E8E-9A4E-7624D9387FF7}"/>
              </a:ext>
            </a:extLst>
          </p:cNvPr>
          <p:cNvSpPr>
            <a:spLocks xmlns:a="http://schemas.openxmlformats.org/drawingml/2006/main" noGrp="1"/>
          </p:cNvSpPr>
          <p:nvPr/>
        </p:nvSpPr>
        <p:spPr>
          <a:xfrm xmlns:a="http://schemas.openxmlformats.org/drawingml/2006/main">
            <a:off x="9145524" y="4503460"/>
            <a:ext cx="0" cy="201890"/>
          </a:xfrm>
          <a:prstGeom xmlns:a="http://schemas.openxmlformats.org/drawingml/2006/main" prst="line">
            <a:avLst/>
          </a:prstGeom>
          <a:ln xmlns:a="http://schemas.openxmlformats.org/drawingml/2006/main" w="88900">
            <a:solidFill>
              <a:srgbClr val="FCEBEC"/>
            </a:solidFill>
          </a:ln>
        </p:spPr>
      </p:sp>
      <p:sp>
        <p:nvSpPr>
          <p:cNvPr id="34" name="Connector 34">
            <a:extLst xmlns:a="http://schemas.openxmlformats.org/drawingml/2006/main">
              <a:ext uri="{FF2B5EF4-FFF2-40B4-BE49-F238E27FC236}">
                <a16:creationId xmlns:a16="http://schemas.microsoft.com/office/drawing/2014/main" id="{91F54CFD-8CF6-4305-8FCE-9C21A883D629}"/>
              </a:ext>
            </a:extLst>
          </p:cNvPr>
          <p:cNvSpPr>
            <a:spLocks xmlns:a="http://schemas.openxmlformats.org/drawingml/2006/main" noGrp="1"/>
          </p:cNvSpPr>
          <p:nvPr/>
        </p:nvSpPr>
        <p:spPr>
          <a:xfrm xmlns:a="http://schemas.openxmlformats.org/drawingml/2006/main">
            <a:off x="9349740" y="4556575"/>
            <a:ext cx="0" cy="148775"/>
          </a:xfrm>
          <a:prstGeom xmlns:a="http://schemas.openxmlformats.org/drawingml/2006/main" prst="line">
            <a:avLst/>
          </a:prstGeom>
          <a:ln xmlns:a="http://schemas.openxmlformats.org/drawingml/2006/main" w="88900">
            <a:solidFill>
              <a:srgbClr val="FCEBEC"/>
            </a:solidFill>
          </a:ln>
        </p:spPr>
      </p:sp>
      <p:sp>
        <p:nvSpPr>
          <p:cNvPr id="35" name="Connector 35">
            <a:extLst xmlns:a="http://schemas.openxmlformats.org/drawingml/2006/main">
              <a:ext uri="{FF2B5EF4-FFF2-40B4-BE49-F238E27FC236}">
                <a16:creationId xmlns:a16="http://schemas.microsoft.com/office/drawing/2014/main" id="{B59E1331-6A99-4A13-9B5D-03785766037D}"/>
              </a:ext>
            </a:extLst>
          </p:cNvPr>
          <p:cNvSpPr>
            <a:spLocks xmlns:a="http://schemas.openxmlformats.org/drawingml/2006/main" noGrp="1"/>
          </p:cNvSpPr>
          <p:nvPr/>
        </p:nvSpPr>
        <p:spPr>
          <a:xfrm xmlns:a="http://schemas.openxmlformats.org/drawingml/2006/main">
            <a:off x="9553956" y="4600233"/>
            <a:ext cx="0" cy="105117"/>
          </a:xfrm>
          <a:prstGeom xmlns:a="http://schemas.openxmlformats.org/drawingml/2006/main" prst="line">
            <a:avLst/>
          </a:prstGeom>
          <a:ln xmlns:a="http://schemas.openxmlformats.org/drawingml/2006/main" w="88900">
            <a:solidFill>
              <a:srgbClr val="FCEBEC"/>
            </a:solidFill>
          </a:ln>
        </p:spPr>
      </p:sp>
      <p:sp>
        <p:nvSpPr>
          <p:cNvPr id="36" name="Connector 36">
            <a:extLst xmlns:a="http://schemas.openxmlformats.org/drawingml/2006/main">
              <a:ext uri="{FF2B5EF4-FFF2-40B4-BE49-F238E27FC236}">
                <a16:creationId xmlns:a16="http://schemas.microsoft.com/office/drawing/2014/main" id="{E2BFAB8F-1474-4F64-984D-0FE66CECBA5F}"/>
              </a:ext>
            </a:extLst>
          </p:cNvPr>
          <p:cNvSpPr>
            <a:spLocks xmlns:a="http://schemas.openxmlformats.org/drawingml/2006/main" noGrp="1"/>
          </p:cNvSpPr>
          <p:nvPr/>
        </p:nvSpPr>
        <p:spPr>
          <a:xfrm xmlns:a="http://schemas.openxmlformats.org/drawingml/2006/main">
            <a:off x="9758172" y="4634806"/>
            <a:ext cx="0" cy="70544"/>
          </a:xfrm>
          <a:prstGeom xmlns:a="http://schemas.openxmlformats.org/drawingml/2006/main" prst="line">
            <a:avLst/>
          </a:prstGeom>
          <a:ln xmlns:a="http://schemas.openxmlformats.org/drawingml/2006/main" w="88900">
            <a:solidFill>
              <a:srgbClr val="FCEBEC"/>
            </a:solidFill>
          </a:ln>
        </p:spPr>
      </p:sp>
      <p:sp>
        <p:nvSpPr>
          <p:cNvPr id="37" name="Connector 37">
            <a:extLst xmlns:a="http://schemas.openxmlformats.org/drawingml/2006/main">
              <a:ext uri="{FF2B5EF4-FFF2-40B4-BE49-F238E27FC236}">
                <a16:creationId xmlns:a16="http://schemas.microsoft.com/office/drawing/2014/main" id="{1AB78F27-3E38-4C6C-B7BB-CD7FFC0CB61F}"/>
              </a:ext>
            </a:extLst>
          </p:cNvPr>
          <p:cNvSpPr>
            <a:spLocks xmlns:a="http://schemas.openxmlformats.org/drawingml/2006/main" noGrp="1"/>
          </p:cNvSpPr>
          <p:nvPr/>
        </p:nvSpPr>
        <p:spPr>
          <a:xfrm xmlns:a="http://schemas.openxmlformats.org/drawingml/2006/main">
            <a:off x="9962388" y="4660974"/>
            <a:ext cx="0" cy="44376"/>
          </a:xfrm>
          <a:prstGeom xmlns:a="http://schemas.openxmlformats.org/drawingml/2006/main" prst="line">
            <a:avLst/>
          </a:prstGeom>
          <a:ln xmlns:a="http://schemas.openxmlformats.org/drawingml/2006/main" w="88900">
            <a:solidFill>
              <a:srgbClr val="FCEBEC"/>
            </a:solidFill>
          </a:ln>
        </p:spPr>
      </p:sp>
      <p:sp>
        <p:nvSpPr>
          <p:cNvPr id="38" name="Connector 38">
            <a:extLst xmlns:a="http://schemas.openxmlformats.org/drawingml/2006/main">
              <a:ext uri="{FF2B5EF4-FFF2-40B4-BE49-F238E27FC236}">
                <a16:creationId xmlns:a16="http://schemas.microsoft.com/office/drawing/2014/main" id="{2431B019-E63B-41D5-8A13-DDBB056F610C}"/>
              </a:ext>
            </a:extLst>
          </p:cNvPr>
          <p:cNvSpPr>
            <a:spLocks xmlns:a="http://schemas.openxmlformats.org/drawingml/2006/main" noGrp="1"/>
          </p:cNvSpPr>
          <p:nvPr/>
        </p:nvSpPr>
        <p:spPr>
          <a:xfrm xmlns:a="http://schemas.openxmlformats.org/drawingml/2006/main">
            <a:off x="10166604" y="4679687"/>
            <a:ext cx="0" cy="25663"/>
          </a:xfrm>
          <a:prstGeom xmlns:a="http://schemas.openxmlformats.org/drawingml/2006/main" prst="line">
            <a:avLst/>
          </a:prstGeom>
          <a:ln xmlns:a="http://schemas.openxmlformats.org/drawingml/2006/main" w="88900">
            <a:solidFill>
              <a:srgbClr val="FCEBEC"/>
            </a:solidFill>
          </a:ln>
        </p:spPr>
      </p:sp>
      <p:sp>
        <p:nvSpPr>
          <p:cNvPr id="39" name="Connector 39">
            <a:extLst xmlns:a="http://schemas.openxmlformats.org/drawingml/2006/main">
              <a:ext uri="{FF2B5EF4-FFF2-40B4-BE49-F238E27FC236}">
                <a16:creationId xmlns:a16="http://schemas.microsoft.com/office/drawing/2014/main" id="{4A28FB9A-B841-4A92-B7A6-AF4D0D0A147C}"/>
              </a:ext>
            </a:extLst>
          </p:cNvPr>
          <p:cNvSpPr>
            <a:spLocks xmlns:a="http://schemas.openxmlformats.org/drawingml/2006/main" noGrp="1"/>
          </p:cNvSpPr>
          <p:nvPr/>
        </p:nvSpPr>
        <p:spPr>
          <a:xfrm xmlns:a="http://schemas.openxmlformats.org/drawingml/2006/main">
            <a:off x="10370820" y="4692111"/>
            <a:ext cx="0" cy="13239"/>
          </a:xfrm>
          <a:prstGeom xmlns:a="http://schemas.openxmlformats.org/drawingml/2006/main" prst="line">
            <a:avLst/>
          </a:prstGeom>
          <a:ln xmlns:a="http://schemas.openxmlformats.org/drawingml/2006/main" w="88900">
            <a:solidFill>
              <a:srgbClr val="FCEBEC"/>
            </a:solidFill>
          </a:ln>
        </p:spPr>
      </p:sp>
      <p:sp>
        <p:nvSpPr>
          <p:cNvPr id="40" name="Connector 40">
            <a:extLst xmlns:a="http://schemas.openxmlformats.org/drawingml/2006/main">
              <a:ext uri="{FF2B5EF4-FFF2-40B4-BE49-F238E27FC236}">
                <a16:creationId xmlns:a16="http://schemas.microsoft.com/office/drawing/2014/main" id="{5BBC97BC-22AB-4130-A59B-D9AA7D030FF8}"/>
              </a:ext>
            </a:extLst>
          </p:cNvPr>
          <p:cNvSpPr>
            <a:spLocks xmlns:a="http://schemas.openxmlformats.org/drawingml/2006/main" noGrp="1"/>
          </p:cNvSpPr>
          <p:nvPr/>
        </p:nvSpPr>
        <p:spPr>
          <a:xfrm xmlns:a="http://schemas.openxmlformats.org/drawingml/2006/main">
            <a:off x="10575036" y="4699558"/>
            <a:ext cx="0" cy="5792"/>
          </a:xfrm>
          <a:prstGeom xmlns:a="http://schemas.openxmlformats.org/drawingml/2006/main" prst="line">
            <a:avLst/>
          </a:prstGeom>
          <a:ln xmlns:a="http://schemas.openxmlformats.org/drawingml/2006/main" w="88900">
            <a:solidFill>
              <a:srgbClr val="FCEBEC"/>
            </a:solidFill>
          </a:ln>
        </p:spPr>
      </p:sp>
      <p:sp>
        <p:nvSpPr>
          <p:cNvPr id="41" name="Connector 41">
            <a:extLst xmlns:a="http://schemas.openxmlformats.org/drawingml/2006/main">
              <a:ext uri="{FF2B5EF4-FFF2-40B4-BE49-F238E27FC236}">
                <a16:creationId xmlns:a16="http://schemas.microsoft.com/office/drawing/2014/main" id="{FCF982D1-DAA9-4565-8133-9F21F881FB97}"/>
              </a:ext>
            </a:extLst>
          </p:cNvPr>
          <p:cNvSpPr>
            <a:spLocks xmlns:a="http://schemas.openxmlformats.org/drawingml/2006/main" noGrp="1"/>
          </p:cNvSpPr>
          <p:nvPr/>
        </p:nvSpPr>
        <p:spPr>
          <a:xfrm xmlns:a="http://schemas.openxmlformats.org/drawingml/2006/main">
            <a:off x="10779252" y="4703395"/>
            <a:ext cx="0" cy="1955"/>
          </a:xfrm>
          <a:prstGeom xmlns:a="http://schemas.openxmlformats.org/drawingml/2006/main" prst="line">
            <a:avLst/>
          </a:prstGeom>
          <a:ln xmlns:a="http://schemas.openxmlformats.org/drawingml/2006/main" w="88900">
            <a:solidFill>
              <a:srgbClr val="FCEBEC"/>
            </a:solidFill>
          </a:ln>
        </p:spPr>
      </p:sp>
      <p:sp>
        <p:nvSpPr>
          <p:cNvPr id="42" name="Connector 42">
            <a:extLst xmlns:a="http://schemas.openxmlformats.org/drawingml/2006/main">
              <a:ext uri="{FF2B5EF4-FFF2-40B4-BE49-F238E27FC236}">
                <a16:creationId xmlns:a16="http://schemas.microsoft.com/office/drawing/2014/main" id="{E2451C4E-0FEA-4AE9-90C8-C93402D69499}"/>
              </a:ext>
            </a:extLst>
          </p:cNvPr>
          <p:cNvSpPr>
            <a:spLocks xmlns:a="http://schemas.openxmlformats.org/drawingml/2006/main" noGrp="1"/>
          </p:cNvSpPr>
          <p:nvPr/>
        </p:nvSpPr>
        <p:spPr>
          <a:xfrm xmlns:a="http://schemas.openxmlformats.org/drawingml/2006/main">
            <a:off x="10983468" y="4704939"/>
            <a:ext cx="0" cy="411"/>
          </a:xfrm>
          <a:prstGeom xmlns:a="http://schemas.openxmlformats.org/drawingml/2006/main" prst="line">
            <a:avLst/>
          </a:prstGeom>
          <a:ln xmlns:a="http://schemas.openxmlformats.org/drawingml/2006/main" w="88900">
            <a:solidFill>
              <a:srgbClr val="FCEBEC"/>
            </a:solidFill>
          </a:ln>
        </p:spPr>
      </p:sp>
      <p:sp>
        <p:nvSpPr>
          <p:cNvPr id="43" name="Connector 43">
            <a:extLst xmlns:a="http://schemas.openxmlformats.org/drawingml/2006/main">
              <a:ext uri="{FF2B5EF4-FFF2-40B4-BE49-F238E27FC236}">
                <a16:creationId xmlns:a16="http://schemas.microsoft.com/office/drawing/2014/main" id="{8840D893-0A9A-4073-8562-F081E4325086}"/>
              </a:ext>
            </a:extLst>
          </p:cNvPr>
          <p:cNvSpPr>
            <a:spLocks xmlns:a="http://schemas.openxmlformats.org/drawingml/2006/main" noGrp="1"/>
          </p:cNvSpPr>
          <p:nvPr/>
        </p:nvSpPr>
        <p:spPr>
          <a:xfrm xmlns:a="http://schemas.openxmlformats.org/drawingml/2006/main">
            <a:off x="11187684" y="4705323"/>
            <a:ext cx="0" cy="27"/>
          </a:xfrm>
          <a:prstGeom xmlns:a="http://schemas.openxmlformats.org/drawingml/2006/main" prst="line">
            <a:avLst/>
          </a:prstGeom>
          <a:ln xmlns:a="http://schemas.openxmlformats.org/drawingml/2006/main" w="88900">
            <a:solidFill>
              <a:srgbClr val="FCEBEC"/>
            </a:solidFill>
          </a:ln>
        </p:spPr>
      </p:sp>
      <p:sp>
        <p:nvSpPr>
          <p:cNvPr id="44" name="Connector 44">
            <a:extLst xmlns:a="http://schemas.openxmlformats.org/drawingml/2006/main">
              <a:ext uri="{FF2B5EF4-FFF2-40B4-BE49-F238E27FC236}">
                <a16:creationId xmlns:a16="http://schemas.microsoft.com/office/drawing/2014/main" id="{838C8935-A093-4FF6-9BA0-2D7E6CD7D9FF}"/>
              </a:ext>
            </a:extLst>
          </p:cNvPr>
          <p:cNvSpPr>
            <a:spLocks xmlns:a="http://schemas.openxmlformats.org/drawingml/2006/main" noGrp="1"/>
          </p:cNvSpPr>
          <p:nvPr/>
        </p:nvSpPr>
        <p:spPr>
          <a:xfrm xmlns:a="http://schemas.openxmlformats.org/drawingml/2006/main">
            <a:off x="11391900" y="4705350"/>
            <a:ext cx="0" cy="0"/>
          </a:xfrm>
          <a:prstGeom xmlns:a="http://schemas.openxmlformats.org/drawingml/2006/main" prst="line">
            <a:avLst/>
          </a:prstGeom>
          <a:ln xmlns:a="http://schemas.openxmlformats.org/drawingml/2006/main" w="88900">
            <a:solidFill>
              <a:srgbClr val="FCEBEC"/>
            </a:solidFill>
          </a:ln>
        </p:spPr>
      </p:sp>
      <p:sp>
        <p:nvSpPr>
          <p:cNvPr id="45" name="Connector 45">
            <a:extLst xmlns:a="http://schemas.openxmlformats.org/drawingml/2006/main">
              <a:ext uri="{FF2B5EF4-FFF2-40B4-BE49-F238E27FC236}">
                <a16:creationId xmlns:a16="http://schemas.microsoft.com/office/drawing/2014/main" id="{0C22591D-B19C-4E3A-8AED-292B180E0F3F}"/>
              </a:ext>
            </a:extLst>
          </p:cNvPr>
          <p:cNvSpPr>
            <a:spLocks xmlns:a="http://schemas.openxmlformats.org/drawingml/2006/main" noGrp="1"/>
          </p:cNvSpPr>
          <p:nvPr/>
        </p:nvSpPr>
        <p:spPr>
          <a:xfrm xmlns:a="http://schemas.openxmlformats.org/drawingml/2006/main">
            <a:off x="1181100" y="1981200"/>
            <a:ext cx="0" cy="2724150"/>
          </a:xfrm>
          <a:prstGeom xmlns:a="http://schemas.openxmlformats.org/drawingml/2006/main" prst="line">
            <a:avLst/>
          </a:prstGeom>
          <a:ln xmlns:a="http://schemas.openxmlformats.org/drawingml/2006/main" w="19050">
            <a:solidFill>
              <a:srgbClr val="384754"/>
            </a:solidFill>
          </a:ln>
        </p:spPr>
      </p:sp>
      <p:sp>
        <p:nvSpPr>
          <p:cNvPr id="46" name="Connector 46">
            <a:extLst xmlns:a="http://schemas.openxmlformats.org/drawingml/2006/main">
              <a:ext uri="{FF2B5EF4-FFF2-40B4-BE49-F238E27FC236}">
                <a16:creationId xmlns:a16="http://schemas.microsoft.com/office/drawing/2014/main" id="{F7ED6CCA-25ED-43E5-992D-05B041F61CC0}"/>
              </a:ext>
            </a:extLst>
          </p:cNvPr>
          <p:cNvSpPr>
            <a:spLocks xmlns:a="http://schemas.openxmlformats.org/drawingml/2006/main" noGrp="1"/>
          </p:cNvSpPr>
          <p:nvPr/>
        </p:nvSpPr>
        <p:spPr>
          <a:xfrm xmlns:a="http://schemas.openxmlformats.org/drawingml/2006/main">
            <a:off x="1181100" y="4705350"/>
            <a:ext cx="10210800" cy="0"/>
          </a:xfrm>
          <a:prstGeom xmlns:a="http://schemas.openxmlformats.org/drawingml/2006/main" prst="line">
            <a:avLst/>
          </a:prstGeom>
          <a:ln xmlns:a="http://schemas.openxmlformats.org/drawingml/2006/main" w="19050">
            <a:solidFill>
              <a:srgbClr val="384754"/>
            </a:solidFill>
          </a:ln>
        </p:spPr>
      </p:sp>
      <p:sp>
        <p:nvSpPr>
          <p:cNvPr id="47" name="Connector 47">
            <a:extLst xmlns:a="http://schemas.openxmlformats.org/drawingml/2006/main">
              <a:ext uri="{FF2B5EF4-FFF2-40B4-BE49-F238E27FC236}">
                <a16:creationId xmlns:a16="http://schemas.microsoft.com/office/drawing/2014/main" id="{4FEAD0AF-4389-4AE9-9AAD-331663FF91E2}"/>
              </a:ext>
            </a:extLst>
          </p:cNvPr>
          <p:cNvSpPr>
            <a:spLocks xmlns:a="http://schemas.openxmlformats.org/drawingml/2006/main" noGrp="1"/>
          </p:cNvSpPr>
          <p:nvPr/>
        </p:nvSpPr>
        <p:spPr>
          <a:xfrm xmlns:a="http://schemas.openxmlformats.org/drawingml/2006/main">
            <a:off x="1181100" y="4705350"/>
            <a:ext cx="0" cy="66675"/>
          </a:xfrm>
          <a:prstGeom xmlns:a="http://schemas.openxmlformats.org/drawingml/2006/main" prst="line">
            <a:avLst/>
          </a:prstGeom>
          <a:ln xmlns:a="http://schemas.openxmlformats.org/drawingml/2006/main" w="12700">
            <a:solidFill>
              <a:srgbClr val="384754"/>
            </a:solidFill>
          </a:ln>
        </p:spPr>
      </p:sp>
      <p:sp>
        <p:nvSpPr>
          <p:cNvPr id="48" name="Text 48">
            <a:extLst xmlns:a="http://schemas.openxmlformats.org/drawingml/2006/main">
              <a:ext uri="{FF2B5EF4-FFF2-40B4-BE49-F238E27FC236}">
                <a16:creationId xmlns:a16="http://schemas.microsoft.com/office/drawing/2014/main" id="{8D080B0E-2D2E-4C8D-B574-D7172F07DCBC}"/>
              </a:ext>
            </a:extLst>
          </p:cNvPr>
          <p:cNvSpPr>
            <a:spLocks xmlns:a="http://schemas.openxmlformats.org/drawingml/2006/main" noGrp="1"/>
          </p:cNvSpPr>
          <p:nvPr/>
        </p:nvSpPr>
        <p:spPr>
          <a:xfrm xmlns:a="http://schemas.openxmlformats.org/drawingml/2006/main">
            <a:off x="952500" y="4800600"/>
            <a:ext cx="4572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5D6873"/>
                </a:solidFill>
                <a:latin typeface="Arial"/>
                <a:ea typeface="Arial"/>
                <a:cs typeface="Arial"/>
              </a:rPr>
              <a:t>0.0</a:t>
            </a:r>
            <a:endParaRPr sz="1000"/>
          </a:p>
        </p:txBody>
      </p:sp>
      <p:sp>
        <p:nvSpPr>
          <p:cNvPr id="49" name="Connector 49">
            <a:extLst xmlns:a="http://schemas.openxmlformats.org/drawingml/2006/main">
              <a:ext uri="{FF2B5EF4-FFF2-40B4-BE49-F238E27FC236}">
                <a16:creationId xmlns:a16="http://schemas.microsoft.com/office/drawing/2014/main" id="{926E1C8B-DD6A-4038-9731-28088CD1B645}"/>
              </a:ext>
            </a:extLst>
          </p:cNvPr>
          <p:cNvSpPr>
            <a:spLocks xmlns:a="http://schemas.openxmlformats.org/drawingml/2006/main" noGrp="1"/>
          </p:cNvSpPr>
          <p:nvPr/>
        </p:nvSpPr>
        <p:spPr>
          <a:xfrm xmlns:a="http://schemas.openxmlformats.org/drawingml/2006/main">
            <a:off x="3223260" y="4705350"/>
            <a:ext cx="0" cy="66675"/>
          </a:xfrm>
          <a:prstGeom xmlns:a="http://schemas.openxmlformats.org/drawingml/2006/main" prst="line">
            <a:avLst/>
          </a:prstGeom>
          <a:ln xmlns:a="http://schemas.openxmlformats.org/drawingml/2006/main" w="12700">
            <a:solidFill>
              <a:srgbClr val="384754"/>
            </a:solidFill>
          </a:ln>
        </p:spPr>
      </p:sp>
      <p:sp>
        <p:nvSpPr>
          <p:cNvPr id="50" name="Text 50">
            <a:extLst xmlns:a="http://schemas.openxmlformats.org/drawingml/2006/main">
              <a:ext uri="{FF2B5EF4-FFF2-40B4-BE49-F238E27FC236}">
                <a16:creationId xmlns:a16="http://schemas.microsoft.com/office/drawing/2014/main" id="{F636F093-0404-4FA7-B937-9AF1BD6333F9}"/>
              </a:ext>
            </a:extLst>
          </p:cNvPr>
          <p:cNvSpPr>
            <a:spLocks xmlns:a="http://schemas.openxmlformats.org/drawingml/2006/main" noGrp="1"/>
          </p:cNvSpPr>
          <p:nvPr/>
        </p:nvSpPr>
        <p:spPr>
          <a:xfrm xmlns:a="http://schemas.openxmlformats.org/drawingml/2006/main">
            <a:off x="2994660" y="4800600"/>
            <a:ext cx="4572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5D6873"/>
                </a:solidFill>
                <a:latin typeface="Arial"/>
                <a:ea typeface="Arial"/>
                <a:cs typeface="Arial"/>
              </a:rPr>
              <a:t>0.2</a:t>
            </a:r>
            <a:endParaRPr sz="1000"/>
          </a:p>
        </p:txBody>
      </p:sp>
      <p:sp>
        <p:nvSpPr>
          <p:cNvPr id="51" name="Connector 51">
            <a:extLst xmlns:a="http://schemas.openxmlformats.org/drawingml/2006/main">
              <a:ext uri="{FF2B5EF4-FFF2-40B4-BE49-F238E27FC236}">
                <a16:creationId xmlns:a16="http://schemas.microsoft.com/office/drawing/2014/main" id="{DCA8B3F0-AF61-4B85-921D-5059357FE887}"/>
              </a:ext>
            </a:extLst>
          </p:cNvPr>
          <p:cNvSpPr>
            <a:spLocks xmlns:a="http://schemas.openxmlformats.org/drawingml/2006/main" noGrp="1"/>
          </p:cNvSpPr>
          <p:nvPr/>
        </p:nvSpPr>
        <p:spPr>
          <a:xfrm xmlns:a="http://schemas.openxmlformats.org/drawingml/2006/main">
            <a:off x="5265420" y="4705350"/>
            <a:ext cx="0" cy="66675"/>
          </a:xfrm>
          <a:prstGeom xmlns:a="http://schemas.openxmlformats.org/drawingml/2006/main" prst="line">
            <a:avLst/>
          </a:prstGeom>
          <a:ln xmlns:a="http://schemas.openxmlformats.org/drawingml/2006/main" w="12700">
            <a:solidFill>
              <a:srgbClr val="384754"/>
            </a:solidFill>
          </a:ln>
        </p:spPr>
      </p:sp>
      <p:sp>
        <p:nvSpPr>
          <p:cNvPr id="52" name="Text 52">
            <a:extLst xmlns:a="http://schemas.openxmlformats.org/drawingml/2006/main">
              <a:ext uri="{FF2B5EF4-FFF2-40B4-BE49-F238E27FC236}">
                <a16:creationId xmlns:a16="http://schemas.microsoft.com/office/drawing/2014/main" id="{E3F23F55-837B-4915-8DB7-935C71FFA362}"/>
              </a:ext>
            </a:extLst>
          </p:cNvPr>
          <p:cNvSpPr>
            <a:spLocks xmlns:a="http://schemas.openxmlformats.org/drawingml/2006/main" noGrp="1"/>
          </p:cNvSpPr>
          <p:nvPr/>
        </p:nvSpPr>
        <p:spPr>
          <a:xfrm xmlns:a="http://schemas.openxmlformats.org/drawingml/2006/main">
            <a:off x="5036820" y="4800600"/>
            <a:ext cx="4572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5D6873"/>
                </a:solidFill>
                <a:latin typeface="Arial"/>
                <a:ea typeface="Arial"/>
                <a:cs typeface="Arial"/>
              </a:rPr>
              <a:t>0.4</a:t>
            </a:r>
            <a:endParaRPr sz="1000"/>
          </a:p>
        </p:txBody>
      </p:sp>
      <p:sp>
        <p:nvSpPr>
          <p:cNvPr id="53" name="Connector 53">
            <a:extLst xmlns:a="http://schemas.openxmlformats.org/drawingml/2006/main">
              <a:ext uri="{FF2B5EF4-FFF2-40B4-BE49-F238E27FC236}">
                <a16:creationId xmlns:a16="http://schemas.microsoft.com/office/drawing/2014/main" id="{998A9EF7-851F-4995-80FD-0E059AB9DD01}"/>
              </a:ext>
            </a:extLst>
          </p:cNvPr>
          <p:cNvSpPr>
            <a:spLocks xmlns:a="http://schemas.openxmlformats.org/drawingml/2006/main" noGrp="1"/>
          </p:cNvSpPr>
          <p:nvPr/>
        </p:nvSpPr>
        <p:spPr>
          <a:xfrm xmlns:a="http://schemas.openxmlformats.org/drawingml/2006/main">
            <a:off x="7307580" y="4705350"/>
            <a:ext cx="0" cy="66675"/>
          </a:xfrm>
          <a:prstGeom xmlns:a="http://schemas.openxmlformats.org/drawingml/2006/main" prst="line">
            <a:avLst/>
          </a:prstGeom>
          <a:ln xmlns:a="http://schemas.openxmlformats.org/drawingml/2006/main" w="12700">
            <a:solidFill>
              <a:srgbClr val="384754"/>
            </a:solidFill>
          </a:ln>
        </p:spPr>
      </p:sp>
      <p:sp>
        <p:nvSpPr>
          <p:cNvPr id="54" name="Text 54">
            <a:extLst xmlns:a="http://schemas.openxmlformats.org/drawingml/2006/main">
              <a:ext uri="{FF2B5EF4-FFF2-40B4-BE49-F238E27FC236}">
                <a16:creationId xmlns:a16="http://schemas.microsoft.com/office/drawing/2014/main" id="{E6CBFAFE-9B7D-4D75-8BE8-E5844FCDD0A4}"/>
              </a:ext>
            </a:extLst>
          </p:cNvPr>
          <p:cNvSpPr>
            <a:spLocks xmlns:a="http://schemas.openxmlformats.org/drawingml/2006/main" noGrp="1"/>
          </p:cNvSpPr>
          <p:nvPr/>
        </p:nvSpPr>
        <p:spPr>
          <a:xfrm xmlns:a="http://schemas.openxmlformats.org/drawingml/2006/main">
            <a:off x="7078980" y="4800600"/>
            <a:ext cx="4572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5D6873"/>
                </a:solidFill>
                <a:latin typeface="Arial"/>
                <a:ea typeface="Arial"/>
                <a:cs typeface="Arial"/>
              </a:rPr>
              <a:t>0.6</a:t>
            </a:r>
            <a:endParaRPr sz="1000"/>
          </a:p>
        </p:txBody>
      </p:sp>
      <p:sp>
        <p:nvSpPr>
          <p:cNvPr id="55" name="Connector 55">
            <a:extLst xmlns:a="http://schemas.openxmlformats.org/drawingml/2006/main">
              <a:ext uri="{FF2B5EF4-FFF2-40B4-BE49-F238E27FC236}">
                <a16:creationId xmlns:a16="http://schemas.microsoft.com/office/drawing/2014/main" id="{F2AF6C7C-D9BD-4206-B5D9-F2931C7A170F}"/>
              </a:ext>
            </a:extLst>
          </p:cNvPr>
          <p:cNvSpPr>
            <a:spLocks xmlns:a="http://schemas.openxmlformats.org/drawingml/2006/main" noGrp="1"/>
          </p:cNvSpPr>
          <p:nvPr/>
        </p:nvSpPr>
        <p:spPr>
          <a:xfrm xmlns:a="http://schemas.openxmlformats.org/drawingml/2006/main">
            <a:off x="9349740" y="4705350"/>
            <a:ext cx="0" cy="66675"/>
          </a:xfrm>
          <a:prstGeom xmlns:a="http://schemas.openxmlformats.org/drawingml/2006/main" prst="line">
            <a:avLst/>
          </a:prstGeom>
          <a:ln xmlns:a="http://schemas.openxmlformats.org/drawingml/2006/main" w="12700">
            <a:solidFill>
              <a:srgbClr val="384754"/>
            </a:solidFill>
          </a:ln>
        </p:spPr>
      </p:sp>
      <p:sp>
        <p:nvSpPr>
          <p:cNvPr id="56" name="Text 56">
            <a:extLst xmlns:a="http://schemas.openxmlformats.org/drawingml/2006/main">
              <a:ext uri="{FF2B5EF4-FFF2-40B4-BE49-F238E27FC236}">
                <a16:creationId xmlns:a16="http://schemas.microsoft.com/office/drawing/2014/main" id="{65538649-0F61-4094-898A-7D4C8D8B7B57}"/>
              </a:ext>
            </a:extLst>
          </p:cNvPr>
          <p:cNvSpPr>
            <a:spLocks xmlns:a="http://schemas.openxmlformats.org/drawingml/2006/main" noGrp="1"/>
          </p:cNvSpPr>
          <p:nvPr/>
        </p:nvSpPr>
        <p:spPr>
          <a:xfrm xmlns:a="http://schemas.openxmlformats.org/drawingml/2006/main">
            <a:off x="9121140" y="4800600"/>
            <a:ext cx="4572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5D6873"/>
                </a:solidFill>
                <a:latin typeface="Arial"/>
                <a:ea typeface="Arial"/>
                <a:cs typeface="Arial"/>
              </a:rPr>
              <a:t>0.8</a:t>
            </a:r>
            <a:endParaRPr sz="1000"/>
          </a:p>
        </p:txBody>
      </p:sp>
      <p:sp>
        <p:nvSpPr>
          <p:cNvPr id="57" name="Connector 57">
            <a:extLst xmlns:a="http://schemas.openxmlformats.org/drawingml/2006/main">
              <a:ext uri="{FF2B5EF4-FFF2-40B4-BE49-F238E27FC236}">
                <a16:creationId xmlns:a16="http://schemas.microsoft.com/office/drawing/2014/main" id="{7CEAB404-5287-4601-90AE-C288E2F9289E}"/>
              </a:ext>
            </a:extLst>
          </p:cNvPr>
          <p:cNvSpPr>
            <a:spLocks xmlns:a="http://schemas.openxmlformats.org/drawingml/2006/main" noGrp="1"/>
          </p:cNvSpPr>
          <p:nvPr/>
        </p:nvSpPr>
        <p:spPr>
          <a:xfrm xmlns:a="http://schemas.openxmlformats.org/drawingml/2006/main">
            <a:off x="11391900" y="4705350"/>
            <a:ext cx="0" cy="66675"/>
          </a:xfrm>
          <a:prstGeom xmlns:a="http://schemas.openxmlformats.org/drawingml/2006/main" prst="line">
            <a:avLst/>
          </a:prstGeom>
          <a:ln xmlns:a="http://schemas.openxmlformats.org/drawingml/2006/main" w="12700">
            <a:solidFill>
              <a:srgbClr val="384754"/>
            </a:solidFill>
          </a:ln>
        </p:spPr>
      </p:sp>
      <p:sp>
        <p:nvSpPr>
          <p:cNvPr id="58" name="Text 58">
            <a:extLst xmlns:a="http://schemas.openxmlformats.org/drawingml/2006/main">
              <a:ext uri="{FF2B5EF4-FFF2-40B4-BE49-F238E27FC236}">
                <a16:creationId xmlns:a16="http://schemas.microsoft.com/office/drawing/2014/main" id="{A01BD265-FCA0-4E48-9555-EF3502FD54BA}"/>
              </a:ext>
            </a:extLst>
          </p:cNvPr>
          <p:cNvSpPr>
            <a:spLocks xmlns:a="http://schemas.openxmlformats.org/drawingml/2006/main" noGrp="1"/>
          </p:cNvSpPr>
          <p:nvPr/>
        </p:nvSpPr>
        <p:spPr>
          <a:xfrm xmlns:a="http://schemas.openxmlformats.org/drawingml/2006/main">
            <a:off x="11163300" y="4800600"/>
            <a:ext cx="4572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5D6873"/>
                </a:solidFill>
                <a:latin typeface="Arial"/>
                <a:ea typeface="Arial"/>
                <a:cs typeface="Arial"/>
              </a:rPr>
              <a:t>1.0</a:t>
            </a:r>
            <a:endParaRPr sz="1000"/>
          </a:p>
        </p:txBody>
      </p:sp>
      <p:sp>
        <p:nvSpPr>
          <p:cNvPr id="59" name="Connector 59">
            <a:extLst xmlns:a="http://schemas.openxmlformats.org/drawingml/2006/main">
              <a:ext uri="{FF2B5EF4-FFF2-40B4-BE49-F238E27FC236}">
                <a16:creationId xmlns:a16="http://schemas.microsoft.com/office/drawing/2014/main" id="{E9ABF7A6-5247-4266-82BC-3E3D3FCA3262}"/>
              </a:ext>
            </a:extLst>
          </p:cNvPr>
          <p:cNvSpPr>
            <a:spLocks xmlns:a="http://schemas.openxmlformats.org/drawingml/2006/main" noGrp="1"/>
          </p:cNvSpPr>
          <p:nvPr/>
        </p:nvSpPr>
        <p:spPr>
          <a:xfrm xmlns:a="http://schemas.openxmlformats.org/drawingml/2006/main">
            <a:off x="1181100" y="2110921"/>
            <a:ext cx="127635" cy="96080"/>
          </a:xfrm>
          <a:prstGeom xmlns:a="http://schemas.openxmlformats.org/drawingml/2006/main" prst="line">
            <a:avLst/>
          </a:prstGeom>
          <a:ln xmlns:a="http://schemas.openxmlformats.org/drawingml/2006/main" w="38100">
            <a:solidFill>
              <a:srgbClr val="2A5B84"/>
            </a:solidFill>
          </a:ln>
        </p:spPr>
      </p:sp>
      <p:sp>
        <p:nvSpPr>
          <p:cNvPr id="60" name="Connector 60">
            <a:extLst xmlns:a="http://schemas.openxmlformats.org/drawingml/2006/main">
              <a:ext uri="{FF2B5EF4-FFF2-40B4-BE49-F238E27FC236}">
                <a16:creationId xmlns:a16="http://schemas.microsoft.com/office/drawing/2014/main" id="{B8EEDB22-EE37-4989-B8D2-6F32BCA6A3E2}"/>
              </a:ext>
            </a:extLst>
          </p:cNvPr>
          <p:cNvSpPr>
            <a:spLocks xmlns:a="http://schemas.openxmlformats.org/drawingml/2006/main" noGrp="1"/>
          </p:cNvSpPr>
          <p:nvPr/>
        </p:nvSpPr>
        <p:spPr>
          <a:xfrm xmlns:a="http://schemas.openxmlformats.org/drawingml/2006/main">
            <a:off x="1308735" y="2207001"/>
            <a:ext cx="127635" cy="93678"/>
          </a:xfrm>
          <a:prstGeom xmlns:a="http://schemas.openxmlformats.org/drawingml/2006/main" prst="line">
            <a:avLst/>
          </a:prstGeom>
          <a:ln xmlns:a="http://schemas.openxmlformats.org/drawingml/2006/main" w="38100">
            <a:solidFill>
              <a:srgbClr val="2A5B84"/>
            </a:solidFill>
          </a:ln>
        </p:spPr>
      </p:sp>
      <p:sp>
        <p:nvSpPr>
          <p:cNvPr id="61" name="Connector 61">
            <a:extLst xmlns:a="http://schemas.openxmlformats.org/drawingml/2006/main">
              <a:ext uri="{FF2B5EF4-FFF2-40B4-BE49-F238E27FC236}">
                <a16:creationId xmlns:a16="http://schemas.microsoft.com/office/drawing/2014/main" id="{E0E886BD-54F9-4247-B221-842D23CED801}"/>
              </a:ext>
            </a:extLst>
          </p:cNvPr>
          <p:cNvSpPr>
            <a:spLocks xmlns:a="http://schemas.openxmlformats.org/drawingml/2006/main" noGrp="1"/>
          </p:cNvSpPr>
          <p:nvPr/>
        </p:nvSpPr>
        <p:spPr>
          <a:xfrm xmlns:a="http://schemas.openxmlformats.org/drawingml/2006/main">
            <a:off x="1436370" y="2300680"/>
            <a:ext cx="127635" cy="91307"/>
          </a:xfrm>
          <a:prstGeom xmlns:a="http://schemas.openxmlformats.org/drawingml/2006/main" prst="line">
            <a:avLst/>
          </a:prstGeom>
          <a:ln xmlns:a="http://schemas.openxmlformats.org/drawingml/2006/main" w="38100">
            <a:solidFill>
              <a:srgbClr val="2A5B84"/>
            </a:solidFill>
          </a:ln>
        </p:spPr>
      </p:sp>
      <p:sp>
        <p:nvSpPr>
          <p:cNvPr id="62" name="Connector 62">
            <a:extLst xmlns:a="http://schemas.openxmlformats.org/drawingml/2006/main">
              <a:ext uri="{FF2B5EF4-FFF2-40B4-BE49-F238E27FC236}">
                <a16:creationId xmlns:a16="http://schemas.microsoft.com/office/drawing/2014/main" id="{AE0356DD-7E4D-44EA-94EE-AF65A0A99079}"/>
              </a:ext>
            </a:extLst>
          </p:cNvPr>
          <p:cNvSpPr>
            <a:spLocks xmlns:a="http://schemas.openxmlformats.org/drawingml/2006/main" noGrp="1"/>
          </p:cNvSpPr>
          <p:nvPr/>
        </p:nvSpPr>
        <p:spPr>
          <a:xfrm xmlns:a="http://schemas.openxmlformats.org/drawingml/2006/main">
            <a:off x="1564005" y="2391986"/>
            <a:ext cx="127635" cy="88966"/>
          </a:xfrm>
          <a:prstGeom xmlns:a="http://schemas.openxmlformats.org/drawingml/2006/main" prst="line">
            <a:avLst/>
          </a:prstGeom>
          <a:ln xmlns:a="http://schemas.openxmlformats.org/drawingml/2006/main" w="38100">
            <a:solidFill>
              <a:srgbClr val="2A5B84"/>
            </a:solidFill>
          </a:ln>
        </p:spPr>
      </p:sp>
      <p:sp>
        <p:nvSpPr>
          <p:cNvPr id="63" name="Connector 63">
            <a:extLst xmlns:a="http://schemas.openxmlformats.org/drawingml/2006/main">
              <a:ext uri="{FF2B5EF4-FFF2-40B4-BE49-F238E27FC236}">
                <a16:creationId xmlns:a16="http://schemas.microsoft.com/office/drawing/2014/main" id="{9F361C95-5391-48FE-A72B-295822D27B95}"/>
              </a:ext>
            </a:extLst>
          </p:cNvPr>
          <p:cNvSpPr>
            <a:spLocks xmlns:a="http://schemas.openxmlformats.org/drawingml/2006/main" noGrp="1"/>
          </p:cNvSpPr>
          <p:nvPr/>
        </p:nvSpPr>
        <p:spPr>
          <a:xfrm xmlns:a="http://schemas.openxmlformats.org/drawingml/2006/main">
            <a:off x="1691640" y="2480952"/>
            <a:ext cx="127635" cy="86655"/>
          </a:xfrm>
          <a:prstGeom xmlns:a="http://schemas.openxmlformats.org/drawingml/2006/main" prst="line">
            <a:avLst/>
          </a:prstGeom>
          <a:ln xmlns:a="http://schemas.openxmlformats.org/drawingml/2006/main" w="38100">
            <a:solidFill>
              <a:srgbClr val="2A5B84"/>
            </a:solidFill>
          </a:ln>
        </p:spPr>
      </p:sp>
      <p:sp>
        <p:nvSpPr>
          <p:cNvPr id="64" name="Connector 64">
            <a:extLst xmlns:a="http://schemas.openxmlformats.org/drawingml/2006/main">
              <a:ext uri="{FF2B5EF4-FFF2-40B4-BE49-F238E27FC236}">
                <a16:creationId xmlns:a16="http://schemas.microsoft.com/office/drawing/2014/main" id="{615372E4-890A-415E-B902-02A30A7F0E1A}"/>
              </a:ext>
            </a:extLst>
          </p:cNvPr>
          <p:cNvSpPr>
            <a:spLocks xmlns:a="http://schemas.openxmlformats.org/drawingml/2006/main" noGrp="1"/>
          </p:cNvSpPr>
          <p:nvPr/>
        </p:nvSpPr>
        <p:spPr>
          <a:xfrm xmlns:a="http://schemas.openxmlformats.org/drawingml/2006/main">
            <a:off x="1819275" y="2567607"/>
            <a:ext cx="127635" cy="84375"/>
          </a:xfrm>
          <a:prstGeom xmlns:a="http://schemas.openxmlformats.org/drawingml/2006/main" prst="line">
            <a:avLst/>
          </a:prstGeom>
          <a:ln xmlns:a="http://schemas.openxmlformats.org/drawingml/2006/main" w="38100">
            <a:solidFill>
              <a:srgbClr val="2A5B84"/>
            </a:solidFill>
          </a:ln>
        </p:spPr>
      </p:sp>
      <p:sp>
        <p:nvSpPr>
          <p:cNvPr id="65" name="Connector 65">
            <a:extLst xmlns:a="http://schemas.openxmlformats.org/drawingml/2006/main">
              <a:ext uri="{FF2B5EF4-FFF2-40B4-BE49-F238E27FC236}">
                <a16:creationId xmlns:a16="http://schemas.microsoft.com/office/drawing/2014/main" id="{779F2AD3-CE63-42AC-AC91-38C0D6AA9876}"/>
              </a:ext>
            </a:extLst>
          </p:cNvPr>
          <p:cNvSpPr>
            <a:spLocks xmlns:a="http://schemas.openxmlformats.org/drawingml/2006/main" noGrp="1"/>
          </p:cNvSpPr>
          <p:nvPr/>
        </p:nvSpPr>
        <p:spPr>
          <a:xfrm xmlns:a="http://schemas.openxmlformats.org/drawingml/2006/main">
            <a:off x="1946910" y="2651981"/>
            <a:ext cx="127635" cy="82125"/>
          </a:xfrm>
          <a:prstGeom xmlns:a="http://schemas.openxmlformats.org/drawingml/2006/main" prst="line">
            <a:avLst/>
          </a:prstGeom>
          <a:ln xmlns:a="http://schemas.openxmlformats.org/drawingml/2006/main" w="38100">
            <a:solidFill>
              <a:srgbClr val="2A5B84"/>
            </a:solidFill>
          </a:ln>
        </p:spPr>
      </p:sp>
      <p:sp>
        <p:nvSpPr>
          <p:cNvPr id="66" name="Connector 66">
            <a:extLst xmlns:a="http://schemas.openxmlformats.org/drawingml/2006/main">
              <a:ext uri="{FF2B5EF4-FFF2-40B4-BE49-F238E27FC236}">
                <a16:creationId xmlns:a16="http://schemas.microsoft.com/office/drawing/2014/main" id="{42EE9699-7DA1-46F5-A761-55902CA284CB}"/>
              </a:ext>
            </a:extLst>
          </p:cNvPr>
          <p:cNvSpPr>
            <a:spLocks xmlns:a="http://schemas.openxmlformats.org/drawingml/2006/main" noGrp="1"/>
          </p:cNvSpPr>
          <p:nvPr/>
        </p:nvSpPr>
        <p:spPr>
          <a:xfrm xmlns:a="http://schemas.openxmlformats.org/drawingml/2006/main">
            <a:off x="2074545" y="2734106"/>
            <a:ext cx="127635" cy="79905"/>
          </a:xfrm>
          <a:prstGeom xmlns:a="http://schemas.openxmlformats.org/drawingml/2006/main" prst="line">
            <a:avLst/>
          </a:prstGeom>
          <a:ln xmlns:a="http://schemas.openxmlformats.org/drawingml/2006/main" w="38100">
            <a:solidFill>
              <a:srgbClr val="2A5B84"/>
            </a:solidFill>
          </a:ln>
        </p:spPr>
      </p:sp>
      <p:sp>
        <p:nvSpPr>
          <p:cNvPr id="67" name="Connector 67">
            <a:extLst xmlns:a="http://schemas.openxmlformats.org/drawingml/2006/main">
              <a:ext uri="{FF2B5EF4-FFF2-40B4-BE49-F238E27FC236}">
                <a16:creationId xmlns:a16="http://schemas.microsoft.com/office/drawing/2014/main" id="{3C1DBA4B-A216-44A1-B303-31532E41FB2C}"/>
              </a:ext>
            </a:extLst>
          </p:cNvPr>
          <p:cNvSpPr>
            <a:spLocks xmlns:a="http://schemas.openxmlformats.org/drawingml/2006/main" noGrp="1"/>
          </p:cNvSpPr>
          <p:nvPr/>
        </p:nvSpPr>
        <p:spPr>
          <a:xfrm xmlns:a="http://schemas.openxmlformats.org/drawingml/2006/main">
            <a:off x="2202180" y="2814012"/>
            <a:ext cx="127635" cy="77716"/>
          </a:xfrm>
          <a:prstGeom xmlns:a="http://schemas.openxmlformats.org/drawingml/2006/main" prst="line">
            <a:avLst/>
          </a:prstGeom>
          <a:ln xmlns:a="http://schemas.openxmlformats.org/drawingml/2006/main" w="38100">
            <a:solidFill>
              <a:srgbClr val="2A5B84"/>
            </a:solidFill>
          </a:ln>
        </p:spPr>
      </p:sp>
      <p:sp>
        <p:nvSpPr>
          <p:cNvPr id="68" name="Connector 68">
            <a:extLst xmlns:a="http://schemas.openxmlformats.org/drawingml/2006/main">
              <a:ext uri="{FF2B5EF4-FFF2-40B4-BE49-F238E27FC236}">
                <a16:creationId xmlns:a16="http://schemas.microsoft.com/office/drawing/2014/main" id="{683959F8-AB04-456F-A287-27D8DE0F9BCA}"/>
              </a:ext>
            </a:extLst>
          </p:cNvPr>
          <p:cNvSpPr>
            <a:spLocks xmlns:a="http://schemas.openxmlformats.org/drawingml/2006/main" noGrp="1"/>
          </p:cNvSpPr>
          <p:nvPr/>
        </p:nvSpPr>
        <p:spPr>
          <a:xfrm xmlns:a="http://schemas.openxmlformats.org/drawingml/2006/main">
            <a:off x="2329815" y="2891728"/>
            <a:ext cx="127635" cy="75558"/>
          </a:xfrm>
          <a:prstGeom xmlns:a="http://schemas.openxmlformats.org/drawingml/2006/main" prst="line">
            <a:avLst/>
          </a:prstGeom>
          <a:ln xmlns:a="http://schemas.openxmlformats.org/drawingml/2006/main" w="38100">
            <a:solidFill>
              <a:srgbClr val="2A5B84"/>
            </a:solidFill>
          </a:ln>
        </p:spPr>
      </p:sp>
      <p:sp>
        <p:nvSpPr>
          <p:cNvPr id="69" name="Connector 69">
            <a:extLst xmlns:a="http://schemas.openxmlformats.org/drawingml/2006/main">
              <a:ext uri="{FF2B5EF4-FFF2-40B4-BE49-F238E27FC236}">
                <a16:creationId xmlns:a16="http://schemas.microsoft.com/office/drawing/2014/main" id="{27946F94-FB73-4CD7-BE61-698D95641EE4}"/>
              </a:ext>
            </a:extLst>
          </p:cNvPr>
          <p:cNvSpPr>
            <a:spLocks xmlns:a="http://schemas.openxmlformats.org/drawingml/2006/main" noGrp="1"/>
          </p:cNvSpPr>
          <p:nvPr/>
        </p:nvSpPr>
        <p:spPr>
          <a:xfrm xmlns:a="http://schemas.openxmlformats.org/drawingml/2006/main">
            <a:off x="2457450" y="2967286"/>
            <a:ext cx="127635" cy="73429"/>
          </a:xfrm>
          <a:prstGeom xmlns:a="http://schemas.openxmlformats.org/drawingml/2006/main" prst="line">
            <a:avLst/>
          </a:prstGeom>
          <a:ln xmlns:a="http://schemas.openxmlformats.org/drawingml/2006/main" w="38100">
            <a:solidFill>
              <a:srgbClr val="2A5B84"/>
            </a:solidFill>
          </a:ln>
        </p:spPr>
      </p:sp>
      <p:sp>
        <p:nvSpPr>
          <p:cNvPr id="70" name="Connector 70">
            <a:extLst xmlns:a="http://schemas.openxmlformats.org/drawingml/2006/main">
              <a:ext uri="{FF2B5EF4-FFF2-40B4-BE49-F238E27FC236}">
                <a16:creationId xmlns:a16="http://schemas.microsoft.com/office/drawing/2014/main" id="{41ECFC36-8764-4DDC-87FC-C0F314FFA48E}"/>
              </a:ext>
            </a:extLst>
          </p:cNvPr>
          <p:cNvSpPr>
            <a:spLocks xmlns:a="http://schemas.openxmlformats.org/drawingml/2006/main" noGrp="1"/>
          </p:cNvSpPr>
          <p:nvPr/>
        </p:nvSpPr>
        <p:spPr>
          <a:xfrm xmlns:a="http://schemas.openxmlformats.org/drawingml/2006/main">
            <a:off x="2585085" y="3040715"/>
            <a:ext cx="127635" cy="71332"/>
          </a:xfrm>
          <a:prstGeom xmlns:a="http://schemas.openxmlformats.org/drawingml/2006/main" prst="line">
            <a:avLst/>
          </a:prstGeom>
          <a:ln xmlns:a="http://schemas.openxmlformats.org/drawingml/2006/main" w="38100">
            <a:solidFill>
              <a:srgbClr val="2A5B84"/>
            </a:solidFill>
          </a:ln>
        </p:spPr>
      </p:sp>
      <p:sp>
        <p:nvSpPr>
          <p:cNvPr id="71" name="Connector 71">
            <a:extLst xmlns:a="http://schemas.openxmlformats.org/drawingml/2006/main">
              <a:ext uri="{FF2B5EF4-FFF2-40B4-BE49-F238E27FC236}">
                <a16:creationId xmlns:a16="http://schemas.microsoft.com/office/drawing/2014/main" id="{9626557E-75C8-48C8-9FB8-C81BC94681E4}"/>
              </a:ext>
            </a:extLst>
          </p:cNvPr>
          <p:cNvSpPr>
            <a:spLocks xmlns:a="http://schemas.openxmlformats.org/drawingml/2006/main" noGrp="1"/>
          </p:cNvSpPr>
          <p:nvPr/>
        </p:nvSpPr>
        <p:spPr>
          <a:xfrm xmlns:a="http://schemas.openxmlformats.org/drawingml/2006/main">
            <a:off x="2712720" y="3112047"/>
            <a:ext cx="127635" cy="69264"/>
          </a:xfrm>
          <a:prstGeom xmlns:a="http://schemas.openxmlformats.org/drawingml/2006/main" prst="line">
            <a:avLst/>
          </a:prstGeom>
          <a:ln xmlns:a="http://schemas.openxmlformats.org/drawingml/2006/main" w="38100">
            <a:solidFill>
              <a:srgbClr val="2A5B84"/>
            </a:solidFill>
          </a:ln>
        </p:spPr>
      </p:sp>
      <p:sp>
        <p:nvSpPr>
          <p:cNvPr id="72" name="Connector 72">
            <a:extLst xmlns:a="http://schemas.openxmlformats.org/drawingml/2006/main">
              <a:ext uri="{FF2B5EF4-FFF2-40B4-BE49-F238E27FC236}">
                <a16:creationId xmlns:a16="http://schemas.microsoft.com/office/drawing/2014/main" id="{D365F811-28BA-4886-B5A0-2F3DF9DBEBF7}"/>
              </a:ext>
            </a:extLst>
          </p:cNvPr>
          <p:cNvSpPr>
            <a:spLocks xmlns:a="http://schemas.openxmlformats.org/drawingml/2006/main" noGrp="1"/>
          </p:cNvSpPr>
          <p:nvPr/>
        </p:nvSpPr>
        <p:spPr>
          <a:xfrm xmlns:a="http://schemas.openxmlformats.org/drawingml/2006/main">
            <a:off x="2840355" y="3181311"/>
            <a:ext cx="127635" cy="67227"/>
          </a:xfrm>
          <a:prstGeom xmlns:a="http://schemas.openxmlformats.org/drawingml/2006/main" prst="line">
            <a:avLst/>
          </a:prstGeom>
          <a:ln xmlns:a="http://schemas.openxmlformats.org/drawingml/2006/main" w="38100">
            <a:solidFill>
              <a:srgbClr val="2A5B84"/>
            </a:solidFill>
          </a:ln>
        </p:spPr>
      </p:sp>
      <p:sp>
        <p:nvSpPr>
          <p:cNvPr id="73" name="Connector 73">
            <a:extLst xmlns:a="http://schemas.openxmlformats.org/drawingml/2006/main">
              <a:ext uri="{FF2B5EF4-FFF2-40B4-BE49-F238E27FC236}">
                <a16:creationId xmlns:a16="http://schemas.microsoft.com/office/drawing/2014/main" id="{02076E7C-7ABD-460A-9D21-5B9815C3C2EA}"/>
              </a:ext>
            </a:extLst>
          </p:cNvPr>
          <p:cNvSpPr>
            <a:spLocks xmlns:a="http://schemas.openxmlformats.org/drawingml/2006/main" noGrp="1"/>
          </p:cNvSpPr>
          <p:nvPr/>
        </p:nvSpPr>
        <p:spPr>
          <a:xfrm xmlns:a="http://schemas.openxmlformats.org/drawingml/2006/main">
            <a:off x="2967990" y="3248538"/>
            <a:ext cx="127635" cy="65220"/>
          </a:xfrm>
          <a:prstGeom xmlns:a="http://schemas.openxmlformats.org/drawingml/2006/main" prst="line">
            <a:avLst/>
          </a:prstGeom>
          <a:ln xmlns:a="http://schemas.openxmlformats.org/drawingml/2006/main" w="38100">
            <a:solidFill>
              <a:srgbClr val="2A5B84"/>
            </a:solidFill>
          </a:ln>
        </p:spPr>
      </p:sp>
      <p:sp>
        <p:nvSpPr>
          <p:cNvPr id="74" name="Connector 74">
            <a:extLst xmlns:a="http://schemas.openxmlformats.org/drawingml/2006/main">
              <a:ext uri="{FF2B5EF4-FFF2-40B4-BE49-F238E27FC236}">
                <a16:creationId xmlns:a16="http://schemas.microsoft.com/office/drawing/2014/main" id="{7EFED8C7-9BFC-4C6C-9392-47986DB7C467}"/>
              </a:ext>
            </a:extLst>
          </p:cNvPr>
          <p:cNvSpPr>
            <a:spLocks xmlns:a="http://schemas.openxmlformats.org/drawingml/2006/main" noGrp="1"/>
          </p:cNvSpPr>
          <p:nvPr/>
        </p:nvSpPr>
        <p:spPr>
          <a:xfrm xmlns:a="http://schemas.openxmlformats.org/drawingml/2006/main">
            <a:off x="3095625" y="3313758"/>
            <a:ext cx="127635" cy="63244"/>
          </a:xfrm>
          <a:prstGeom xmlns:a="http://schemas.openxmlformats.org/drawingml/2006/main" prst="line">
            <a:avLst/>
          </a:prstGeom>
          <a:ln xmlns:a="http://schemas.openxmlformats.org/drawingml/2006/main" w="38100">
            <a:solidFill>
              <a:srgbClr val="2A5B84"/>
            </a:solidFill>
          </a:ln>
        </p:spPr>
      </p:sp>
      <p:sp>
        <p:nvSpPr>
          <p:cNvPr id="75" name="Connector 75">
            <a:extLst xmlns:a="http://schemas.openxmlformats.org/drawingml/2006/main">
              <a:ext uri="{FF2B5EF4-FFF2-40B4-BE49-F238E27FC236}">
                <a16:creationId xmlns:a16="http://schemas.microsoft.com/office/drawing/2014/main" id="{46B552BB-EBD0-49D5-8879-F492FBC79E30}"/>
              </a:ext>
            </a:extLst>
          </p:cNvPr>
          <p:cNvSpPr>
            <a:spLocks xmlns:a="http://schemas.openxmlformats.org/drawingml/2006/main" noGrp="1"/>
          </p:cNvSpPr>
          <p:nvPr/>
        </p:nvSpPr>
        <p:spPr>
          <a:xfrm xmlns:a="http://schemas.openxmlformats.org/drawingml/2006/main">
            <a:off x="3223260" y="3377003"/>
            <a:ext cx="127635" cy="61298"/>
          </a:xfrm>
          <a:prstGeom xmlns:a="http://schemas.openxmlformats.org/drawingml/2006/main" prst="line">
            <a:avLst/>
          </a:prstGeom>
          <a:ln xmlns:a="http://schemas.openxmlformats.org/drawingml/2006/main" w="38100">
            <a:solidFill>
              <a:srgbClr val="2A5B84"/>
            </a:solidFill>
          </a:ln>
        </p:spPr>
      </p:sp>
      <p:sp>
        <p:nvSpPr>
          <p:cNvPr id="76" name="Connector 76">
            <a:extLst xmlns:a="http://schemas.openxmlformats.org/drawingml/2006/main">
              <a:ext uri="{FF2B5EF4-FFF2-40B4-BE49-F238E27FC236}">
                <a16:creationId xmlns:a16="http://schemas.microsoft.com/office/drawing/2014/main" id="{CFA1B371-20FA-4350-B69F-AF3E121837E2}"/>
              </a:ext>
            </a:extLst>
          </p:cNvPr>
          <p:cNvSpPr>
            <a:spLocks xmlns:a="http://schemas.openxmlformats.org/drawingml/2006/main" noGrp="1"/>
          </p:cNvSpPr>
          <p:nvPr/>
        </p:nvSpPr>
        <p:spPr>
          <a:xfrm xmlns:a="http://schemas.openxmlformats.org/drawingml/2006/main">
            <a:off x="3350895" y="3438301"/>
            <a:ext cx="127635" cy="59383"/>
          </a:xfrm>
          <a:prstGeom xmlns:a="http://schemas.openxmlformats.org/drawingml/2006/main" prst="line">
            <a:avLst/>
          </a:prstGeom>
          <a:ln xmlns:a="http://schemas.openxmlformats.org/drawingml/2006/main" w="38100">
            <a:solidFill>
              <a:srgbClr val="2A5B84"/>
            </a:solidFill>
          </a:ln>
        </p:spPr>
      </p:sp>
      <p:sp>
        <p:nvSpPr>
          <p:cNvPr id="77" name="Connector 77">
            <a:extLst xmlns:a="http://schemas.openxmlformats.org/drawingml/2006/main">
              <a:ext uri="{FF2B5EF4-FFF2-40B4-BE49-F238E27FC236}">
                <a16:creationId xmlns:a16="http://schemas.microsoft.com/office/drawing/2014/main" id="{DB52AA16-35D6-47DE-91B9-CFE5A0613446}"/>
              </a:ext>
            </a:extLst>
          </p:cNvPr>
          <p:cNvSpPr>
            <a:spLocks xmlns:a="http://schemas.openxmlformats.org/drawingml/2006/main" noGrp="1"/>
          </p:cNvSpPr>
          <p:nvPr/>
        </p:nvSpPr>
        <p:spPr>
          <a:xfrm xmlns:a="http://schemas.openxmlformats.org/drawingml/2006/main">
            <a:off x="3478530" y="3497684"/>
            <a:ext cx="127635" cy="57498"/>
          </a:xfrm>
          <a:prstGeom xmlns:a="http://schemas.openxmlformats.org/drawingml/2006/main" prst="line">
            <a:avLst/>
          </a:prstGeom>
          <a:ln xmlns:a="http://schemas.openxmlformats.org/drawingml/2006/main" w="38100">
            <a:solidFill>
              <a:srgbClr val="2A5B84"/>
            </a:solidFill>
          </a:ln>
        </p:spPr>
      </p:sp>
      <p:sp>
        <p:nvSpPr>
          <p:cNvPr id="78" name="Connector 78">
            <a:extLst xmlns:a="http://schemas.openxmlformats.org/drawingml/2006/main">
              <a:ext uri="{FF2B5EF4-FFF2-40B4-BE49-F238E27FC236}">
                <a16:creationId xmlns:a16="http://schemas.microsoft.com/office/drawing/2014/main" id="{A7417973-4B39-4D8F-909D-2235B9C45940}"/>
              </a:ext>
            </a:extLst>
          </p:cNvPr>
          <p:cNvSpPr>
            <a:spLocks xmlns:a="http://schemas.openxmlformats.org/drawingml/2006/main" noGrp="1"/>
          </p:cNvSpPr>
          <p:nvPr/>
        </p:nvSpPr>
        <p:spPr>
          <a:xfrm xmlns:a="http://schemas.openxmlformats.org/drawingml/2006/main">
            <a:off x="3606165" y="3555182"/>
            <a:ext cx="127635" cy="55643"/>
          </a:xfrm>
          <a:prstGeom xmlns:a="http://schemas.openxmlformats.org/drawingml/2006/main" prst="line">
            <a:avLst/>
          </a:prstGeom>
          <a:ln xmlns:a="http://schemas.openxmlformats.org/drawingml/2006/main" w="38100">
            <a:solidFill>
              <a:srgbClr val="2A5B84"/>
            </a:solidFill>
          </a:ln>
        </p:spPr>
      </p:sp>
      <p:sp>
        <p:nvSpPr>
          <p:cNvPr id="79" name="Connector 79">
            <a:extLst xmlns:a="http://schemas.openxmlformats.org/drawingml/2006/main">
              <a:ext uri="{FF2B5EF4-FFF2-40B4-BE49-F238E27FC236}">
                <a16:creationId xmlns:a16="http://schemas.microsoft.com/office/drawing/2014/main" id="{1455AC2A-0D2B-4039-858B-62439120C43F}"/>
              </a:ext>
            </a:extLst>
          </p:cNvPr>
          <p:cNvSpPr>
            <a:spLocks xmlns:a="http://schemas.openxmlformats.org/drawingml/2006/main" noGrp="1"/>
          </p:cNvSpPr>
          <p:nvPr/>
        </p:nvSpPr>
        <p:spPr>
          <a:xfrm xmlns:a="http://schemas.openxmlformats.org/drawingml/2006/main">
            <a:off x="3733800" y="3610825"/>
            <a:ext cx="127635" cy="53819"/>
          </a:xfrm>
          <a:prstGeom xmlns:a="http://schemas.openxmlformats.org/drawingml/2006/main" prst="line">
            <a:avLst/>
          </a:prstGeom>
          <a:ln xmlns:a="http://schemas.openxmlformats.org/drawingml/2006/main" w="38100">
            <a:solidFill>
              <a:srgbClr val="2A5B84"/>
            </a:solidFill>
          </a:ln>
        </p:spPr>
      </p:sp>
      <p:sp>
        <p:nvSpPr>
          <p:cNvPr id="80" name="Connector 80">
            <a:extLst xmlns:a="http://schemas.openxmlformats.org/drawingml/2006/main">
              <a:ext uri="{FF2B5EF4-FFF2-40B4-BE49-F238E27FC236}">
                <a16:creationId xmlns:a16="http://schemas.microsoft.com/office/drawing/2014/main" id="{FF8F6BDD-CC21-46E6-BFE8-4BB6527C52FA}"/>
              </a:ext>
            </a:extLst>
          </p:cNvPr>
          <p:cNvSpPr>
            <a:spLocks xmlns:a="http://schemas.openxmlformats.org/drawingml/2006/main" noGrp="1"/>
          </p:cNvSpPr>
          <p:nvPr/>
        </p:nvSpPr>
        <p:spPr>
          <a:xfrm xmlns:a="http://schemas.openxmlformats.org/drawingml/2006/main">
            <a:off x="3861435" y="3664645"/>
            <a:ext cx="127635" cy="52025"/>
          </a:xfrm>
          <a:prstGeom xmlns:a="http://schemas.openxmlformats.org/drawingml/2006/main" prst="line">
            <a:avLst/>
          </a:prstGeom>
          <a:ln xmlns:a="http://schemas.openxmlformats.org/drawingml/2006/main" w="38100">
            <a:solidFill>
              <a:srgbClr val="2A5B84"/>
            </a:solidFill>
          </a:ln>
        </p:spPr>
      </p:sp>
      <p:sp>
        <p:nvSpPr>
          <p:cNvPr id="81" name="Connector 81">
            <a:extLst xmlns:a="http://schemas.openxmlformats.org/drawingml/2006/main">
              <a:ext uri="{FF2B5EF4-FFF2-40B4-BE49-F238E27FC236}">
                <a16:creationId xmlns:a16="http://schemas.microsoft.com/office/drawing/2014/main" id="{9967B535-F341-46FC-8598-815D31BE5CDD}"/>
              </a:ext>
            </a:extLst>
          </p:cNvPr>
          <p:cNvSpPr>
            <a:spLocks xmlns:a="http://schemas.openxmlformats.org/drawingml/2006/main" noGrp="1"/>
          </p:cNvSpPr>
          <p:nvPr/>
        </p:nvSpPr>
        <p:spPr>
          <a:xfrm xmlns:a="http://schemas.openxmlformats.org/drawingml/2006/main">
            <a:off x="3989070" y="3716670"/>
            <a:ext cx="127635" cy="50262"/>
          </a:xfrm>
          <a:prstGeom xmlns:a="http://schemas.openxmlformats.org/drawingml/2006/main" prst="line">
            <a:avLst/>
          </a:prstGeom>
          <a:ln xmlns:a="http://schemas.openxmlformats.org/drawingml/2006/main" w="38100">
            <a:solidFill>
              <a:srgbClr val="2A5B84"/>
            </a:solidFill>
          </a:ln>
        </p:spPr>
      </p:sp>
      <p:sp>
        <p:nvSpPr>
          <p:cNvPr id="82" name="Connector 82">
            <a:extLst xmlns:a="http://schemas.openxmlformats.org/drawingml/2006/main">
              <a:ext uri="{FF2B5EF4-FFF2-40B4-BE49-F238E27FC236}">
                <a16:creationId xmlns:a16="http://schemas.microsoft.com/office/drawing/2014/main" id="{1BC014AF-1365-48E2-8DC0-D2A5657FBC69}"/>
              </a:ext>
            </a:extLst>
          </p:cNvPr>
          <p:cNvSpPr>
            <a:spLocks xmlns:a="http://schemas.openxmlformats.org/drawingml/2006/main" noGrp="1"/>
          </p:cNvSpPr>
          <p:nvPr/>
        </p:nvSpPr>
        <p:spPr>
          <a:xfrm xmlns:a="http://schemas.openxmlformats.org/drawingml/2006/main">
            <a:off x="4116705" y="3766932"/>
            <a:ext cx="127635" cy="48529"/>
          </a:xfrm>
          <a:prstGeom xmlns:a="http://schemas.openxmlformats.org/drawingml/2006/main" prst="line">
            <a:avLst/>
          </a:prstGeom>
          <a:ln xmlns:a="http://schemas.openxmlformats.org/drawingml/2006/main" w="38100">
            <a:solidFill>
              <a:srgbClr val="2A5B84"/>
            </a:solidFill>
          </a:ln>
        </p:spPr>
      </p:sp>
      <p:sp>
        <p:nvSpPr>
          <p:cNvPr id="83" name="Connector 83">
            <a:extLst xmlns:a="http://schemas.openxmlformats.org/drawingml/2006/main">
              <a:ext uri="{FF2B5EF4-FFF2-40B4-BE49-F238E27FC236}">
                <a16:creationId xmlns:a16="http://schemas.microsoft.com/office/drawing/2014/main" id="{E2A615F4-8A71-4589-9DC0-CE563AB33E52}"/>
              </a:ext>
            </a:extLst>
          </p:cNvPr>
          <p:cNvSpPr>
            <a:spLocks xmlns:a="http://schemas.openxmlformats.org/drawingml/2006/main" noGrp="1"/>
          </p:cNvSpPr>
          <p:nvPr/>
        </p:nvSpPr>
        <p:spPr>
          <a:xfrm xmlns:a="http://schemas.openxmlformats.org/drawingml/2006/main">
            <a:off x="4244340" y="3815461"/>
            <a:ext cx="127635" cy="46826"/>
          </a:xfrm>
          <a:prstGeom xmlns:a="http://schemas.openxmlformats.org/drawingml/2006/main" prst="line">
            <a:avLst/>
          </a:prstGeom>
          <a:ln xmlns:a="http://schemas.openxmlformats.org/drawingml/2006/main" w="38100">
            <a:solidFill>
              <a:srgbClr val="2A5B84"/>
            </a:solidFill>
          </a:ln>
        </p:spPr>
      </p:sp>
      <p:sp>
        <p:nvSpPr>
          <p:cNvPr id="84" name="Connector 84">
            <a:extLst xmlns:a="http://schemas.openxmlformats.org/drawingml/2006/main">
              <a:ext uri="{FF2B5EF4-FFF2-40B4-BE49-F238E27FC236}">
                <a16:creationId xmlns:a16="http://schemas.microsoft.com/office/drawing/2014/main" id="{D730696D-B4C0-457F-B48A-F1B748E93D24}"/>
              </a:ext>
            </a:extLst>
          </p:cNvPr>
          <p:cNvSpPr>
            <a:spLocks xmlns:a="http://schemas.openxmlformats.org/drawingml/2006/main" noGrp="1"/>
          </p:cNvSpPr>
          <p:nvPr/>
        </p:nvSpPr>
        <p:spPr>
          <a:xfrm xmlns:a="http://schemas.openxmlformats.org/drawingml/2006/main">
            <a:off x="4371975" y="3862287"/>
            <a:ext cx="127635" cy="45154"/>
          </a:xfrm>
          <a:prstGeom xmlns:a="http://schemas.openxmlformats.org/drawingml/2006/main" prst="line">
            <a:avLst/>
          </a:prstGeom>
          <a:ln xmlns:a="http://schemas.openxmlformats.org/drawingml/2006/main" w="38100">
            <a:solidFill>
              <a:srgbClr val="2A5B84"/>
            </a:solidFill>
          </a:ln>
        </p:spPr>
      </p:sp>
      <p:sp>
        <p:nvSpPr>
          <p:cNvPr id="85" name="Connector 85">
            <a:extLst xmlns:a="http://schemas.openxmlformats.org/drawingml/2006/main">
              <a:ext uri="{FF2B5EF4-FFF2-40B4-BE49-F238E27FC236}">
                <a16:creationId xmlns:a16="http://schemas.microsoft.com/office/drawing/2014/main" id="{550CF2D5-68F4-400D-865F-54BEF366EC7C}"/>
              </a:ext>
            </a:extLst>
          </p:cNvPr>
          <p:cNvSpPr>
            <a:spLocks xmlns:a="http://schemas.openxmlformats.org/drawingml/2006/main" noGrp="1"/>
          </p:cNvSpPr>
          <p:nvPr/>
        </p:nvSpPr>
        <p:spPr>
          <a:xfrm xmlns:a="http://schemas.openxmlformats.org/drawingml/2006/main">
            <a:off x="4499610" y="3907442"/>
            <a:ext cx="127635" cy="43512"/>
          </a:xfrm>
          <a:prstGeom xmlns:a="http://schemas.openxmlformats.org/drawingml/2006/main" prst="line">
            <a:avLst/>
          </a:prstGeom>
          <a:ln xmlns:a="http://schemas.openxmlformats.org/drawingml/2006/main" w="38100">
            <a:solidFill>
              <a:srgbClr val="2A5B84"/>
            </a:solidFill>
          </a:ln>
        </p:spPr>
      </p:sp>
      <p:sp>
        <p:nvSpPr>
          <p:cNvPr id="86" name="Connector 86">
            <a:extLst xmlns:a="http://schemas.openxmlformats.org/drawingml/2006/main">
              <a:ext uri="{FF2B5EF4-FFF2-40B4-BE49-F238E27FC236}">
                <a16:creationId xmlns:a16="http://schemas.microsoft.com/office/drawing/2014/main" id="{1BFECE4D-4912-4ADE-BAE4-DBCA4C874F0F}"/>
              </a:ext>
            </a:extLst>
          </p:cNvPr>
          <p:cNvSpPr>
            <a:spLocks xmlns:a="http://schemas.openxmlformats.org/drawingml/2006/main" noGrp="1"/>
          </p:cNvSpPr>
          <p:nvPr/>
        </p:nvSpPr>
        <p:spPr>
          <a:xfrm xmlns:a="http://schemas.openxmlformats.org/drawingml/2006/main">
            <a:off x="4627245" y="3950954"/>
            <a:ext cx="127635" cy="41901"/>
          </a:xfrm>
          <a:prstGeom xmlns:a="http://schemas.openxmlformats.org/drawingml/2006/main" prst="line">
            <a:avLst/>
          </a:prstGeom>
          <a:ln xmlns:a="http://schemas.openxmlformats.org/drawingml/2006/main" w="38100">
            <a:solidFill>
              <a:srgbClr val="2A5B84"/>
            </a:solidFill>
          </a:ln>
        </p:spPr>
      </p:sp>
      <p:sp>
        <p:nvSpPr>
          <p:cNvPr id="87" name="Connector 87">
            <a:extLst xmlns:a="http://schemas.openxmlformats.org/drawingml/2006/main">
              <a:ext uri="{FF2B5EF4-FFF2-40B4-BE49-F238E27FC236}">
                <a16:creationId xmlns:a16="http://schemas.microsoft.com/office/drawing/2014/main" id="{682034E8-A10C-450E-AA29-58DCE3045D92}"/>
              </a:ext>
            </a:extLst>
          </p:cNvPr>
          <p:cNvSpPr>
            <a:spLocks xmlns:a="http://schemas.openxmlformats.org/drawingml/2006/main" noGrp="1"/>
          </p:cNvSpPr>
          <p:nvPr/>
        </p:nvSpPr>
        <p:spPr>
          <a:xfrm xmlns:a="http://schemas.openxmlformats.org/drawingml/2006/main">
            <a:off x="4754880" y="3992855"/>
            <a:ext cx="127635" cy="40320"/>
          </a:xfrm>
          <a:prstGeom xmlns:a="http://schemas.openxmlformats.org/drawingml/2006/main" prst="line">
            <a:avLst/>
          </a:prstGeom>
          <a:ln xmlns:a="http://schemas.openxmlformats.org/drawingml/2006/main" w="38100">
            <a:solidFill>
              <a:srgbClr val="2A5B84"/>
            </a:solidFill>
          </a:ln>
        </p:spPr>
      </p:sp>
      <p:sp>
        <p:nvSpPr>
          <p:cNvPr id="88" name="Connector 88">
            <a:extLst xmlns:a="http://schemas.openxmlformats.org/drawingml/2006/main">
              <a:ext uri="{FF2B5EF4-FFF2-40B4-BE49-F238E27FC236}">
                <a16:creationId xmlns:a16="http://schemas.microsoft.com/office/drawing/2014/main" id="{EB2D3455-4E37-4FBE-9AB5-3CC1AFCA7D5E}"/>
              </a:ext>
            </a:extLst>
          </p:cNvPr>
          <p:cNvSpPr>
            <a:spLocks xmlns:a="http://schemas.openxmlformats.org/drawingml/2006/main" noGrp="1"/>
          </p:cNvSpPr>
          <p:nvPr/>
        </p:nvSpPr>
        <p:spPr>
          <a:xfrm xmlns:a="http://schemas.openxmlformats.org/drawingml/2006/main">
            <a:off x="4882515" y="4033175"/>
            <a:ext cx="127635" cy="38769"/>
          </a:xfrm>
          <a:prstGeom xmlns:a="http://schemas.openxmlformats.org/drawingml/2006/main" prst="line">
            <a:avLst/>
          </a:prstGeom>
          <a:ln xmlns:a="http://schemas.openxmlformats.org/drawingml/2006/main" w="38100">
            <a:solidFill>
              <a:srgbClr val="2A5B84"/>
            </a:solidFill>
          </a:ln>
        </p:spPr>
      </p:sp>
      <p:sp>
        <p:nvSpPr>
          <p:cNvPr id="89" name="Connector 89">
            <a:extLst xmlns:a="http://schemas.openxmlformats.org/drawingml/2006/main">
              <a:ext uri="{FF2B5EF4-FFF2-40B4-BE49-F238E27FC236}">
                <a16:creationId xmlns:a16="http://schemas.microsoft.com/office/drawing/2014/main" id="{4383937A-69F8-49A0-856B-2B2A215AF560}"/>
              </a:ext>
            </a:extLst>
          </p:cNvPr>
          <p:cNvSpPr>
            <a:spLocks xmlns:a="http://schemas.openxmlformats.org/drawingml/2006/main" noGrp="1"/>
          </p:cNvSpPr>
          <p:nvPr/>
        </p:nvSpPr>
        <p:spPr>
          <a:xfrm xmlns:a="http://schemas.openxmlformats.org/drawingml/2006/main">
            <a:off x="5010150" y="4071945"/>
            <a:ext cx="127635" cy="37249"/>
          </a:xfrm>
          <a:prstGeom xmlns:a="http://schemas.openxmlformats.org/drawingml/2006/main" prst="line">
            <a:avLst/>
          </a:prstGeom>
          <a:ln xmlns:a="http://schemas.openxmlformats.org/drawingml/2006/main" w="38100">
            <a:solidFill>
              <a:srgbClr val="2A5B84"/>
            </a:solidFill>
          </a:ln>
        </p:spPr>
      </p:sp>
      <p:sp>
        <p:nvSpPr>
          <p:cNvPr id="90" name="Connector 90">
            <a:extLst xmlns:a="http://schemas.openxmlformats.org/drawingml/2006/main">
              <a:ext uri="{FF2B5EF4-FFF2-40B4-BE49-F238E27FC236}">
                <a16:creationId xmlns:a16="http://schemas.microsoft.com/office/drawing/2014/main" id="{ED7699A0-D307-4D63-B3E5-EABE7CD4DBB9}"/>
              </a:ext>
            </a:extLst>
          </p:cNvPr>
          <p:cNvSpPr>
            <a:spLocks xmlns:a="http://schemas.openxmlformats.org/drawingml/2006/main" noGrp="1"/>
          </p:cNvSpPr>
          <p:nvPr/>
        </p:nvSpPr>
        <p:spPr>
          <a:xfrm xmlns:a="http://schemas.openxmlformats.org/drawingml/2006/main">
            <a:off x="5137785" y="4109194"/>
            <a:ext cx="127635" cy="35760"/>
          </a:xfrm>
          <a:prstGeom xmlns:a="http://schemas.openxmlformats.org/drawingml/2006/main" prst="line">
            <a:avLst/>
          </a:prstGeom>
          <a:ln xmlns:a="http://schemas.openxmlformats.org/drawingml/2006/main" w="38100">
            <a:solidFill>
              <a:srgbClr val="2A5B84"/>
            </a:solidFill>
          </a:ln>
        </p:spPr>
      </p:sp>
      <p:sp>
        <p:nvSpPr>
          <p:cNvPr id="91" name="Connector 91">
            <a:extLst xmlns:a="http://schemas.openxmlformats.org/drawingml/2006/main">
              <a:ext uri="{FF2B5EF4-FFF2-40B4-BE49-F238E27FC236}">
                <a16:creationId xmlns:a16="http://schemas.microsoft.com/office/drawing/2014/main" id="{7B319BD1-7487-4949-99A9-782EE96273C0}"/>
              </a:ext>
            </a:extLst>
          </p:cNvPr>
          <p:cNvSpPr>
            <a:spLocks xmlns:a="http://schemas.openxmlformats.org/drawingml/2006/main" noGrp="1"/>
          </p:cNvSpPr>
          <p:nvPr/>
        </p:nvSpPr>
        <p:spPr>
          <a:xfrm xmlns:a="http://schemas.openxmlformats.org/drawingml/2006/main">
            <a:off x="5265420" y="4144953"/>
            <a:ext cx="127635" cy="34300"/>
          </a:xfrm>
          <a:prstGeom xmlns:a="http://schemas.openxmlformats.org/drawingml/2006/main" prst="line">
            <a:avLst/>
          </a:prstGeom>
          <a:ln xmlns:a="http://schemas.openxmlformats.org/drawingml/2006/main" w="38100">
            <a:solidFill>
              <a:srgbClr val="2A5B84"/>
            </a:solidFill>
          </a:ln>
        </p:spPr>
      </p:sp>
      <p:sp>
        <p:nvSpPr>
          <p:cNvPr id="92" name="Connector 92">
            <a:extLst xmlns:a="http://schemas.openxmlformats.org/drawingml/2006/main">
              <a:ext uri="{FF2B5EF4-FFF2-40B4-BE49-F238E27FC236}">
                <a16:creationId xmlns:a16="http://schemas.microsoft.com/office/drawing/2014/main" id="{FB779F8A-327A-40C2-9703-34AA4DA6C845}"/>
              </a:ext>
            </a:extLst>
          </p:cNvPr>
          <p:cNvSpPr>
            <a:spLocks xmlns:a="http://schemas.openxmlformats.org/drawingml/2006/main" noGrp="1"/>
          </p:cNvSpPr>
          <p:nvPr/>
        </p:nvSpPr>
        <p:spPr>
          <a:xfrm xmlns:a="http://schemas.openxmlformats.org/drawingml/2006/main">
            <a:off x="5393055" y="4179254"/>
            <a:ext cx="127635" cy="32871"/>
          </a:xfrm>
          <a:prstGeom xmlns:a="http://schemas.openxmlformats.org/drawingml/2006/main" prst="line">
            <a:avLst/>
          </a:prstGeom>
          <a:ln xmlns:a="http://schemas.openxmlformats.org/drawingml/2006/main" w="38100">
            <a:solidFill>
              <a:srgbClr val="2A5B84"/>
            </a:solidFill>
          </a:ln>
        </p:spPr>
      </p:sp>
      <p:sp>
        <p:nvSpPr>
          <p:cNvPr id="93" name="Connector 93">
            <a:extLst xmlns:a="http://schemas.openxmlformats.org/drawingml/2006/main">
              <a:ext uri="{FF2B5EF4-FFF2-40B4-BE49-F238E27FC236}">
                <a16:creationId xmlns:a16="http://schemas.microsoft.com/office/drawing/2014/main" id="{9073B2D3-784E-44F6-BFFE-13D624B75B0B}"/>
              </a:ext>
            </a:extLst>
          </p:cNvPr>
          <p:cNvSpPr>
            <a:spLocks xmlns:a="http://schemas.openxmlformats.org/drawingml/2006/main" noGrp="1"/>
          </p:cNvSpPr>
          <p:nvPr/>
        </p:nvSpPr>
        <p:spPr>
          <a:xfrm xmlns:a="http://schemas.openxmlformats.org/drawingml/2006/main">
            <a:off x="5520690" y="4212125"/>
            <a:ext cx="127635" cy="31473"/>
          </a:xfrm>
          <a:prstGeom xmlns:a="http://schemas.openxmlformats.org/drawingml/2006/main" prst="line">
            <a:avLst/>
          </a:prstGeom>
          <a:ln xmlns:a="http://schemas.openxmlformats.org/drawingml/2006/main" w="38100">
            <a:solidFill>
              <a:srgbClr val="2A5B84"/>
            </a:solidFill>
          </a:ln>
        </p:spPr>
      </p:sp>
      <p:sp>
        <p:nvSpPr>
          <p:cNvPr id="94" name="Connector 94">
            <a:extLst xmlns:a="http://schemas.openxmlformats.org/drawingml/2006/main">
              <a:ext uri="{FF2B5EF4-FFF2-40B4-BE49-F238E27FC236}">
                <a16:creationId xmlns:a16="http://schemas.microsoft.com/office/drawing/2014/main" id="{B2A156D7-8213-40AE-B40A-CA50A9FC8F31}"/>
              </a:ext>
            </a:extLst>
          </p:cNvPr>
          <p:cNvSpPr>
            <a:spLocks xmlns:a="http://schemas.openxmlformats.org/drawingml/2006/main" noGrp="1"/>
          </p:cNvSpPr>
          <p:nvPr/>
        </p:nvSpPr>
        <p:spPr>
          <a:xfrm xmlns:a="http://schemas.openxmlformats.org/drawingml/2006/main">
            <a:off x="5648325" y="4243597"/>
            <a:ext cx="127635" cy="30104"/>
          </a:xfrm>
          <a:prstGeom xmlns:a="http://schemas.openxmlformats.org/drawingml/2006/main" prst="line">
            <a:avLst/>
          </a:prstGeom>
          <a:ln xmlns:a="http://schemas.openxmlformats.org/drawingml/2006/main" w="38100">
            <a:solidFill>
              <a:srgbClr val="2A5B84"/>
            </a:solidFill>
          </a:ln>
        </p:spPr>
      </p:sp>
      <p:sp>
        <p:nvSpPr>
          <p:cNvPr id="95" name="Connector 95">
            <a:extLst xmlns:a="http://schemas.openxmlformats.org/drawingml/2006/main">
              <a:ext uri="{FF2B5EF4-FFF2-40B4-BE49-F238E27FC236}">
                <a16:creationId xmlns:a16="http://schemas.microsoft.com/office/drawing/2014/main" id="{0CE1102B-DFAD-4675-B3FB-BA279E3E5700}"/>
              </a:ext>
            </a:extLst>
          </p:cNvPr>
          <p:cNvSpPr>
            <a:spLocks xmlns:a="http://schemas.openxmlformats.org/drawingml/2006/main" noGrp="1"/>
          </p:cNvSpPr>
          <p:nvPr/>
        </p:nvSpPr>
        <p:spPr>
          <a:xfrm xmlns:a="http://schemas.openxmlformats.org/drawingml/2006/main">
            <a:off x="5775960" y="4273702"/>
            <a:ext cx="127635" cy="28767"/>
          </a:xfrm>
          <a:prstGeom xmlns:a="http://schemas.openxmlformats.org/drawingml/2006/main" prst="line">
            <a:avLst/>
          </a:prstGeom>
          <a:ln xmlns:a="http://schemas.openxmlformats.org/drawingml/2006/main" w="38100">
            <a:solidFill>
              <a:srgbClr val="2A5B84"/>
            </a:solidFill>
          </a:ln>
        </p:spPr>
      </p:sp>
      <p:sp>
        <p:nvSpPr>
          <p:cNvPr id="96" name="Connector 96">
            <a:extLst xmlns:a="http://schemas.openxmlformats.org/drawingml/2006/main">
              <a:ext uri="{FF2B5EF4-FFF2-40B4-BE49-F238E27FC236}">
                <a16:creationId xmlns:a16="http://schemas.microsoft.com/office/drawing/2014/main" id="{F5FD118D-1090-4F84-8D1C-5EE032658173}"/>
              </a:ext>
            </a:extLst>
          </p:cNvPr>
          <p:cNvSpPr>
            <a:spLocks xmlns:a="http://schemas.openxmlformats.org/drawingml/2006/main" noGrp="1"/>
          </p:cNvSpPr>
          <p:nvPr/>
        </p:nvSpPr>
        <p:spPr>
          <a:xfrm xmlns:a="http://schemas.openxmlformats.org/drawingml/2006/main">
            <a:off x="5903595" y="4302469"/>
            <a:ext cx="127635" cy="27459"/>
          </a:xfrm>
          <a:prstGeom xmlns:a="http://schemas.openxmlformats.org/drawingml/2006/main" prst="line">
            <a:avLst/>
          </a:prstGeom>
          <a:ln xmlns:a="http://schemas.openxmlformats.org/drawingml/2006/main" w="38100">
            <a:solidFill>
              <a:srgbClr val="2A5B84"/>
            </a:solidFill>
          </a:ln>
        </p:spPr>
      </p:sp>
      <p:sp>
        <p:nvSpPr>
          <p:cNvPr id="97" name="Connector 97">
            <a:extLst xmlns:a="http://schemas.openxmlformats.org/drawingml/2006/main">
              <a:ext uri="{FF2B5EF4-FFF2-40B4-BE49-F238E27FC236}">
                <a16:creationId xmlns:a16="http://schemas.microsoft.com/office/drawing/2014/main" id="{6DF5B0B7-C979-41DF-B36B-EC50AB6BC57E}"/>
              </a:ext>
            </a:extLst>
          </p:cNvPr>
          <p:cNvSpPr>
            <a:spLocks xmlns:a="http://schemas.openxmlformats.org/drawingml/2006/main" noGrp="1"/>
          </p:cNvSpPr>
          <p:nvPr/>
        </p:nvSpPr>
        <p:spPr>
          <a:xfrm xmlns:a="http://schemas.openxmlformats.org/drawingml/2006/main">
            <a:off x="6031230" y="4329928"/>
            <a:ext cx="127635" cy="26182"/>
          </a:xfrm>
          <a:prstGeom xmlns:a="http://schemas.openxmlformats.org/drawingml/2006/main" prst="line">
            <a:avLst/>
          </a:prstGeom>
          <a:ln xmlns:a="http://schemas.openxmlformats.org/drawingml/2006/main" w="38100">
            <a:solidFill>
              <a:srgbClr val="2A5B84"/>
            </a:solidFill>
          </a:ln>
        </p:spPr>
      </p:sp>
      <p:sp>
        <p:nvSpPr>
          <p:cNvPr id="98" name="Connector 98">
            <a:extLst xmlns:a="http://schemas.openxmlformats.org/drawingml/2006/main">
              <a:ext uri="{FF2B5EF4-FFF2-40B4-BE49-F238E27FC236}">
                <a16:creationId xmlns:a16="http://schemas.microsoft.com/office/drawing/2014/main" id="{6762C5A7-B515-4B82-AAEB-AE8CE58B7BA1}"/>
              </a:ext>
            </a:extLst>
          </p:cNvPr>
          <p:cNvSpPr>
            <a:spLocks xmlns:a="http://schemas.openxmlformats.org/drawingml/2006/main" noGrp="1"/>
          </p:cNvSpPr>
          <p:nvPr/>
        </p:nvSpPr>
        <p:spPr>
          <a:xfrm xmlns:a="http://schemas.openxmlformats.org/drawingml/2006/main">
            <a:off x="6158865" y="4356111"/>
            <a:ext cx="127635" cy="24936"/>
          </a:xfrm>
          <a:prstGeom xmlns:a="http://schemas.openxmlformats.org/drawingml/2006/main" prst="line">
            <a:avLst/>
          </a:prstGeom>
          <a:ln xmlns:a="http://schemas.openxmlformats.org/drawingml/2006/main" w="38100">
            <a:solidFill>
              <a:srgbClr val="2A5B84"/>
            </a:solidFill>
          </a:ln>
        </p:spPr>
      </p:sp>
      <p:sp>
        <p:nvSpPr>
          <p:cNvPr id="99" name="Connector 99">
            <a:extLst xmlns:a="http://schemas.openxmlformats.org/drawingml/2006/main">
              <a:ext uri="{FF2B5EF4-FFF2-40B4-BE49-F238E27FC236}">
                <a16:creationId xmlns:a16="http://schemas.microsoft.com/office/drawing/2014/main" id="{4A1B4313-64B3-4512-BFDF-53EBDD295315}"/>
              </a:ext>
            </a:extLst>
          </p:cNvPr>
          <p:cNvSpPr>
            <a:spLocks xmlns:a="http://schemas.openxmlformats.org/drawingml/2006/main" noGrp="1"/>
          </p:cNvSpPr>
          <p:nvPr/>
        </p:nvSpPr>
        <p:spPr>
          <a:xfrm xmlns:a="http://schemas.openxmlformats.org/drawingml/2006/main">
            <a:off x="6286500" y="4381046"/>
            <a:ext cx="127635" cy="23720"/>
          </a:xfrm>
          <a:prstGeom xmlns:a="http://schemas.openxmlformats.org/drawingml/2006/main" prst="line">
            <a:avLst/>
          </a:prstGeom>
          <a:ln xmlns:a="http://schemas.openxmlformats.org/drawingml/2006/main" w="38100">
            <a:solidFill>
              <a:srgbClr val="2A5B84"/>
            </a:solidFill>
          </a:ln>
        </p:spPr>
      </p:sp>
      <p:sp>
        <p:nvSpPr>
          <p:cNvPr id="100" name="Connector 100">
            <a:extLst xmlns:a="http://schemas.openxmlformats.org/drawingml/2006/main">
              <a:ext uri="{FF2B5EF4-FFF2-40B4-BE49-F238E27FC236}">
                <a16:creationId xmlns:a16="http://schemas.microsoft.com/office/drawing/2014/main" id="{76823F7A-B84C-41F2-BB78-1EEA1597F6A8}"/>
              </a:ext>
            </a:extLst>
          </p:cNvPr>
          <p:cNvSpPr>
            <a:spLocks xmlns:a="http://schemas.openxmlformats.org/drawingml/2006/main" noGrp="1"/>
          </p:cNvSpPr>
          <p:nvPr/>
        </p:nvSpPr>
        <p:spPr>
          <a:xfrm xmlns:a="http://schemas.openxmlformats.org/drawingml/2006/main">
            <a:off x="6414135" y="4404766"/>
            <a:ext cx="127635" cy="22534"/>
          </a:xfrm>
          <a:prstGeom xmlns:a="http://schemas.openxmlformats.org/drawingml/2006/main" prst="line">
            <a:avLst/>
          </a:prstGeom>
          <a:ln xmlns:a="http://schemas.openxmlformats.org/drawingml/2006/main" w="38100">
            <a:solidFill>
              <a:srgbClr val="2A5B84"/>
            </a:solidFill>
          </a:ln>
        </p:spPr>
      </p:sp>
      <p:sp>
        <p:nvSpPr>
          <p:cNvPr id="101" name="Connector 101">
            <a:extLst xmlns:a="http://schemas.openxmlformats.org/drawingml/2006/main">
              <a:ext uri="{FF2B5EF4-FFF2-40B4-BE49-F238E27FC236}">
                <a16:creationId xmlns:a16="http://schemas.microsoft.com/office/drawing/2014/main" id="{137457D6-E02D-48DD-9269-E41780CDB649}"/>
              </a:ext>
            </a:extLst>
          </p:cNvPr>
          <p:cNvSpPr>
            <a:spLocks xmlns:a="http://schemas.openxmlformats.org/drawingml/2006/main" noGrp="1"/>
          </p:cNvSpPr>
          <p:nvPr/>
        </p:nvSpPr>
        <p:spPr>
          <a:xfrm xmlns:a="http://schemas.openxmlformats.org/drawingml/2006/main">
            <a:off x="6541770" y="4427300"/>
            <a:ext cx="127635" cy="21379"/>
          </a:xfrm>
          <a:prstGeom xmlns:a="http://schemas.openxmlformats.org/drawingml/2006/main" prst="line">
            <a:avLst/>
          </a:prstGeom>
          <a:ln xmlns:a="http://schemas.openxmlformats.org/drawingml/2006/main" w="38100">
            <a:solidFill>
              <a:srgbClr val="2A5B84"/>
            </a:solidFill>
          </a:ln>
        </p:spPr>
      </p:sp>
      <p:sp>
        <p:nvSpPr>
          <p:cNvPr id="102" name="Connector 102">
            <a:extLst xmlns:a="http://schemas.openxmlformats.org/drawingml/2006/main">
              <a:ext uri="{FF2B5EF4-FFF2-40B4-BE49-F238E27FC236}">
                <a16:creationId xmlns:a16="http://schemas.microsoft.com/office/drawing/2014/main" id="{8EAD1DAA-8509-4831-895F-A559EBBC8F09}"/>
              </a:ext>
            </a:extLst>
          </p:cNvPr>
          <p:cNvSpPr>
            <a:spLocks xmlns:a="http://schemas.openxmlformats.org/drawingml/2006/main" noGrp="1"/>
          </p:cNvSpPr>
          <p:nvPr/>
        </p:nvSpPr>
        <p:spPr>
          <a:xfrm xmlns:a="http://schemas.openxmlformats.org/drawingml/2006/main">
            <a:off x="6669405" y="4448679"/>
            <a:ext cx="127635" cy="20254"/>
          </a:xfrm>
          <a:prstGeom xmlns:a="http://schemas.openxmlformats.org/drawingml/2006/main" prst="line">
            <a:avLst/>
          </a:prstGeom>
          <a:ln xmlns:a="http://schemas.openxmlformats.org/drawingml/2006/main" w="38100">
            <a:solidFill>
              <a:srgbClr val="2A5B84"/>
            </a:solidFill>
          </a:ln>
        </p:spPr>
      </p:sp>
      <p:sp>
        <p:nvSpPr>
          <p:cNvPr id="103" name="Connector 103">
            <a:extLst xmlns:a="http://schemas.openxmlformats.org/drawingml/2006/main">
              <a:ext uri="{FF2B5EF4-FFF2-40B4-BE49-F238E27FC236}">
                <a16:creationId xmlns:a16="http://schemas.microsoft.com/office/drawing/2014/main" id="{EF3F49CE-E73F-4592-9246-2E1308063089}"/>
              </a:ext>
            </a:extLst>
          </p:cNvPr>
          <p:cNvSpPr>
            <a:spLocks xmlns:a="http://schemas.openxmlformats.org/drawingml/2006/main" noGrp="1"/>
          </p:cNvSpPr>
          <p:nvPr/>
        </p:nvSpPr>
        <p:spPr>
          <a:xfrm xmlns:a="http://schemas.openxmlformats.org/drawingml/2006/main">
            <a:off x="6797040" y="4468933"/>
            <a:ext cx="127635" cy="19159"/>
          </a:xfrm>
          <a:prstGeom xmlns:a="http://schemas.openxmlformats.org/drawingml/2006/main" prst="line">
            <a:avLst/>
          </a:prstGeom>
          <a:ln xmlns:a="http://schemas.openxmlformats.org/drawingml/2006/main" w="38100">
            <a:solidFill>
              <a:srgbClr val="2A5B84"/>
            </a:solidFill>
          </a:ln>
        </p:spPr>
      </p:sp>
      <p:sp>
        <p:nvSpPr>
          <p:cNvPr id="104" name="Connector 104">
            <a:extLst xmlns:a="http://schemas.openxmlformats.org/drawingml/2006/main">
              <a:ext uri="{FF2B5EF4-FFF2-40B4-BE49-F238E27FC236}">
                <a16:creationId xmlns:a16="http://schemas.microsoft.com/office/drawing/2014/main" id="{FA4D648B-A387-4DEF-A2F3-0F8E5221084B}"/>
              </a:ext>
            </a:extLst>
          </p:cNvPr>
          <p:cNvSpPr>
            <a:spLocks xmlns:a="http://schemas.openxmlformats.org/drawingml/2006/main" noGrp="1"/>
          </p:cNvSpPr>
          <p:nvPr/>
        </p:nvSpPr>
        <p:spPr>
          <a:xfrm xmlns:a="http://schemas.openxmlformats.org/drawingml/2006/main">
            <a:off x="6924675" y="4488092"/>
            <a:ext cx="127635" cy="18095"/>
          </a:xfrm>
          <a:prstGeom xmlns:a="http://schemas.openxmlformats.org/drawingml/2006/main" prst="line">
            <a:avLst/>
          </a:prstGeom>
          <a:ln xmlns:a="http://schemas.openxmlformats.org/drawingml/2006/main" w="38100">
            <a:solidFill>
              <a:srgbClr val="2A5B84"/>
            </a:solidFill>
          </a:ln>
        </p:spPr>
      </p:sp>
      <p:sp>
        <p:nvSpPr>
          <p:cNvPr id="105" name="Connector 105">
            <a:extLst xmlns:a="http://schemas.openxmlformats.org/drawingml/2006/main">
              <a:ext uri="{FF2B5EF4-FFF2-40B4-BE49-F238E27FC236}">
                <a16:creationId xmlns:a16="http://schemas.microsoft.com/office/drawing/2014/main" id="{D48522B9-3D32-4541-B8EB-D9530B8496F5}"/>
              </a:ext>
            </a:extLst>
          </p:cNvPr>
          <p:cNvSpPr>
            <a:spLocks xmlns:a="http://schemas.openxmlformats.org/drawingml/2006/main" noGrp="1"/>
          </p:cNvSpPr>
          <p:nvPr/>
        </p:nvSpPr>
        <p:spPr>
          <a:xfrm xmlns:a="http://schemas.openxmlformats.org/drawingml/2006/main">
            <a:off x="7052310" y="4506187"/>
            <a:ext cx="127635" cy="17061"/>
          </a:xfrm>
          <a:prstGeom xmlns:a="http://schemas.openxmlformats.org/drawingml/2006/main" prst="line">
            <a:avLst/>
          </a:prstGeom>
          <a:ln xmlns:a="http://schemas.openxmlformats.org/drawingml/2006/main" w="38100">
            <a:solidFill>
              <a:srgbClr val="2A5B84"/>
            </a:solidFill>
          </a:ln>
        </p:spPr>
      </p:sp>
      <p:sp>
        <p:nvSpPr>
          <p:cNvPr id="106" name="Connector 106">
            <a:extLst xmlns:a="http://schemas.openxmlformats.org/drawingml/2006/main">
              <a:ext uri="{FF2B5EF4-FFF2-40B4-BE49-F238E27FC236}">
                <a16:creationId xmlns:a16="http://schemas.microsoft.com/office/drawing/2014/main" id="{4598B57E-9AEF-4633-AF36-7D4F415E15D0}"/>
              </a:ext>
            </a:extLst>
          </p:cNvPr>
          <p:cNvSpPr>
            <a:spLocks xmlns:a="http://schemas.openxmlformats.org/drawingml/2006/main" noGrp="1"/>
          </p:cNvSpPr>
          <p:nvPr/>
        </p:nvSpPr>
        <p:spPr>
          <a:xfrm xmlns:a="http://schemas.openxmlformats.org/drawingml/2006/main">
            <a:off x="7179945" y="4523248"/>
            <a:ext cx="127635" cy="16058"/>
          </a:xfrm>
          <a:prstGeom xmlns:a="http://schemas.openxmlformats.org/drawingml/2006/main" prst="line">
            <a:avLst/>
          </a:prstGeom>
          <a:ln xmlns:a="http://schemas.openxmlformats.org/drawingml/2006/main" w="38100">
            <a:solidFill>
              <a:srgbClr val="2A5B84"/>
            </a:solidFill>
          </a:ln>
        </p:spPr>
      </p:sp>
      <p:sp>
        <p:nvSpPr>
          <p:cNvPr id="107" name="Connector 107">
            <a:extLst xmlns:a="http://schemas.openxmlformats.org/drawingml/2006/main">
              <a:ext uri="{FF2B5EF4-FFF2-40B4-BE49-F238E27FC236}">
                <a16:creationId xmlns:a16="http://schemas.microsoft.com/office/drawing/2014/main" id="{45388C79-9377-4C76-8E9C-C26A70F0C95B}"/>
              </a:ext>
            </a:extLst>
          </p:cNvPr>
          <p:cNvSpPr>
            <a:spLocks xmlns:a="http://schemas.openxmlformats.org/drawingml/2006/main" noGrp="1"/>
          </p:cNvSpPr>
          <p:nvPr/>
        </p:nvSpPr>
        <p:spPr>
          <a:xfrm xmlns:a="http://schemas.openxmlformats.org/drawingml/2006/main">
            <a:off x="7307580" y="4539307"/>
            <a:ext cx="127635" cy="15085"/>
          </a:xfrm>
          <a:prstGeom xmlns:a="http://schemas.openxmlformats.org/drawingml/2006/main" prst="line">
            <a:avLst/>
          </a:prstGeom>
          <a:ln xmlns:a="http://schemas.openxmlformats.org/drawingml/2006/main" w="38100">
            <a:solidFill>
              <a:srgbClr val="2A5B84"/>
            </a:solidFill>
          </a:ln>
        </p:spPr>
      </p:sp>
      <p:sp>
        <p:nvSpPr>
          <p:cNvPr id="108" name="Connector 108">
            <a:extLst xmlns:a="http://schemas.openxmlformats.org/drawingml/2006/main">
              <a:ext uri="{FF2B5EF4-FFF2-40B4-BE49-F238E27FC236}">
                <a16:creationId xmlns:a16="http://schemas.microsoft.com/office/drawing/2014/main" id="{191A5C14-857C-4CBB-8EA0-823EFB9A94A1}"/>
              </a:ext>
            </a:extLst>
          </p:cNvPr>
          <p:cNvSpPr>
            <a:spLocks xmlns:a="http://schemas.openxmlformats.org/drawingml/2006/main" noGrp="1"/>
          </p:cNvSpPr>
          <p:nvPr/>
        </p:nvSpPr>
        <p:spPr>
          <a:xfrm xmlns:a="http://schemas.openxmlformats.org/drawingml/2006/main">
            <a:off x="7435215" y="4554392"/>
            <a:ext cx="127635" cy="14143"/>
          </a:xfrm>
          <a:prstGeom xmlns:a="http://schemas.openxmlformats.org/drawingml/2006/main" prst="line">
            <a:avLst/>
          </a:prstGeom>
          <a:ln xmlns:a="http://schemas.openxmlformats.org/drawingml/2006/main" w="38100">
            <a:solidFill>
              <a:srgbClr val="2A5B84"/>
            </a:solidFill>
          </a:ln>
        </p:spPr>
      </p:sp>
      <p:sp>
        <p:nvSpPr>
          <p:cNvPr id="109" name="Connector 109">
            <a:extLst xmlns:a="http://schemas.openxmlformats.org/drawingml/2006/main">
              <a:ext uri="{FF2B5EF4-FFF2-40B4-BE49-F238E27FC236}">
                <a16:creationId xmlns:a16="http://schemas.microsoft.com/office/drawing/2014/main" id="{A06A3A86-FA9A-4068-ADD6-E2773F734B58}"/>
              </a:ext>
            </a:extLst>
          </p:cNvPr>
          <p:cNvSpPr>
            <a:spLocks xmlns:a="http://schemas.openxmlformats.org/drawingml/2006/main" noGrp="1"/>
          </p:cNvSpPr>
          <p:nvPr/>
        </p:nvSpPr>
        <p:spPr>
          <a:xfrm xmlns:a="http://schemas.openxmlformats.org/drawingml/2006/main">
            <a:off x="7562850" y="4568534"/>
            <a:ext cx="127635" cy="13231"/>
          </a:xfrm>
          <a:prstGeom xmlns:a="http://schemas.openxmlformats.org/drawingml/2006/main" prst="line">
            <a:avLst/>
          </a:prstGeom>
          <a:ln xmlns:a="http://schemas.openxmlformats.org/drawingml/2006/main" w="38100">
            <a:solidFill>
              <a:srgbClr val="2A5B84"/>
            </a:solidFill>
          </a:ln>
        </p:spPr>
      </p:sp>
      <p:sp>
        <p:nvSpPr>
          <p:cNvPr id="110" name="Connector 110">
            <a:extLst xmlns:a="http://schemas.openxmlformats.org/drawingml/2006/main">
              <a:ext uri="{FF2B5EF4-FFF2-40B4-BE49-F238E27FC236}">
                <a16:creationId xmlns:a16="http://schemas.microsoft.com/office/drawing/2014/main" id="{ED8F71D7-D1CA-41D4-A9F6-790628044883}"/>
              </a:ext>
            </a:extLst>
          </p:cNvPr>
          <p:cNvSpPr>
            <a:spLocks xmlns:a="http://schemas.openxmlformats.org/drawingml/2006/main" noGrp="1"/>
          </p:cNvSpPr>
          <p:nvPr/>
        </p:nvSpPr>
        <p:spPr>
          <a:xfrm xmlns:a="http://schemas.openxmlformats.org/drawingml/2006/main">
            <a:off x="7690485" y="4581765"/>
            <a:ext cx="127635" cy="12349"/>
          </a:xfrm>
          <a:prstGeom xmlns:a="http://schemas.openxmlformats.org/drawingml/2006/main" prst="line">
            <a:avLst/>
          </a:prstGeom>
          <a:ln xmlns:a="http://schemas.openxmlformats.org/drawingml/2006/main" w="38100">
            <a:solidFill>
              <a:srgbClr val="2A5B84"/>
            </a:solidFill>
          </a:ln>
        </p:spPr>
      </p:sp>
      <p:sp>
        <p:nvSpPr>
          <p:cNvPr id="111" name="Connector 111">
            <a:extLst xmlns:a="http://schemas.openxmlformats.org/drawingml/2006/main">
              <a:ext uri="{FF2B5EF4-FFF2-40B4-BE49-F238E27FC236}">
                <a16:creationId xmlns:a16="http://schemas.microsoft.com/office/drawing/2014/main" id="{22887CB1-2039-4326-8FC1-101192E8B8E3}"/>
              </a:ext>
            </a:extLst>
          </p:cNvPr>
          <p:cNvSpPr>
            <a:spLocks xmlns:a="http://schemas.openxmlformats.org/drawingml/2006/main" noGrp="1"/>
          </p:cNvSpPr>
          <p:nvPr/>
        </p:nvSpPr>
        <p:spPr>
          <a:xfrm xmlns:a="http://schemas.openxmlformats.org/drawingml/2006/main">
            <a:off x="7818120" y="4594114"/>
            <a:ext cx="127635" cy="11498"/>
          </a:xfrm>
          <a:prstGeom xmlns:a="http://schemas.openxmlformats.org/drawingml/2006/main" prst="line">
            <a:avLst/>
          </a:prstGeom>
          <a:ln xmlns:a="http://schemas.openxmlformats.org/drawingml/2006/main" w="38100">
            <a:solidFill>
              <a:srgbClr val="2A5B84"/>
            </a:solidFill>
          </a:ln>
        </p:spPr>
      </p:sp>
      <p:sp>
        <p:nvSpPr>
          <p:cNvPr id="112" name="Connector 112">
            <a:extLst xmlns:a="http://schemas.openxmlformats.org/drawingml/2006/main">
              <a:ext uri="{FF2B5EF4-FFF2-40B4-BE49-F238E27FC236}">
                <a16:creationId xmlns:a16="http://schemas.microsoft.com/office/drawing/2014/main" id="{482F7450-80BB-4EBC-9C4C-FAF0265878B7}"/>
              </a:ext>
            </a:extLst>
          </p:cNvPr>
          <p:cNvSpPr>
            <a:spLocks xmlns:a="http://schemas.openxmlformats.org/drawingml/2006/main" noGrp="1"/>
          </p:cNvSpPr>
          <p:nvPr/>
        </p:nvSpPr>
        <p:spPr>
          <a:xfrm xmlns:a="http://schemas.openxmlformats.org/drawingml/2006/main">
            <a:off x="7945755" y="4605611"/>
            <a:ext cx="127635" cy="10677"/>
          </a:xfrm>
          <a:prstGeom xmlns:a="http://schemas.openxmlformats.org/drawingml/2006/main" prst="line">
            <a:avLst/>
          </a:prstGeom>
          <a:ln xmlns:a="http://schemas.openxmlformats.org/drawingml/2006/main" w="38100">
            <a:solidFill>
              <a:srgbClr val="2A5B84"/>
            </a:solidFill>
          </a:ln>
        </p:spPr>
      </p:sp>
      <p:sp>
        <p:nvSpPr>
          <p:cNvPr id="113" name="Connector 113">
            <a:extLst xmlns:a="http://schemas.openxmlformats.org/drawingml/2006/main">
              <a:ext uri="{FF2B5EF4-FFF2-40B4-BE49-F238E27FC236}">
                <a16:creationId xmlns:a16="http://schemas.microsoft.com/office/drawing/2014/main" id="{DB3A1083-FC76-44B7-B16E-7A44F8A91864}"/>
              </a:ext>
            </a:extLst>
          </p:cNvPr>
          <p:cNvSpPr>
            <a:spLocks xmlns:a="http://schemas.openxmlformats.org/drawingml/2006/main" noGrp="1"/>
          </p:cNvSpPr>
          <p:nvPr/>
        </p:nvSpPr>
        <p:spPr>
          <a:xfrm xmlns:a="http://schemas.openxmlformats.org/drawingml/2006/main">
            <a:off x="8073390" y="4616288"/>
            <a:ext cx="127635" cy="9886"/>
          </a:xfrm>
          <a:prstGeom xmlns:a="http://schemas.openxmlformats.org/drawingml/2006/main" prst="line">
            <a:avLst/>
          </a:prstGeom>
          <a:ln xmlns:a="http://schemas.openxmlformats.org/drawingml/2006/main" w="38100">
            <a:solidFill>
              <a:srgbClr val="2A5B84"/>
            </a:solidFill>
          </a:ln>
        </p:spPr>
      </p:sp>
      <p:sp>
        <p:nvSpPr>
          <p:cNvPr id="114" name="Connector 114">
            <a:extLst xmlns:a="http://schemas.openxmlformats.org/drawingml/2006/main">
              <a:ext uri="{FF2B5EF4-FFF2-40B4-BE49-F238E27FC236}">
                <a16:creationId xmlns:a16="http://schemas.microsoft.com/office/drawing/2014/main" id="{B5D9D898-5748-4A4C-8827-E927830CB3C2}"/>
              </a:ext>
            </a:extLst>
          </p:cNvPr>
          <p:cNvSpPr>
            <a:spLocks xmlns:a="http://schemas.openxmlformats.org/drawingml/2006/main" noGrp="1"/>
          </p:cNvSpPr>
          <p:nvPr/>
        </p:nvSpPr>
        <p:spPr>
          <a:xfrm xmlns:a="http://schemas.openxmlformats.org/drawingml/2006/main">
            <a:off x="8201025" y="4626174"/>
            <a:ext cx="127635" cy="9126"/>
          </a:xfrm>
          <a:prstGeom xmlns:a="http://schemas.openxmlformats.org/drawingml/2006/main" prst="line">
            <a:avLst/>
          </a:prstGeom>
          <a:ln xmlns:a="http://schemas.openxmlformats.org/drawingml/2006/main" w="38100">
            <a:solidFill>
              <a:srgbClr val="2A5B84"/>
            </a:solidFill>
          </a:ln>
        </p:spPr>
      </p:sp>
      <p:sp>
        <p:nvSpPr>
          <p:cNvPr id="115" name="Connector 115">
            <a:extLst xmlns:a="http://schemas.openxmlformats.org/drawingml/2006/main">
              <a:ext uri="{FF2B5EF4-FFF2-40B4-BE49-F238E27FC236}">
                <a16:creationId xmlns:a16="http://schemas.microsoft.com/office/drawing/2014/main" id="{2DCB0C7D-1CEA-4BF2-BEF9-06699882B12C}"/>
              </a:ext>
            </a:extLst>
          </p:cNvPr>
          <p:cNvSpPr>
            <a:spLocks xmlns:a="http://schemas.openxmlformats.org/drawingml/2006/main" noGrp="1"/>
          </p:cNvSpPr>
          <p:nvPr/>
        </p:nvSpPr>
        <p:spPr>
          <a:xfrm xmlns:a="http://schemas.openxmlformats.org/drawingml/2006/main">
            <a:off x="8328660" y="4635300"/>
            <a:ext cx="127635" cy="8396"/>
          </a:xfrm>
          <a:prstGeom xmlns:a="http://schemas.openxmlformats.org/drawingml/2006/main" prst="line">
            <a:avLst/>
          </a:prstGeom>
          <a:ln xmlns:a="http://schemas.openxmlformats.org/drawingml/2006/main" w="38100">
            <a:solidFill>
              <a:srgbClr val="2A5B84"/>
            </a:solidFill>
          </a:ln>
        </p:spPr>
      </p:sp>
      <p:sp>
        <p:nvSpPr>
          <p:cNvPr id="116" name="Connector 116">
            <a:extLst xmlns:a="http://schemas.openxmlformats.org/drawingml/2006/main">
              <a:ext uri="{FF2B5EF4-FFF2-40B4-BE49-F238E27FC236}">
                <a16:creationId xmlns:a16="http://schemas.microsoft.com/office/drawing/2014/main" id="{D938DB40-F238-4FD7-9995-DF85D63C9D64}"/>
              </a:ext>
            </a:extLst>
          </p:cNvPr>
          <p:cNvSpPr>
            <a:spLocks xmlns:a="http://schemas.openxmlformats.org/drawingml/2006/main" noGrp="1"/>
          </p:cNvSpPr>
          <p:nvPr/>
        </p:nvSpPr>
        <p:spPr>
          <a:xfrm xmlns:a="http://schemas.openxmlformats.org/drawingml/2006/main">
            <a:off x="8456295" y="4643697"/>
            <a:ext cx="127635" cy="7697"/>
          </a:xfrm>
          <a:prstGeom xmlns:a="http://schemas.openxmlformats.org/drawingml/2006/main" prst="line">
            <a:avLst/>
          </a:prstGeom>
          <a:ln xmlns:a="http://schemas.openxmlformats.org/drawingml/2006/main" w="38100">
            <a:solidFill>
              <a:srgbClr val="2A5B84"/>
            </a:solidFill>
          </a:ln>
        </p:spPr>
      </p:sp>
      <p:sp>
        <p:nvSpPr>
          <p:cNvPr id="117" name="Connector 117">
            <a:extLst xmlns:a="http://schemas.openxmlformats.org/drawingml/2006/main">
              <a:ext uri="{FF2B5EF4-FFF2-40B4-BE49-F238E27FC236}">
                <a16:creationId xmlns:a16="http://schemas.microsoft.com/office/drawing/2014/main" id="{B91F29E3-2ABE-45E7-9D46-D26D9785E9BB}"/>
              </a:ext>
            </a:extLst>
          </p:cNvPr>
          <p:cNvSpPr>
            <a:spLocks xmlns:a="http://schemas.openxmlformats.org/drawingml/2006/main" noGrp="1"/>
          </p:cNvSpPr>
          <p:nvPr/>
        </p:nvSpPr>
        <p:spPr>
          <a:xfrm xmlns:a="http://schemas.openxmlformats.org/drawingml/2006/main">
            <a:off x="8583930" y="4651394"/>
            <a:ext cx="127635" cy="7028"/>
          </a:xfrm>
          <a:prstGeom xmlns:a="http://schemas.openxmlformats.org/drawingml/2006/main" prst="line">
            <a:avLst/>
          </a:prstGeom>
          <a:ln xmlns:a="http://schemas.openxmlformats.org/drawingml/2006/main" w="38100">
            <a:solidFill>
              <a:srgbClr val="2A5B84"/>
            </a:solidFill>
          </a:ln>
        </p:spPr>
      </p:sp>
      <p:sp>
        <p:nvSpPr>
          <p:cNvPr id="118" name="Connector 118">
            <a:extLst xmlns:a="http://schemas.openxmlformats.org/drawingml/2006/main">
              <a:ext uri="{FF2B5EF4-FFF2-40B4-BE49-F238E27FC236}">
                <a16:creationId xmlns:a16="http://schemas.microsoft.com/office/drawing/2014/main" id="{E03E91EC-873D-47D5-9C08-F31D6829EF7A}"/>
              </a:ext>
            </a:extLst>
          </p:cNvPr>
          <p:cNvSpPr>
            <a:spLocks xmlns:a="http://schemas.openxmlformats.org/drawingml/2006/main" noGrp="1"/>
          </p:cNvSpPr>
          <p:nvPr/>
        </p:nvSpPr>
        <p:spPr>
          <a:xfrm xmlns:a="http://schemas.openxmlformats.org/drawingml/2006/main">
            <a:off x="8711565" y="4658422"/>
            <a:ext cx="127635" cy="6390"/>
          </a:xfrm>
          <a:prstGeom xmlns:a="http://schemas.openxmlformats.org/drawingml/2006/main" prst="line">
            <a:avLst/>
          </a:prstGeom>
          <a:ln xmlns:a="http://schemas.openxmlformats.org/drawingml/2006/main" w="38100">
            <a:solidFill>
              <a:srgbClr val="2A5B84"/>
            </a:solidFill>
          </a:ln>
        </p:spPr>
      </p:sp>
      <p:sp>
        <p:nvSpPr>
          <p:cNvPr id="119" name="Connector 119">
            <a:extLst xmlns:a="http://schemas.openxmlformats.org/drawingml/2006/main">
              <a:ext uri="{FF2B5EF4-FFF2-40B4-BE49-F238E27FC236}">
                <a16:creationId xmlns:a16="http://schemas.microsoft.com/office/drawing/2014/main" id="{3EF2031E-13D4-43B3-B9E9-4FFB80154957}"/>
              </a:ext>
            </a:extLst>
          </p:cNvPr>
          <p:cNvSpPr>
            <a:spLocks xmlns:a="http://schemas.openxmlformats.org/drawingml/2006/main" noGrp="1"/>
          </p:cNvSpPr>
          <p:nvPr/>
        </p:nvSpPr>
        <p:spPr>
          <a:xfrm xmlns:a="http://schemas.openxmlformats.org/drawingml/2006/main">
            <a:off x="8839200" y="4664812"/>
            <a:ext cx="127635" cy="5782"/>
          </a:xfrm>
          <a:prstGeom xmlns:a="http://schemas.openxmlformats.org/drawingml/2006/main" prst="line">
            <a:avLst/>
          </a:prstGeom>
          <a:ln xmlns:a="http://schemas.openxmlformats.org/drawingml/2006/main" w="38100">
            <a:solidFill>
              <a:srgbClr val="2A5B84"/>
            </a:solidFill>
          </a:ln>
        </p:spPr>
      </p:sp>
      <p:sp>
        <p:nvSpPr>
          <p:cNvPr id="120" name="Connector 120">
            <a:extLst xmlns:a="http://schemas.openxmlformats.org/drawingml/2006/main">
              <a:ext uri="{FF2B5EF4-FFF2-40B4-BE49-F238E27FC236}">
                <a16:creationId xmlns:a16="http://schemas.microsoft.com/office/drawing/2014/main" id="{33DF3469-5EE5-4AE2-B13D-5BE0F5FBF0BD}"/>
              </a:ext>
            </a:extLst>
          </p:cNvPr>
          <p:cNvSpPr>
            <a:spLocks xmlns:a="http://schemas.openxmlformats.org/drawingml/2006/main" noGrp="1"/>
          </p:cNvSpPr>
          <p:nvPr/>
        </p:nvSpPr>
        <p:spPr>
          <a:xfrm xmlns:a="http://schemas.openxmlformats.org/drawingml/2006/main">
            <a:off x="8966835" y="4670594"/>
            <a:ext cx="127635" cy="5204"/>
          </a:xfrm>
          <a:prstGeom xmlns:a="http://schemas.openxmlformats.org/drawingml/2006/main" prst="line">
            <a:avLst/>
          </a:prstGeom>
          <a:ln xmlns:a="http://schemas.openxmlformats.org/drawingml/2006/main" w="38100">
            <a:solidFill>
              <a:srgbClr val="2A5B84"/>
            </a:solidFill>
          </a:ln>
        </p:spPr>
      </p:sp>
      <p:sp>
        <p:nvSpPr>
          <p:cNvPr id="121" name="Connector 121">
            <a:extLst xmlns:a="http://schemas.openxmlformats.org/drawingml/2006/main">
              <a:ext uri="{FF2B5EF4-FFF2-40B4-BE49-F238E27FC236}">
                <a16:creationId xmlns:a16="http://schemas.microsoft.com/office/drawing/2014/main" id="{35DF3CC3-2781-4327-87FD-7A2BD983508B}"/>
              </a:ext>
            </a:extLst>
          </p:cNvPr>
          <p:cNvSpPr>
            <a:spLocks xmlns:a="http://schemas.openxmlformats.org/drawingml/2006/main" noGrp="1"/>
          </p:cNvSpPr>
          <p:nvPr/>
        </p:nvSpPr>
        <p:spPr>
          <a:xfrm xmlns:a="http://schemas.openxmlformats.org/drawingml/2006/main">
            <a:off x="9094470" y="4675798"/>
            <a:ext cx="127635" cy="4657"/>
          </a:xfrm>
          <a:prstGeom xmlns:a="http://schemas.openxmlformats.org/drawingml/2006/main" prst="line">
            <a:avLst/>
          </a:prstGeom>
          <a:ln xmlns:a="http://schemas.openxmlformats.org/drawingml/2006/main" w="38100">
            <a:solidFill>
              <a:srgbClr val="2A5B84"/>
            </a:solidFill>
          </a:ln>
        </p:spPr>
      </p:sp>
      <p:sp>
        <p:nvSpPr>
          <p:cNvPr id="122" name="Connector 122">
            <a:extLst xmlns:a="http://schemas.openxmlformats.org/drawingml/2006/main">
              <a:ext uri="{FF2B5EF4-FFF2-40B4-BE49-F238E27FC236}">
                <a16:creationId xmlns:a16="http://schemas.microsoft.com/office/drawing/2014/main" id="{D63CF40E-0574-4104-8F60-8A4136DC8CB5}"/>
              </a:ext>
            </a:extLst>
          </p:cNvPr>
          <p:cNvSpPr>
            <a:spLocks xmlns:a="http://schemas.openxmlformats.org/drawingml/2006/main" noGrp="1"/>
          </p:cNvSpPr>
          <p:nvPr/>
        </p:nvSpPr>
        <p:spPr>
          <a:xfrm xmlns:a="http://schemas.openxmlformats.org/drawingml/2006/main">
            <a:off x="9222105" y="4680455"/>
            <a:ext cx="127635" cy="4140"/>
          </a:xfrm>
          <a:prstGeom xmlns:a="http://schemas.openxmlformats.org/drawingml/2006/main" prst="line">
            <a:avLst/>
          </a:prstGeom>
          <a:ln xmlns:a="http://schemas.openxmlformats.org/drawingml/2006/main" w="38100">
            <a:solidFill>
              <a:srgbClr val="2A5B84"/>
            </a:solidFill>
          </a:ln>
        </p:spPr>
      </p:sp>
      <p:sp>
        <p:nvSpPr>
          <p:cNvPr id="123" name="Connector 123">
            <a:extLst xmlns:a="http://schemas.openxmlformats.org/drawingml/2006/main">
              <a:ext uri="{FF2B5EF4-FFF2-40B4-BE49-F238E27FC236}">
                <a16:creationId xmlns:a16="http://schemas.microsoft.com/office/drawing/2014/main" id="{78CC386E-AF4C-4658-923E-445967E7CFD2}"/>
              </a:ext>
            </a:extLst>
          </p:cNvPr>
          <p:cNvSpPr>
            <a:spLocks xmlns:a="http://schemas.openxmlformats.org/drawingml/2006/main" noGrp="1"/>
          </p:cNvSpPr>
          <p:nvPr/>
        </p:nvSpPr>
        <p:spPr>
          <a:xfrm xmlns:a="http://schemas.openxmlformats.org/drawingml/2006/main">
            <a:off x="9349740" y="4684595"/>
            <a:ext cx="127635" cy="3653"/>
          </a:xfrm>
          <a:prstGeom xmlns:a="http://schemas.openxmlformats.org/drawingml/2006/main" prst="line">
            <a:avLst/>
          </a:prstGeom>
          <a:ln xmlns:a="http://schemas.openxmlformats.org/drawingml/2006/main" w="38100">
            <a:solidFill>
              <a:srgbClr val="2A5B84"/>
            </a:solidFill>
          </a:ln>
        </p:spPr>
      </p:sp>
      <p:sp>
        <p:nvSpPr>
          <p:cNvPr id="124" name="Connector 124">
            <a:extLst xmlns:a="http://schemas.openxmlformats.org/drawingml/2006/main">
              <a:ext uri="{FF2B5EF4-FFF2-40B4-BE49-F238E27FC236}">
                <a16:creationId xmlns:a16="http://schemas.microsoft.com/office/drawing/2014/main" id="{057D2351-F89F-4607-8C33-9A79FDEEE353}"/>
              </a:ext>
            </a:extLst>
          </p:cNvPr>
          <p:cNvSpPr>
            <a:spLocks xmlns:a="http://schemas.openxmlformats.org/drawingml/2006/main" noGrp="1"/>
          </p:cNvSpPr>
          <p:nvPr/>
        </p:nvSpPr>
        <p:spPr>
          <a:xfrm xmlns:a="http://schemas.openxmlformats.org/drawingml/2006/main">
            <a:off x="9477375" y="4688248"/>
            <a:ext cx="127635" cy="3197"/>
          </a:xfrm>
          <a:prstGeom xmlns:a="http://schemas.openxmlformats.org/drawingml/2006/main" prst="line">
            <a:avLst/>
          </a:prstGeom>
          <a:ln xmlns:a="http://schemas.openxmlformats.org/drawingml/2006/main" w="38100">
            <a:solidFill>
              <a:srgbClr val="2A5B84"/>
            </a:solidFill>
          </a:ln>
        </p:spPr>
      </p:sp>
      <p:sp>
        <p:nvSpPr>
          <p:cNvPr id="125" name="Connector 125">
            <a:extLst xmlns:a="http://schemas.openxmlformats.org/drawingml/2006/main">
              <a:ext uri="{FF2B5EF4-FFF2-40B4-BE49-F238E27FC236}">
                <a16:creationId xmlns:a16="http://schemas.microsoft.com/office/drawing/2014/main" id="{DC3A6054-6ECA-4FC6-B04C-ACDF38D15AE3}"/>
              </a:ext>
            </a:extLst>
          </p:cNvPr>
          <p:cNvSpPr>
            <a:spLocks xmlns:a="http://schemas.openxmlformats.org/drawingml/2006/main" noGrp="1"/>
          </p:cNvSpPr>
          <p:nvPr/>
        </p:nvSpPr>
        <p:spPr>
          <a:xfrm xmlns:a="http://schemas.openxmlformats.org/drawingml/2006/main">
            <a:off x="9605010" y="4691445"/>
            <a:ext cx="127635" cy="2772"/>
          </a:xfrm>
          <a:prstGeom xmlns:a="http://schemas.openxmlformats.org/drawingml/2006/main" prst="line">
            <a:avLst/>
          </a:prstGeom>
          <a:ln xmlns:a="http://schemas.openxmlformats.org/drawingml/2006/main" w="38100">
            <a:solidFill>
              <a:srgbClr val="2A5B84"/>
            </a:solidFill>
          </a:ln>
        </p:spPr>
      </p:sp>
      <p:sp>
        <p:nvSpPr>
          <p:cNvPr id="126" name="Connector 126">
            <a:extLst xmlns:a="http://schemas.openxmlformats.org/drawingml/2006/main">
              <a:ext uri="{FF2B5EF4-FFF2-40B4-BE49-F238E27FC236}">
                <a16:creationId xmlns:a16="http://schemas.microsoft.com/office/drawing/2014/main" id="{C20C1174-6573-4EE9-BAE7-2FC473AC60D9}"/>
              </a:ext>
            </a:extLst>
          </p:cNvPr>
          <p:cNvSpPr>
            <a:spLocks xmlns:a="http://schemas.openxmlformats.org/drawingml/2006/main" noGrp="1"/>
          </p:cNvSpPr>
          <p:nvPr/>
        </p:nvSpPr>
        <p:spPr>
          <a:xfrm xmlns:a="http://schemas.openxmlformats.org/drawingml/2006/main">
            <a:off x="9732645" y="4694217"/>
            <a:ext cx="127635" cy="2377"/>
          </a:xfrm>
          <a:prstGeom xmlns:a="http://schemas.openxmlformats.org/drawingml/2006/main" prst="line">
            <a:avLst/>
          </a:prstGeom>
          <a:ln xmlns:a="http://schemas.openxmlformats.org/drawingml/2006/main" w="38100">
            <a:solidFill>
              <a:srgbClr val="2A5B84"/>
            </a:solidFill>
          </a:ln>
        </p:spPr>
      </p:sp>
      <p:sp>
        <p:nvSpPr>
          <p:cNvPr id="127" name="Connector 127">
            <a:extLst xmlns:a="http://schemas.openxmlformats.org/drawingml/2006/main">
              <a:ext uri="{FF2B5EF4-FFF2-40B4-BE49-F238E27FC236}">
                <a16:creationId xmlns:a16="http://schemas.microsoft.com/office/drawing/2014/main" id="{E0967AB9-5568-4277-AE6B-ABAFEE558650}"/>
              </a:ext>
            </a:extLst>
          </p:cNvPr>
          <p:cNvSpPr>
            <a:spLocks xmlns:a="http://schemas.openxmlformats.org/drawingml/2006/main" noGrp="1"/>
          </p:cNvSpPr>
          <p:nvPr/>
        </p:nvSpPr>
        <p:spPr>
          <a:xfrm xmlns:a="http://schemas.openxmlformats.org/drawingml/2006/main">
            <a:off x="9860280" y="4696594"/>
            <a:ext cx="127635" cy="2012"/>
          </a:xfrm>
          <a:prstGeom xmlns:a="http://schemas.openxmlformats.org/drawingml/2006/main" prst="line">
            <a:avLst/>
          </a:prstGeom>
          <a:ln xmlns:a="http://schemas.openxmlformats.org/drawingml/2006/main" w="38100">
            <a:solidFill>
              <a:srgbClr val="2A5B84"/>
            </a:solidFill>
          </a:ln>
        </p:spPr>
      </p:sp>
      <p:sp>
        <p:nvSpPr>
          <p:cNvPr id="128" name="Connector 128">
            <a:extLst xmlns:a="http://schemas.openxmlformats.org/drawingml/2006/main">
              <a:ext uri="{FF2B5EF4-FFF2-40B4-BE49-F238E27FC236}">
                <a16:creationId xmlns:a16="http://schemas.microsoft.com/office/drawing/2014/main" id="{DC1F66B4-37E2-4B2E-8858-C7710AC0DE2D}"/>
              </a:ext>
            </a:extLst>
          </p:cNvPr>
          <p:cNvSpPr>
            <a:spLocks xmlns:a="http://schemas.openxmlformats.org/drawingml/2006/main" noGrp="1"/>
          </p:cNvSpPr>
          <p:nvPr/>
        </p:nvSpPr>
        <p:spPr>
          <a:xfrm xmlns:a="http://schemas.openxmlformats.org/drawingml/2006/main">
            <a:off x="9987915" y="4698605"/>
            <a:ext cx="127635" cy="1677"/>
          </a:xfrm>
          <a:prstGeom xmlns:a="http://schemas.openxmlformats.org/drawingml/2006/main" prst="line">
            <a:avLst/>
          </a:prstGeom>
          <a:ln xmlns:a="http://schemas.openxmlformats.org/drawingml/2006/main" w="38100">
            <a:solidFill>
              <a:srgbClr val="2A5B84"/>
            </a:solidFill>
          </a:ln>
        </p:spPr>
      </p:sp>
      <p:sp>
        <p:nvSpPr>
          <p:cNvPr id="129" name="Connector 129">
            <a:extLst xmlns:a="http://schemas.openxmlformats.org/drawingml/2006/main">
              <a:ext uri="{FF2B5EF4-FFF2-40B4-BE49-F238E27FC236}">
                <a16:creationId xmlns:a16="http://schemas.microsoft.com/office/drawing/2014/main" id="{DCE8CC98-277C-4B9C-AFD9-AC4B9AE785DF}"/>
              </a:ext>
            </a:extLst>
          </p:cNvPr>
          <p:cNvSpPr>
            <a:spLocks xmlns:a="http://schemas.openxmlformats.org/drawingml/2006/main" noGrp="1"/>
          </p:cNvSpPr>
          <p:nvPr/>
        </p:nvSpPr>
        <p:spPr>
          <a:xfrm xmlns:a="http://schemas.openxmlformats.org/drawingml/2006/main">
            <a:off x="10115550" y="4700283"/>
            <a:ext cx="127635" cy="1373"/>
          </a:xfrm>
          <a:prstGeom xmlns:a="http://schemas.openxmlformats.org/drawingml/2006/main" prst="line">
            <a:avLst/>
          </a:prstGeom>
          <a:ln xmlns:a="http://schemas.openxmlformats.org/drawingml/2006/main" w="38100">
            <a:solidFill>
              <a:srgbClr val="2A5B84"/>
            </a:solidFill>
          </a:ln>
        </p:spPr>
      </p:sp>
      <p:sp>
        <p:nvSpPr>
          <p:cNvPr id="130" name="Connector 130">
            <a:extLst xmlns:a="http://schemas.openxmlformats.org/drawingml/2006/main">
              <a:ext uri="{FF2B5EF4-FFF2-40B4-BE49-F238E27FC236}">
                <a16:creationId xmlns:a16="http://schemas.microsoft.com/office/drawing/2014/main" id="{43F27C36-4A4C-43DD-B6B4-073F24F6892B}"/>
              </a:ext>
            </a:extLst>
          </p:cNvPr>
          <p:cNvSpPr>
            <a:spLocks xmlns:a="http://schemas.openxmlformats.org/drawingml/2006/main" noGrp="1"/>
          </p:cNvSpPr>
          <p:nvPr/>
        </p:nvSpPr>
        <p:spPr>
          <a:xfrm xmlns:a="http://schemas.openxmlformats.org/drawingml/2006/main">
            <a:off x="10243185" y="4701656"/>
            <a:ext cx="127635" cy="1100"/>
          </a:xfrm>
          <a:prstGeom xmlns:a="http://schemas.openxmlformats.org/drawingml/2006/main" prst="line">
            <a:avLst/>
          </a:prstGeom>
          <a:ln xmlns:a="http://schemas.openxmlformats.org/drawingml/2006/main" w="38100">
            <a:solidFill>
              <a:srgbClr val="2A5B84"/>
            </a:solidFill>
          </a:ln>
        </p:spPr>
      </p:sp>
      <p:sp>
        <p:nvSpPr>
          <p:cNvPr id="131" name="Connector 131">
            <a:extLst xmlns:a="http://schemas.openxmlformats.org/drawingml/2006/main">
              <a:ext uri="{FF2B5EF4-FFF2-40B4-BE49-F238E27FC236}">
                <a16:creationId xmlns:a16="http://schemas.microsoft.com/office/drawing/2014/main" id="{952EF99A-CD9D-4CB9-BC6F-C6706EB163FA}"/>
              </a:ext>
            </a:extLst>
          </p:cNvPr>
          <p:cNvSpPr>
            <a:spLocks xmlns:a="http://schemas.openxmlformats.org/drawingml/2006/main" noGrp="1"/>
          </p:cNvSpPr>
          <p:nvPr/>
        </p:nvSpPr>
        <p:spPr>
          <a:xfrm xmlns:a="http://schemas.openxmlformats.org/drawingml/2006/main">
            <a:off x="10370820" y="4702756"/>
            <a:ext cx="127635" cy="856"/>
          </a:xfrm>
          <a:prstGeom xmlns:a="http://schemas.openxmlformats.org/drawingml/2006/main" prst="line">
            <a:avLst/>
          </a:prstGeom>
          <a:ln xmlns:a="http://schemas.openxmlformats.org/drawingml/2006/main" w="38100">
            <a:solidFill>
              <a:srgbClr val="2A5B84"/>
            </a:solidFill>
          </a:ln>
        </p:spPr>
      </p:sp>
      <p:sp>
        <p:nvSpPr>
          <p:cNvPr id="132" name="Connector 132">
            <a:extLst xmlns:a="http://schemas.openxmlformats.org/drawingml/2006/main">
              <a:ext uri="{FF2B5EF4-FFF2-40B4-BE49-F238E27FC236}">
                <a16:creationId xmlns:a16="http://schemas.microsoft.com/office/drawing/2014/main" id="{F2427471-41EE-44D0-97E3-24C2E9758823}"/>
              </a:ext>
            </a:extLst>
          </p:cNvPr>
          <p:cNvSpPr>
            <a:spLocks xmlns:a="http://schemas.openxmlformats.org/drawingml/2006/main" noGrp="1"/>
          </p:cNvSpPr>
          <p:nvPr/>
        </p:nvSpPr>
        <p:spPr>
          <a:xfrm xmlns:a="http://schemas.openxmlformats.org/drawingml/2006/main">
            <a:off x="10498455" y="4703612"/>
            <a:ext cx="127635" cy="644"/>
          </a:xfrm>
          <a:prstGeom xmlns:a="http://schemas.openxmlformats.org/drawingml/2006/main" prst="line">
            <a:avLst/>
          </a:prstGeom>
          <a:ln xmlns:a="http://schemas.openxmlformats.org/drawingml/2006/main" w="38100">
            <a:solidFill>
              <a:srgbClr val="2A5B84"/>
            </a:solidFill>
          </a:ln>
        </p:spPr>
      </p:sp>
      <p:sp>
        <p:nvSpPr>
          <p:cNvPr id="133" name="Connector 133">
            <a:extLst xmlns:a="http://schemas.openxmlformats.org/drawingml/2006/main">
              <a:ext uri="{FF2B5EF4-FFF2-40B4-BE49-F238E27FC236}">
                <a16:creationId xmlns:a16="http://schemas.microsoft.com/office/drawing/2014/main" id="{8319CBEB-A93F-4AEA-94C1-5C0F5E9B8F4F}"/>
              </a:ext>
            </a:extLst>
          </p:cNvPr>
          <p:cNvSpPr>
            <a:spLocks xmlns:a="http://schemas.openxmlformats.org/drawingml/2006/main" noGrp="1"/>
          </p:cNvSpPr>
          <p:nvPr/>
        </p:nvSpPr>
        <p:spPr>
          <a:xfrm xmlns:a="http://schemas.openxmlformats.org/drawingml/2006/main">
            <a:off x="10626090" y="4704255"/>
            <a:ext cx="127635" cy="461"/>
          </a:xfrm>
          <a:prstGeom xmlns:a="http://schemas.openxmlformats.org/drawingml/2006/main" prst="line">
            <a:avLst/>
          </a:prstGeom>
          <a:ln xmlns:a="http://schemas.openxmlformats.org/drawingml/2006/main" w="38100">
            <a:solidFill>
              <a:srgbClr val="2A5B84"/>
            </a:solidFill>
          </a:ln>
        </p:spPr>
      </p:sp>
      <p:sp>
        <p:nvSpPr>
          <p:cNvPr id="134" name="Connector 134">
            <a:extLst xmlns:a="http://schemas.openxmlformats.org/drawingml/2006/main">
              <a:ext uri="{FF2B5EF4-FFF2-40B4-BE49-F238E27FC236}">
                <a16:creationId xmlns:a16="http://schemas.microsoft.com/office/drawing/2014/main" id="{4FA93DEC-9633-4B78-9E8D-E78B888B4D75}"/>
              </a:ext>
            </a:extLst>
          </p:cNvPr>
          <p:cNvSpPr>
            <a:spLocks xmlns:a="http://schemas.openxmlformats.org/drawingml/2006/main" noGrp="1"/>
          </p:cNvSpPr>
          <p:nvPr/>
        </p:nvSpPr>
        <p:spPr>
          <a:xfrm xmlns:a="http://schemas.openxmlformats.org/drawingml/2006/main">
            <a:off x="10753725" y="4704717"/>
            <a:ext cx="127635" cy="309"/>
          </a:xfrm>
          <a:prstGeom xmlns:a="http://schemas.openxmlformats.org/drawingml/2006/main" prst="line">
            <a:avLst/>
          </a:prstGeom>
          <a:ln xmlns:a="http://schemas.openxmlformats.org/drawingml/2006/main" w="38100">
            <a:solidFill>
              <a:srgbClr val="2A5B84"/>
            </a:solidFill>
          </a:ln>
        </p:spPr>
      </p:sp>
      <p:sp>
        <p:nvSpPr>
          <p:cNvPr id="135" name="Connector 135">
            <a:extLst xmlns:a="http://schemas.openxmlformats.org/drawingml/2006/main">
              <a:ext uri="{FF2B5EF4-FFF2-40B4-BE49-F238E27FC236}">
                <a16:creationId xmlns:a16="http://schemas.microsoft.com/office/drawing/2014/main" id="{33CA276C-D08F-4225-BB0B-F0B2FB9E28BB}"/>
              </a:ext>
            </a:extLst>
          </p:cNvPr>
          <p:cNvSpPr>
            <a:spLocks xmlns:a="http://schemas.openxmlformats.org/drawingml/2006/main" noGrp="1"/>
          </p:cNvSpPr>
          <p:nvPr/>
        </p:nvSpPr>
        <p:spPr>
          <a:xfrm xmlns:a="http://schemas.openxmlformats.org/drawingml/2006/main">
            <a:off x="10881360" y="4705026"/>
            <a:ext cx="127635" cy="187"/>
          </a:xfrm>
          <a:prstGeom xmlns:a="http://schemas.openxmlformats.org/drawingml/2006/main" prst="line">
            <a:avLst/>
          </a:prstGeom>
          <a:ln xmlns:a="http://schemas.openxmlformats.org/drawingml/2006/main" w="38100">
            <a:solidFill>
              <a:srgbClr val="2A5B84"/>
            </a:solidFill>
          </a:ln>
        </p:spPr>
      </p:sp>
      <p:sp>
        <p:nvSpPr>
          <p:cNvPr id="136" name="Connector 136">
            <a:extLst xmlns:a="http://schemas.openxmlformats.org/drawingml/2006/main">
              <a:ext uri="{FF2B5EF4-FFF2-40B4-BE49-F238E27FC236}">
                <a16:creationId xmlns:a16="http://schemas.microsoft.com/office/drawing/2014/main" id="{5ED21F00-4289-404B-BFF3-8CFC16BD23EB}"/>
              </a:ext>
            </a:extLst>
          </p:cNvPr>
          <p:cNvSpPr>
            <a:spLocks xmlns:a="http://schemas.openxmlformats.org/drawingml/2006/main" noGrp="1"/>
          </p:cNvSpPr>
          <p:nvPr/>
        </p:nvSpPr>
        <p:spPr>
          <a:xfrm xmlns:a="http://schemas.openxmlformats.org/drawingml/2006/main">
            <a:off x="11008995" y="4705213"/>
            <a:ext cx="127635" cy="96"/>
          </a:xfrm>
          <a:prstGeom xmlns:a="http://schemas.openxmlformats.org/drawingml/2006/main" prst="line">
            <a:avLst/>
          </a:prstGeom>
          <a:ln xmlns:a="http://schemas.openxmlformats.org/drawingml/2006/main" w="38100">
            <a:solidFill>
              <a:srgbClr val="2A5B84"/>
            </a:solidFill>
          </a:ln>
        </p:spPr>
      </p:sp>
      <p:sp>
        <p:nvSpPr>
          <p:cNvPr id="137" name="Connector 137">
            <a:extLst xmlns:a="http://schemas.openxmlformats.org/drawingml/2006/main">
              <a:ext uri="{FF2B5EF4-FFF2-40B4-BE49-F238E27FC236}">
                <a16:creationId xmlns:a16="http://schemas.microsoft.com/office/drawing/2014/main" id="{5AB14D67-C9D3-457A-9845-E76E2F705F37}"/>
              </a:ext>
            </a:extLst>
          </p:cNvPr>
          <p:cNvSpPr>
            <a:spLocks xmlns:a="http://schemas.openxmlformats.org/drawingml/2006/main" noGrp="1"/>
          </p:cNvSpPr>
          <p:nvPr/>
        </p:nvSpPr>
        <p:spPr>
          <a:xfrm xmlns:a="http://schemas.openxmlformats.org/drawingml/2006/main">
            <a:off x="11136630" y="4705309"/>
            <a:ext cx="127635" cy="35"/>
          </a:xfrm>
          <a:prstGeom xmlns:a="http://schemas.openxmlformats.org/drawingml/2006/main" prst="line">
            <a:avLst/>
          </a:prstGeom>
          <a:ln xmlns:a="http://schemas.openxmlformats.org/drawingml/2006/main" w="38100">
            <a:solidFill>
              <a:srgbClr val="2A5B84"/>
            </a:solidFill>
          </a:ln>
        </p:spPr>
      </p:sp>
      <p:sp>
        <p:nvSpPr>
          <p:cNvPr id="138" name="Connector 138">
            <a:extLst xmlns:a="http://schemas.openxmlformats.org/drawingml/2006/main">
              <a:ext uri="{FF2B5EF4-FFF2-40B4-BE49-F238E27FC236}">
                <a16:creationId xmlns:a16="http://schemas.microsoft.com/office/drawing/2014/main" id="{BBCAF934-A2B8-4632-BA3A-6E0584BA565B}"/>
              </a:ext>
            </a:extLst>
          </p:cNvPr>
          <p:cNvSpPr>
            <a:spLocks xmlns:a="http://schemas.openxmlformats.org/drawingml/2006/main" noGrp="1"/>
          </p:cNvSpPr>
          <p:nvPr/>
        </p:nvSpPr>
        <p:spPr>
          <a:xfrm xmlns:a="http://schemas.openxmlformats.org/drawingml/2006/main">
            <a:off x="11264265" y="4705345"/>
            <a:ext cx="127635" cy="5"/>
          </a:xfrm>
          <a:prstGeom xmlns:a="http://schemas.openxmlformats.org/drawingml/2006/main" prst="line">
            <a:avLst/>
          </a:prstGeom>
          <a:ln xmlns:a="http://schemas.openxmlformats.org/drawingml/2006/main" w="38100">
            <a:solidFill>
              <a:srgbClr val="2A5B84"/>
            </a:solidFill>
          </a:ln>
        </p:spPr>
      </p:sp>
      <p:sp>
        <p:nvSpPr>
          <p:cNvPr id="139" name="Connector 139">
            <a:extLst xmlns:a="http://schemas.openxmlformats.org/drawingml/2006/main">
              <a:ext uri="{FF2B5EF4-FFF2-40B4-BE49-F238E27FC236}">
                <a16:creationId xmlns:a16="http://schemas.microsoft.com/office/drawing/2014/main" id="{032F34ED-97AB-405E-BEAF-01E07564AD52}"/>
              </a:ext>
            </a:extLst>
          </p:cNvPr>
          <p:cNvSpPr>
            <a:spLocks xmlns:a="http://schemas.openxmlformats.org/drawingml/2006/main" noGrp="1"/>
          </p:cNvSpPr>
          <p:nvPr/>
        </p:nvSpPr>
        <p:spPr>
          <a:xfrm xmlns:a="http://schemas.openxmlformats.org/drawingml/2006/main" flipV="1">
            <a:off x="1181100" y="4705013"/>
            <a:ext cx="127635" cy="337"/>
          </a:xfrm>
          <a:prstGeom xmlns:a="http://schemas.openxmlformats.org/drawingml/2006/main" prst="line">
            <a:avLst/>
          </a:prstGeom>
          <a:ln xmlns:a="http://schemas.openxmlformats.org/drawingml/2006/main" w="50800">
            <a:solidFill>
              <a:srgbClr val="D71920"/>
            </a:solidFill>
          </a:ln>
        </p:spPr>
      </p:sp>
      <p:sp>
        <p:nvSpPr>
          <p:cNvPr id="140" name="Connector 140">
            <a:extLst xmlns:a="http://schemas.openxmlformats.org/drawingml/2006/main">
              <a:ext uri="{FF2B5EF4-FFF2-40B4-BE49-F238E27FC236}">
                <a16:creationId xmlns:a16="http://schemas.microsoft.com/office/drawing/2014/main" id="{5742FD45-2D08-4925-B371-47A7BBA3DA26}"/>
              </a:ext>
            </a:extLst>
          </p:cNvPr>
          <p:cNvSpPr>
            <a:spLocks xmlns:a="http://schemas.openxmlformats.org/drawingml/2006/main" noGrp="1"/>
          </p:cNvSpPr>
          <p:nvPr/>
        </p:nvSpPr>
        <p:spPr>
          <a:xfrm xmlns:a="http://schemas.openxmlformats.org/drawingml/2006/main" flipV="1">
            <a:off x="1308735" y="4702786"/>
            <a:ext cx="127635" cy="2227"/>
          </a:xfrm>
          <a:prstGeom xmlns:a="http://schemas.openxmlformats.org/drawingml/2006/main" prst="line">
            <a:avLst/>
          </a:prstGeom>
          <a:ln xmlns:a="http://schemas.openxmlformats.org/drawingml/2006/main" w="50800">
            <a:solidFill>
              <a:srgbClr val="D71920"/>
            </a:solidFill>
          </a:ln>
        </p:spPr>
      </p:sp>
      <p:sp>
        <p:nvSpPr>
          <p:cNvPr id="141" name="Connector 141">
            <a:extLst xmlns:a="http://schemas.openxmlformats.org/drawingml/2006/main">
              <a:ext uri="{FF2B5EF4-FFF2-40B4-BE49-F238E27FC236}">
                <a16:creationId xmlns:a16="http://schemas.microsoft.com/office/drawing/2014/main" id="{6276859C-86DE-47F2-81F9-AEDAF4EE37E9}"/>
              </a:ext>
            </a:extLst>
          </p:cNvPr>
          <p:cNvSpPr>
            <a:spLocks xmlns:a="http://schemas.openxmlformats.org/drawingml/2006/main" noGrp="1"/>
          </p:cNvSpPr>
          <p:nvPr/>
        </p:nvSpPr>
        <p:spPr>
          <a:xfrm xmlns:a="http://schemas.openxmlformats.org/drawingml/2006/main" flipV="1">
            <a:off x="1436370" y="4697131"/>
            <a:ext cx="127635" cy="5655"/>
          </a:xfrm>
          <a:prstGeom xmlns:a="http://schemas.openxmlformats.org/drawingml/2006/main" prst="line">
            <a:avLst/>
          </a:prstGeom>
          <a:ln xmlns:a="http://schemas.openxmlformats.org/drawingml/2006/main" w="50800">
            <a:solidFill>
              <a:srgbClr val="D71920"/>
            </a:solidFill>
          </a:ln>
        </p:spPr>
      </p:sp>
      <p:sp>
        <p:nvSpPr>
          <p:cNvPr id="142" name="Connector 142">
            <a:extLst xmlns:a="http://schemas.openxmlformats.org/drawingml/2006/main">
              <a:ext uri="{FF2B5EF4-FFF2-40B4-BE49-F238E27FC236}">
                <a16:creationId xmlns:a16="http://schemas.microsoft.com/office/drawing/2014/main" id="{35C928B6-824F-4273-B87E-983747378D87}"/>
              </a:ext>
            </a:extLst>
          </p:cNvPr>
          <p:cNvSpPr>
            <a:spLocks xmlns:a="http://schemas.openxmlformats.org/drawingml/2006/main" noGrp="1"/>
          </p:cNvSpPr>
          <p:nvPr/>
        </p:nvSpPr>
        <p:spPr>
          <a:xfrm xmlns:a="http://schemas.openxmlformats.org/drawingml/2006/main" flipV="1">
            <a:off x="1564005" y="4686860"/>
            <a:ext cx="127635" cy="10271"/>
          </a:xfrm>
          <a:prstGeom xmlns:a="http://schemas.openxmlformats.org/drawingml/2006/main" prst="line">
            <a:avLst/>
          </a:prstGeom>
          <a:ln xmlns:a="http://schemas.openxmlformats.org/drawingml/2006/main" w="50800">
            <a:solidFill>
              <a:srgbClr val="D71920"/>
            </a:solidFill>
          </a:ln>
        </p:spPr>
      </p:sp>
      <p:sp>
        <p:nvSpPr>
          <p:cNvPr id="143" name="Connector 143">
            <a:extLst xmlns:a="http://schemas.openxmlformats.org/drawingml/2006/main">
              <a:ext uri="{FF2B5EF4-FFF2-40B4-BE49-F238E27FC236}">
                <a16:creationId xmlns:a16="http://schemas.microsoft.com/office/drawing/2014/main" id="{E99AEA49-A450-4CA6-BD3F-5E574A1F954B}"/>
              </a:ext>
            </a:extLst>
          </p:cNvPr>
          <p:cNvSpPr>
            <a:spLocks xmlns:a="http://schemas.openxmlformats.org/drawingml/2006/main" noGrp="1"/>
          </p:cNvSpPr>
          <p:nvPr/>
        </p:nvSpPr>
        <p:spPr>
          <a:xfrm xmlns:a="http://schemas.openxmlformats.org/drawingml/2006/main" flipV="1">
            <a:off x="1691640" y="4671100"/>
            <a:ext cx="127635" cy="15760"/>
          </a:xfrm>
          <a:prstGeom xmlns:a="http://schemas.openxmlformats.org/drawingml/2006/main" prst="line">
            <a:avLst/>
          </a:prstGeom>
          <a:ln xmlns:a="http://schemas.openxmlformats.org/drawingml/2006/main" w="50800">
            <a:solidFill>
              <a:srgbClr val="D71920"/>
            </a:solidFill>
          </a:ln>
        </p:spPr>
      </p:sp>
      <p:sp>
        <p:nvSpPr>
          <p:cNvPr id="144" name="Connector 144">
            <a:extLst xmlns:a="http://schemas.openxmlformats.org/drawingml/2006/main">
              <a:ext uri="{FF2B5EF4-FFF2-40B4-BE49-F238E27FC236}">
                <a16:creationId xmlns:a16="http://schemas.microsoft.com/office/drawing/2014/main" id="{9A025E19-829D-4BB0-8CB0-13CF9734E908}"/>
              </a:ext>
            </a:extLst>
          </p:cNvPr>
          <p:cNvSpPr>
            <a:spLocks xmlns:a="http://schemas.openxmlformats.org/drawingml/2006/main" noGrp="1"/>
          </p:cNvSpPr>
          <p:nvPr/>
        </p:nvSpPr>
        <p:spPr>
          <a:xfrm xmlns:a="http://schemas.openxmlformats.org/drawingml/2006/main" flipV="1">
            <a:off x="1819275" y="4649259"/>
            <a:ext cx="127635" cy="21840"/>
          </a:xfrm>
          <a:prstGeom xmlns:a="http://schemas.openxmlformats.org/drawingml/2006/main" prst="line">
            <a:avLst/>
          </a:prstGeom>
          <a:ln xmlns:a="http://schemas.openxmlformats.org/drawingml/2006/main" w="50800">
            <a:solidFill>
              <a:srgbClr val="D71920"/>
            </a:solidFill>
          </a:ln>
        </p:spPr>
      </p:sp>
      <p:sp>
        <p:nvSpPr>
          <p:cNvPr id="145" name="Connector 145">
            <a:extLst xmlns:a="http://schemas.openxmlformats.org/drawingml/2006/main">
              <a:ext uri="{FF2B5EF4-FFF2-40B4-BE49-F238E27FC236}">
                <a16:creationId xmlns:a16="http://schemas.microsoft.com/office/drawing/2014/main" id="{4ADED745-0EA7-4272-8D01-CBCBFDCADFCE}"/>
              </a:ext>
            </a:extLst>
          </p:cNvPr>
          <p:cNvSpPr>
            <a:spLocks xmlns:a="http://schemas.openxmlformats.org/drawingml/2006/main" noGrp="1"/>
          </p:cNvSpPr>
          <p:nvPr/>
        </p:nvSpPr>
        <p:spPr>
          <a:xfrm xmlns:a="http://schemas.openxmlformats.org/drawingml/2006/main" flipV="1">
            <a:off x="1946910" y="4620998"/>
            <a:ext cx="127635" cy="28261"/>
          </a:xfrm>
          <a:prstGeom xmlns:a="http://schemas.openxmlformats.org/drawingml/2006/main" prst="line">
            <a:avLst/>
          </a:prstGeom>
          <a:ln xmlns:a="http://schemas.openxmlformats.org/drawingml/2006/main" w="50800">
            <a:solidFill>
              <a:srgbClr val="D71920"/>
            </a:solidFill>
          </a:ln>
        </p:spPr>
      </p:sp>
      <p:sp>
        <p:nvSpPr>
          <p:cNvPr id="146" name="Connector 146">
            <a:extLst xmlns:a="http://schemas.openxmlformats.org/drawingml/2006/main">
              <a:ext uri="{FF2B5EF4-FFF2-40B4-BE49-F238E27FC236}">
                <a16:creationId xmlns:a16="http://schemas.microsoft.com/office/drawing/2014/main" id="{B69955E7-464E-4146-899E-C153A9631840}"/>
              </a:ext>
            </a:extLst>
          </p:cNvPr>
          <p:cNvSpPr>
            <a:spLocks xmlns:a="http://schemas.openxmlformats.org/drawingml/2006/main" noGrp="1"/>
          </p:cNvSpPr>
          <p:nvPr/>
        </p:nvSpPr>
        <p:spPr>
          <a:xfrm xmlns:a="http://schemas.openxmlformats.org/drawingml/2006/main" flipV="1">
            <a:off x="2074545" y="4586196"/>
            <a:ext cx="127635" cy="34802"/>
          </a:xfrm>
          <a:prstGeom xmlns:a="http://schemas.openxmlformats.org/drawingml/2006/main" prst="line">
            <a:avLst/>
          </a:prstGeom>
          <a:ln xmlns:a="http://schemas.openxmlformats.org/drawingml/2006/main" w="50800">
            <a:solidFill>
              <a:srgbClr val="D71920"/>
            </a:solidFill>
          </a:ln>
        </p:spPr>
      </p:sp>
      <p:sp>
        <p:nvSpPr>
          <p:cNvPr id="147" name="Connector 147">
            <a:extLst xmlns:a="http://schemas.openxmlformats.org/drawingml/2006/main">
              <a:ext uri="{FF2B5EF4-FFF2-40B4-BE49-F238E27FC236}">
                <a16:creationId xmlns:a16="http://schemas.microsoft.com/office/drawing/2014/main" id="{64EAA3EA-80B8-4585-8F70-9E8882B8DE88}"/>
              </a:ext>
            </a:extLst>
          </p:cNvPr>
          <p:cNvSpPr>
            <a:spLocks xmlns:a="http://schemas.openxmlformats.org/drawingml/2006/main" noGrp="1"/>
          </p:cNvSpPr>
          <p:nvPr/>
        </p:nvSpPr>
        <p:spPr>
          <a:xfrm xmlns:a="http://schemas.openxmlformats.org/drawingml/2006/main" flipV="1">
            <a:off x="2202180" y="4544925"/>
            <a:ext cx="127635" cy="41270"/>
          </a:xfrm>
          <a:prstGeom xmlns:a="http://schemas.openxmlformats.org/drawingml/2006/main" prst="line">
            <a:avLst/>
          </a:prstGeom>
          <a:ln xmlns:a="http://schemas.openxmlformats.org/drawingml/2006/main" w="50800">
            <a:solidFill>
              <a:srgbClr val="D71920"/>
            </a:solidFill>
          </a:ln>
        </p:spPr>
      </p:sp>
      <p:sp>
        <p:nvSpPr>
          <p:cNvPr id="148" name="Connector 148">
            <a:extLst xmlns:a="http://schemas.openxmlformats.org/drawingml/2006/main">
              <a:ext uri="{FF2B5EF4-FFF2-40B4-BE49-F238E27FC236}">
                <a16:creationId xmlns:a16="http://schemas.microsoft.com/office/drawing/2014/main" id="{0CEA6284-8497-4C24-A540-81933512B18F}"/>
              </a:ext>
            </a:extLst>
          </p:cNvPr>
          <p:cNvSpPr>
            <a:spLocks xmlns:a="http://schemas.openxmlformats.org/drawingml/2006/main" noGrp="1"/>
          </p:cNvSpPr>
          <p:nvPr/>
        </p:nvSpPr>
        <p:spPr>
          <a:xfrm xmlns:a="http://schemas.openxmlformats.org/drawingml/2006/main" flipV="1">
            <a:off x="2329815" y="4497427"/>
            <a:ext cx="127635" cy="47498"/>
          </a:xfrm>
          <a:prstGeom xmlns:a="http://schemas.openxmlformats.org/drawingml/2006/main" prst="line">
            <a:avLst/>
          </a:prstGeom>
          <a:ln xmlns:a="http://schemas.openxmlformats.org/drawingml/2006/main" w="50800">
            <a:solidFill>
              <a:srgbClr val="D71920"/>
            </a:solidFill>
          </a:ln>
        </p:spPr>
      </p:sp>
      <p:sp>
        <p:nvSpPr>
          <p:cNvPr id="149" name="Connector 149">
            <a:extLst xmlns:a="http://schemas.openxmlformats.org/drawingml/2006/main">
              <a:ext uri="{FF2B5EF4-FFF2-40B4-BE49-F238E27FC236}">
                <a16:creationId xmlns:a16="http://schemas.microsoft.com/office/drawing/2014/main" id="{DAB1AFBB-27BD-4648-9352-1323E86DF171}"/>
              </a:ext>
            </a:extLst>
          </p:cNvPr>
          <p:cNvSpPr>
            <a:spLocks xmlns:a="http://schemas.openxmlformats.org/drawingml/2006/main" noGrp="1"/>
          </p:cNvSpPr>
          <p:nvPr/>
        </p:nvSpPr>
        <p:spPr>
          <a:xfrm xmlns:a="http://schemas.openxmlformats.org/drawingml/2006/main" flipV="1">
            <a:off x="2457450" y="4444083"/>
            <a:ext cx="127635" cy="53344"/>
          </a:xfrm>
          <a:prstGeom xmlns:a="http://schemas.openxmlformats.org/drawingml/2006/main" prst="line">
            <a:avLst/>
          </a:prstGeom>
          <a:ln xmlns:a="http://schemas.openxmlformats.org/drawingml/2006/main" w="50800">
            <a:solidFill>
              <a:srgbClr val="D71920"/>
            </a:solidFill>
          </a:ln>
        </p:spPr>
      </p:sp>
      <p:sp>
        <p:nvSpPr>
          <p:cNvPr id="150" name="Connector 150">
            <a:extLst xmlns:a="http://schemas.openxmlformats.org/drawingml/2006/main">
              <a:ext uri="{FF2B5EF4-FFF2-40B4-BE49-F238E27FC236}">
                <a16:creationId xmlns:a16="http://schemas.microsoft.com/office/drawing/2014/main" id="{45611A08-0486-41B3-87AA-A4DC4DBBCE64}"/>
              </a:ext>
            </a:extLst>
          </p:cNvPr>
          <p:cNvSpPr>
            <a:spLocks xmlns:a="http://schemas.openxmlformats.org/drawingml/2006/main" noGrp="1"/>
          </p:cNvSpPr>
          <p:nvPr/>
        </p:nvSpPr>
        <p:spPr>
          <a:xfrm xmlns:a="http://schemas.openxmlformats.org/drawingml/2006/main" flipV="1">
            <a:off x="2585085" y="4385395"/>
            <a:ext cx="127635" cy="58688"/>
          </a:xfrm>
          <a:prstGeom xmlns:a="http://schemas.openxmlformats.org/drawingml/2006/main" prst="line">
            <a:avLst/>
          </a:prstGeom>
          <a:ln xmlns:a="http://schemas.openxmlformats.org/drawingml/2006/main" w="50800">
            <a:solidFill>
              <a:srgbClr val="D71920"/>
            </a:solidFill>
          </a:ln>
        </p:spPr>
      </p:sp>
      <p:sp>
        <p:nvSpPr>
          <p:cNvPr id="151" name="Connector 151">
            <a:extLst xmlns:a="http://schemas.openxmlformats.org/drawingml/2006/main">
              <a:ext uri="{FF2B5EF4-FFF2-40B4-BE49-F238E27FC236}">
                <a16:creationId xmlns:a16="http://schemas.microsoft.com/office/drawing/2014/main" id="{8AC6B9F5-24AF-4A7F-8C4F-4A546633B10F}"/>
              </a:ext>
            </a:extLst>
          </p:cNvPr>
          <p:cNvSpPr>
            <a:spLocks xmlns:a="http://schemas.openxmlformats.org/drawingml/2006/main" noGrp="1"/>
          </p:cNvSpPr>
          <p:nvPr/>
        </p:nvSpPr>
        <p:spPr>
          <a:xfrm xmlns:a="http://schemas.openxmlformats.org/drawingml/2006/main" flipV="1">
            <a:off x="2712720" y="4321961"/>
            <a:ext cx="127635" cy="63433"/>
          </a:xfrm>
          <a:prstGeom xmlns:a="http://schemas.openxmlformats.org/drawingml/2006/main" prst="line">
            <a:avLst/>
          </a:prstGeom>
          <a:ln xmlns:a="http://schemas.openxmlformats.org/drawingml/2006/main" w="50800">
            <a:solidFill>
              <a:srgbClr val="D71920"/>
            </a:solidFill>
          </a:ln>
        </p:spPr>
      </p:sp>
      <p:sp>
        <p:nvSpPr>
          <p:cNvPr id="152" name="Connector 152">
            <a:extLst xmlns:a="http://schemas.openxmlformats.org/drawingml/2006/main">
              <a:ext uri="{FF2B5EF4-FFF2-40B4-BE49-F238E27FC236}">
                <a16:creationId xmlns:a16="http://schemas.microsoft.com/office/drawing/2014/main" id="{B1C165D6-FEB4-4EF2-9DC6-A2371DE48992}"/>
              </a:ext>
            </a:extLst>
          </p:cNvPr>
          <p:cNvSpPr>
            <a:spLocks xmlns:a="http://schemas.openxmlformats.org/drawingml/2006/main" noGrp="1"/>
          </p:cNvSpPr>
          <p:nvPr/>
        </p:nvSpPr>
        <p:spPr>
          <a:xfrm xmlns:a="http://schemas.openxmlformats.org/drawingml/2006/main" flipV="1">
            <a:off x="2840355" y="4254461"/>
            <a:ext cx="127635" cy="67501"/>
          </a:xfrm>
          <a:prstGeom xmlns:a="http://schemas.openxmlformats.org/drawingml/2006/main" prst="line">
            <a:avLst/>
          </a:prstGeom>
          <a:ln xmlns:a="http://schemas.openxmlformats.org/drawingml/2006/main" w="50800">
            <a:solidFill>
              <a:srgbClr val="D71920"/>
            </a:solidFill>
          </a:ln>
        </p:spPr>
      </p:sp>
      <p:sp>
        <p:nvSpPr>
          <p:cNvPr id="153" name="Connector 153">
            <a:extLst xmlns:a="http://schemas.openxmlformats.org/drawingml/2006/main">
              <a:ext uri="{FF2B5EF4-FFF2-40B4-BE49-F238E27FC236}">
                <a16:creationId xmlns:a16="http://schemas.microsoft.com/office/drawing/2014/main" id="{E8D14D9C-3398-4CEE-9228-98025F3DD20C}"/>
              </a:ext>
            </a:extLst>
          </p:cNvPr>
          <p:cNvSpPr>
            <a:spLocks xmlns:a="http://schemas.openxmlformats.org/drawingml/2006/main" noGrp="1"/>
          </p:cNvSpPr>
          <p:nvPr/>
        </p:nvSpPr>
        <p:spPr>
          <a:xfrm xmlns:a="http://schemas.openxmlformats.org/drawingml/2006/main" flipV="1">
            <a:off x="2967990" y="4183631"/>
            <a:ext cx="127635" cy="70830"/>
          </a:xfrm>
          <a:prstGeom xmlns:a="http://schemas.openxmlformats.org/drawingml/2006/main" prst="line">
            <a:avLst/>
          </a:prstGeom>
          <a:ln xmlns:a="http://schemas.openxmlformats.org/drawingml/2006/main" w="50800">
            <a:solidFill>
              <a:srgbClr val="D71920"/>
            </a:solidFill>
          </a:ln>
        </p:spPr>
      </p:sp>
      <p:sp>
        <p:nvSpPr>
          <p:cNvPr id="154" name="Connector 154">
            <a:extLst xmlns:a="http://schemas.openxmlformats.org/drawingml/2006/main">
              <a:ext uri="{FF2B5EF4-FFF2-40B4-BE49-F238E27FC236}">
                <a16:creationId xmlns:a16="http://schemas.microsoft.com/office/drawing/2014/main" id="{A85A9BA6-6923-47DB-B2B4-CC3370A74D53}"/>
              </a:ext>
            </a:extLst>
          </p:cNvPr>
          <p:cNvSpPr>
            <a:spLocks xmlns:a="http://schemas.openxmlformats.org/drawingml/2006/main" noGrp="1"/>
          </p:cNvSpPr>
          <p:nvPr/>
        </p:nvSpPr>
        <p:spPr>
          <a:xfrm xmlns:a="http://schemas.openxmlformats.org/drawingml/2006/main" flipV="1">
            <a:off x="3095625" y="4110250"/>
            <a:ext cx="127635" cy="73380"/>
          </a:xfrm>
          <a:prstGeom xmlns:a="http://schemas.openxmlformats.org/drawingml/2006/main" prst="line">
            <a:avLst/>
          </a:prstGeom>
          <a:ln xmlns:a="http://schemas.openxmlformats.org/drawingml/2006/main" w="50800">
            <a:solidFill>
              <a:srgbClr val="D71920"/>
            </a:solidFill>
          </a:ln>
        </p:spPr>
      </p:sp>
      <p:sp>
        <p:nvSpPr>
          <p:cNvPr id="155" name="Connector 155">
            <a:extLst xmlns:a="http://schemas.openxmlformats.org/drawingml/2006/main">
              <a:ext uri="{FF2B5EF4-FFF2-40B4-BE49-F238E27FC236}">
                <a16:creationId xmlns:a16="http://schemas.microsoft.com/office/drawing/2014/main" id="{9C18D29B-E5E4-4CE4-A16A-FDC15D084AC4}"/>
              </a:ext>
            </a:extLst>
          </p:cNvPr>
          <p:cNvSpPr>
            <a:spLocks xmlns:a="http://schemas.openxmlformats.org/drawingml/2006/main" noGrp="1"/>
          </p:cNvSpPr>
          <p:nvPr/>
        </p:nvSpPr>
        <p:spPr>
          <a:xfrm xmlns:a="http://schemas.openxmlformats.org/drawingml/2006/main" flipV="1">
            <a:off x="3223260" y="4035128"/>
            <a:ext cx="127635" cy="75123"/>
          </a:xfrm>
          <a:prstGeom xmlns:a="http://schemas.openxmlformats.org/drawingml/2006/main" prst="line">
            <a:avLst/>
          </a:prstGeom>
          <a:ln xmlns:a="http://schemas.openxmlformats.org/drawingml/2006/main" w="50800">
            <a:solidFill>
              <a:srgbClr val="D71920"/>
            </a:solidFill>
          </a:ln>
        </p:spPr>
      </p:sp>
      <p:sp>
        <p:nvSpPr>
          <p:cNvPr id="156" name="Connector 156">
            <a:extLst xmlns:a="http://schemas.openxmlformats.org/drawingml/2006/main">
              <a:ext uri="{FF2B5EF4-FFF2-40B4-BE49-F238E27FC236}">
                <a16:creationId xmlns:a16="http://schemas.microsoft.com/office/drawing/2014/main" id="{23355B05-68F1-4FDF-BF2E-65012DF72808}"/>
              </a:ext>
            </a:extLst>
          </p:cNvPr>
          <p:cNvSpPr>
            <a:spLocks xmlns:a="http://schemas.openxmlformats.org/drawingml/2006/main" noGrp="1"/>
          </p:cNvSpPr>
          <p:nvPr/>
        </p:nvSpPr>
        <p:spPr>
          <a:xfrm xmlns:a="http://schemas.openxmlformats.org/drawingml/2006/main" flipV="1">
            <a:off x="3350895" y="3959083"/>
            <a:ext cx="127635" cy="76045"/>
          </a:xfrm>
          <a:prstGeom xmlns:a="http://schemas.openxmlformats.org/drawingml/2006/main" prst="line">
            <a:avLst/>
          </a:prstGeom>
          <a:ln xmlns:a="http://schemas.openxmlformats.org/drawingml/2006/main" w="50800">
            <a:solidFill>
              <a:srgbClr val="D71920"/>
            </a:solidFill>
          </a:ln>
        </p:spPr>
      </p:sp>
      <p:sp>
        <p:nvSpPr>
          <p:cNvPr id="157" name="Connector 157">
            <a:extLst xmlns:a="http://schemas.openxmlformats.org/drawingml/2006/main">
              <a:ext uri="{FF2B5EF4-FFF2-40B4-BE49-F238E27FC236}">
                <a16:creationId xmlns:a16="http://schemas.microsoft.com/office/drawing/2014/main" id="{82BB2718-0BE6-4FB3-BB6C-815D64EC65B6}"/>
              </a:ext>
            </a:extLst>
          </p:cNvPr>
          <p:cNvSpPr>
            <a:spLocks xmlns:a="http://schemas.openxmlformats.org/drawingml/2006/main" noGrp="1"/>
          </p:cNvSpPr>
          <p:nvPr/>
        </p:nvSpPr>
        <p:spPr>
          <a:xfrm xmlns:a="http://schemas.openxmlformats.org/drawingml/2006/main" flipV="1">
            <a:off x="3478530" y="3882937"/>
            <a:ext cx="127635" cy="76146"/>
          </a:xfrm>
          <a:prstGeom xmlns:a="http://schemas.openxmlformats.org/drawingml/2006/main" prst="line">
            <a:avLst/>
          </a:prstGeom>
          <a:ln xmlns:a="http://schemas.openxmlformats.org/drawingml/2006/main" w="50800">
            <a:solidFill>
              <a:srgbClr val="D71920"/>
            </a:solidFill>
          </a:ln>
        </p:spPr>
      </p:sp>
      <p:sp>
        <p:nvSpPr>
          <p:cNvPr id="158" name="Connector 158">
            <a:extLst xmlns:a="http://schemas.openxmlformats.org/drawingml/2006/main">
              <a:ext uri="{FF2B5EF4-FFF2-40B4-BE49-F238E27FC236}">
                <a16:creationId xmlns:a16="http://schemas.microsoft.com/office/drawing/2014/main" id="{62E7A9FB-B020-4031-A4C0-B675CE465709}"/>
              </a:ext>
            </a:extLst>
          </p:cNvPr>
          <p:cNvSpPr>
            <a:spLocks xmlns:a="http://schemas.openxmlformats.org/drawingml/2006/main" noGrp="1"/>
          </p:cNvSpPr>
          <p:nvPr/>
        </p:nvSpPr>
        <p:spPr>
          <a:xfrm xmlns:a="http://schemas.openxmlformats.org/drawingml/2006/main" flipV="1">
            <a:off x="3606165" y="3807498"/>
            <a:ext cx="127635" cy="75439"/>
          </a:xfrm>
          <a:prstGeom xmlns:a="http://schemas.openxmlformats.org/drawingml/2006/main" prst="line">
            <a:avLst/>
          </a:prstGeom>
          <a:ln xmlns:a="http://schemas.openxmlformats.org/drawingml/2006/main" w="50800">
            <a:solidFill>
              <a:srgbClr val="D71920"/>
            </a:solidFill>
          </a:ln>
        </p:spPr>
      </p:sp>
      <p:sp>
        <p:nvSpPr>
          <p:cNvPr id="159" name="Connector 159">
            <a:extLst xmlns:a="http://schemas.openxmlformats.org/drawingml/2006/main">
              <a:ext uri="{FF2B5EF4-FFF2-40B4-BE49-F238E27FC236}">
                <a16:creationId xmlns:a16="http://schemas.microsoft.com/office/drawing/2014/main" id="{DAD49355-3ED2-4AB7-A973-DBD206FA0054}"/>
              </a:ext>
            </a:extLst>
          </p:cNvPr>
          <p:cNvSpPr>
            <a:spLocks xmlns:a="http://schemas.openxmlformats.org/drawingml/2006/main" noGrp="1"/>
          </p:cNvSpPr>
          <p:nvPr/>
        </p:nvSpPr>
        <p:spPr>
          <a:xfrm xmlns:a="http://schemas.openxmlformats.org/drawingml/2006/main" flipV="1">
            <a:off x="3733800" y="3733552"/>
            <a:ext cx="127635" cy="73945"/>
          </a:xfrm>
          <a:prstGeom xmlns:a="http://schemas.openxmlformats.org/drawingml/2006/main" prst="line">
            <a:avLst/>
          </a:prstGeom>
          <a:ln xmlns:a="http://schemas.openxmlformats.org/drawingml/2006/main" w="50800">
            <a:solidFill>
              <a:srgbClr val="D71920"/>
            </a:solidFill>
          </a:ln>
        </p:spPr>
      </p:sp>
      <p:sp>
        <p:nvSpPr>
          <p:cNvPr id="160" name="Connector 160">
            <a:extLst xmlns:a="http://schemas.openxmlformats.org/drawingml/2006/main">
              <a:ext uri="{FF2B5EF4-FFF2-40B4-BE49-F238E27FC236}">
                <a16:creationId xmlns:a16="http://schemas.microsoft.com/office/drawing/2014/main" id="{777C9627-AA4C-4278-AAEC-59DD4B0A2008}"/>
              </a:ext>
            </a:extLst>
          </p:cNvPr>
          <p:cNvSpPr>
            <a:spLocks xmlns:a="http://schemas.openxmlformats.org/drawingml/2006/main" noGrp="1"/>
          </p:cNvSpPr>
          <p:nvPr/>
        </p:nvSpPr>
        <p:spPr>
          <a:xfrm xmlns:a="http://schemas.openxmlformats.org/drawingml/2006/main" flipV="1">
            <a:off x="3861435" y="3661856"/>
            <a:ext cx="127635" cy="71696"/>
          </a:xfrm>
          <a:prstGeom xmlns:a="http://schemas.openxmlformats.org/drawingml/2006/main" prst="line">
            <a:avLst/>
          </a:prstGeom>
          <a:ln xmlns:a="http://schemas.openxmlformats.org/drawingml/2006/main" w="50800">
            <a:solidFill>
              <a:srgbClr val="D71920"/>
            </a:solidFill>
          </a:ln>
        </p:spPr>
      </p:sp>
      <p:sp>
        <p:nvSpPr>
          <p:cNvPr id="161" name="Connector 161">
            <a:extLst xmlns:a="http://schemas.openxmlformats.org/drawingml/2006/main">
              <a:ext uri="{FF2B5EF4-FFF2-40B4-BE49-F238E27FC236}">
                <a16:creationId xmlns:a16="http://schemas.microsoft.com/office/drawing/2014/main" id="{A422B0C9-7AC2-423C-9459-17D5B559CB67}"/>
              </a:ext>
            </a:extLst>
          </p:cNvPr>
          <p:cNvSpPr>
            <a:spLocks xmlns:a="http://schemas.openxmlformats.org/drawingml/2006/main" noGrp="1"/>
          </p:cNvSpPr>
          <p:nvPr/>
        </p:nvSpPr>
        <p:spPr>
          <a:xfrm xmlns:a="http://schemas.openxmlformats.org/drawingml/2006/main" flipV="1">
            <a:off x="3989070" y="3593125"/>
            <a:ext cx="127635" cy="68732"/>
          </a:xfrm>
          <a:prstGeom xmlns:a="http://schemas.openxmlformats.org/drawingml/2006/main" prst="line">
            <a:avLst/>
          </a:prstGeom>
          <a:ln xmlns:a="http://schemas.openxmlformats.org/drawingml/2006/main" w="50800">
            <a:solidFill>
              <a:srgbClr val="D71920"/>
            </a:solidFill>
          </a:ln>
        </p:spPr>
      </p:sp>
      <p:sp>
        <p:nvSpPr>
          <p:cNvPr id="162" name="Connector 162">
            <a:extLst xmlns:a="http://schemas.openxmlformats.org/drawingml/2006/main">
              <a:ext uri="{FF2B5EF4-FFF2-40B4-BE49-F238E27FC236}">
                <a16:creationId xmlns:a16="http://schemas.microsoft.com/office/drawing/2014/main" id="{415738E9-355F-4DC8-9FDA-A68997FECA28}"/>
              </a:ext>
            </a:extLst>
          </p:cNvPr>
          <p:cNvSpPr>
            <a:spLocks xmlns:a="http://schemas.openxmlformats.org/drawingml/2006/main" noGrp="1"/>
          </p:cNvSpPr>
          <p:nvPr/>
        </p:nvSpPr>
        <p:spPr>
          <a:xfrm xmlns:a="http://schemas.openxmlformats.org/drawingml/2006/main" flipV="1">
            <a:off x="4116705" y="3528027"/>
            <a:ext cx="127635" cy="65098"/>
          </a:xfrm>
          <a:prstGeom xmlns:a="http://schemas.openxmlformats.org/drawingml/2006/main" prst="line">
            <a:avLst/>
          </a:prstGeom>
          <a:ln xmlns:a="http://schemas.openxmlformats.org/drawingml/2006/main" w="50800">
            <a:solidFill>
              <a:srgbClr val="D71920"/>
            </a:solidFill>
          </a:ln>
        </p:spPr>
      </p:sp>
      <p:sp>
        <p:nvSpPr>
          <p:cNvPr id="163" name="Connector 163">
            <a:extLst xmlns:a="http://schemas.openxmlformats.org/drawingml/2006/main">
              <a:ext uri="{FF2B5EF4-FFF2-40B4-BE49-F238E27FC236}">
                <a16:creationId xmlns:a16="http://schemas.microsoft.com/office/drawing/2014/main" id="{F8940727-15D5-4F6D-8A7A-8C8921890648}"/>
              </a:ext>
            </a:extLst>
          </p:cNvPr>
          <p:cNvSpPr>
            <a:spLocks xmlns:a="http://schemas.openxmlformats.org/drawingml/2006/main" noGrp="1"/>
          </p:cNvSpPr>
          <p:nvPr/>
        </p:nvSpPr>
        <p:spPr>
          <a:xfrm xmlns:a="http://schemas.openxmlformats.org/drawingml/2006/main" flipV="1">
            <a:off x="4244340" y="3467179"/>
            <a:ext cx="127635" cy="60848"/>
          </a:xfrm>
          <a:prstGeom xmlns:a="http://schemas.openxmlformats.org/drawingml/2006/main" prst="line">
            <a:avLst/>
          </a:prstGeom>
          <a:ln xmlns:a="http://schemas.openxmlformats.org/drawingml/2006/main" w="50800">
            <a:solidFill>
              <a:srgbClr val="D71920"/>
            </a:solidFill>
          </a:ln>
        </p:spPr>
      </p:sp>
      <p:sp>
        <p:nvSpPr>
          <p:cNvPr id="164" name="Connector 164">
            <a:extLst xmlns:a="http://schemas.openxmlformats.org/drawingml/2006/main">
              <a:ext uri="{FF2B5EF4-FFF2-40B4-BE49-F238E27FC236}">
                <a16:creationId xmlns:a16="http://schemas.microsoft.com/office/drawing/2014/main" id="{10E18E76-5D1D-47BC-803C-138661EE4FF2}"/>
              </a:ext>
            </a:extLst>
          </p:cNvPr>
          <p:cNvSpPr>
            <a:spLocks xmlns:a="http://schemas.openxmlformats.org/drawingml/2006/main" noGrp="1"/>
          </p:cNvSpPr>
          <p:nvPr/>
        </p:nvSpPr>
        <p:spPr>
          <a:xfrm xmlns:a="http://schemas.openxmlformats.org/drawingml/2006/main" flipV="1">
            <a:off x="4371975" y="3411139"/>
            <a:ext cx="127635" cy="56040"/>
          </a:xfrm>
          <a:prstGeom xmlns:a="http://schemas.openxmlformats.org/drawingml/2006/main" prst="line">
            <a:avLst/>
          </a:prstGeom>
          <a:ln xmlns:a="http://schemas.openxmlformats.org/drawingml/2006/main" w="50800">
            <a:solidFill>
              <a:srgbClr val="D71920"/>
            </a:solidFill>
          </a:ln>
        </p:spPr>
      </p:sp>
      <p:sp>
        <p:nvSpPr>
          <p:cNvPr id="165" name="Connector 165">
            <a:extLst xmlns:a="http://schemas.openxmlformats.org/drawingml/2006/main">
              <a:ext uri="{FF2B5EF4-FFF2-40B4-BE49-F238E27FC236}">
                <a16:creationId xmlns:a16="http://schemas.microsoft.com/office/drawing/2014/main" id="{BCB4B1B4-CF1E-438D-BE5A-DE126D14B33A}"/>
              </a:ext>
            </a:extLst>
          </p:cNvPr>
          <p:cNvSpPr>
            <a:spLocks xmlns:a="http://schemas.openxmlformats.org/drawingml/2006/main" noGrp="1"/>
          </p:cNvSpPr>
          <p:nvPr/>
        </p:nvSpPr>
        <p:spPr>
          <a:xfrm xmlns:a="http://schemas.openxmlformats.org/drawingml/2006/main" flipV="1">
            <a:off x="4499610" y="3360405"/>
            <a:ext cx="127635" cy="50735"/>
          </a:xfrm>
          <a:prstGeom xmlns:a="http://schemas.openxmlformats.org/drawingml/2006/main" prst="line">
            <a:avLst/>
          </a:prstGeom>
          <a:ln xmlns:a="http://schemas.openxmlformats.org/drawingml/2006/main" w="50800">
            <a:solidFill>
              <a:srgbClr val="D71920"/>
            </a:solidFill>
          </a:ln>
        </p:spPr>
      </p:sp>
      <p:sp>
        <p:nvSpPr>
          <p:cNvPr id="166" name="Connector 166">
            <a:extLst xmlns:a="http://schemas.openxmlformats.org/drawingml/2006/main">
              <a:ext uri="{FF2B5EF4-FFF2-40B4-BE49-F238E27FC236}">
                <a16:creationId xmlns:a16="http://schemas.microsoft.com/office/drawing/2014/main" id="{F977BA98-CF45-442D-8DC4-94CEAB08CB27}"/>
              </a:ext>
            </a:extLst>
          </p:cNvPr>
          <p:cNvSpPr>
            <a:spLocks xmlns:a="http://schemas.openxmlformats.org/drawingml/2006/main" noGrp="1"/>
          </p:cNvSpPr>
          <p:nvPr/>
        </p:nvSpPr>
        <p:spPr>
          <a:xfrm xmlns:a="http://schemas.openxmlformats.org/drawingml/2006/main" flipV="1">
            <a:off x="4627245" y="3315406"/>
            <a:ext cx="127635" cy="44999"/>
          </a:xfrm>
          <a:prstGeom xmlns:a="http://schemas.openxmlformats.org/drawingml/2006/main" prst="line">
            <a:avLst/>
          </a:prstGeom>
          <a:ln xmlns:a="http://schemas.openxmlformats.org/drawingml/2006/main" w="50800">
            <a:solidFill>
              <a:srgbClr val="D71920"/>
            </a:solidFill>
          </a:ln>
        </p:spPr>
      </p:sp>
      <p:sp>
        <p:nvSpPr>
          <p:cNvPr id="167" name="Connector 167">
            <a:extLst xmlns:a="http://schemas.openxmlformats.org/drawingml/2006/main">
              <a:ext uri="{FF2B5EF4-FFF2-40B4-BE49-F238E27FC236}">
                <a16:creationId xmlns:a16="http://schemas.microsoft.com/office/drawing/2014/main" id="{C9B7DC70-50FD-418A-A4AB-B9EDDB204806}"/>
              </a:ext>
            </a:extLst>
          </p:cNvPr>
          <p:cNvSpPr>
            <a:spLocks xmlns:a="http://schemas.openxmlformats.org/drawingml/2006/main" noGrp="1"/>
          </p:cNvSpPr>
          <p:nvPr/>
        </p:nvSpPr>
        <p:spPr>
          <a:xfrm xmlns:a="http://schemas.openxmlformats.org/drawingml/2006/main" flipV="1">
            <a:off x="4754880" y="3276507"/>
            <a:ext cx="127635" cy="38899"/>
          </a:xfrm>
          <a:prstGeom xmlns:a="http://schemas.openxmlformats.org/drawingml/2006/main" prst="line">
            <a:avLst/>
          </a:prstGeom>
          <a:ln xmlns:a="http://schemas.openxmlformats.org/drawingml/2006/main" w="50800">
            <a:solidFill>
              <a:srgbClr val="D71920"/>
            </a:solidFill>
          </a:ln>
        </p:spPr>
      </p:sp>
      <p:sp>
        <p:nvSpPr>
          <p:cNvPr id="168" name="Connector 168">
            <a:extLst xmlns:a="http://schemas.openxmlformats.org/drawingml/2006/main">
              <a:ext uri="{FF2B5EF4-FFF2-40B4-BE49-F238E27FC236}">
                <a16:creationId xmlns:a16="http://schemas.microsoft.com/office/drawing/2014/main" id="{620069EA-E05E-4AF6-B0BE-3FA4304A5A7F}"/>
              </a:ext>
            </a:extLst>
          </p:cNvPr>
          <p:cNvSpPr>
            <a:spLocks xmlns:a="http://schemas.openxmlformats.org/drawingml/2006/main" noGrp="1"/>
          </p:cNvSpPr>
          <p:nvPr/>
        </p:nvSpPr>
        <p:spPr>
          <a:xfrm xmlns:a="http://schemas.openxmlformats.org/drawingml/2006/main" flipV="1">
            <a:off x="4882515" y="3244002"/>
            <a:ext cx="127635" cy="32505"/>
          </a:xfrm>
          <a:prstGeom xmlns:a="http://schemas.openxmlformats.org/drawingml/2006/main" prst="line">
            <a:avLst/>
          </a:prstGeom>
          <a:ln xmlns:a="http://schemas.openxmlformats.org/drawingml/2006/main" w="50800">
            <a:solidFill>
              <a:srgbClr val="D71920"/>
            </a:solidFill>
          </a:ln>
        </p:spPr>
      </p:sp>
      <p:sp>
        <p:nvSpPr>
          <p:cNvPr id="169" name="Connector 169">
            <a:extLst xmlns:a="http://schemas.openxmlformats.org/drawingml/2006/main">
              <a:ext uri="{FF2B5EF4-FFF2-40B4-BE49-F238E27FC236}">
                <a16:creationId xmlns:a16="http://schemas.microsoft.com/office/drawing/2014/main" id="{F1FC22EE-17A1-4D4B-93FB-111F8BA23FBA}"/>
              </a:ext>
            </a:extLst>
          </p:cNvPr>
          <p:cNvSpPr>
            <a:spLocks xmlns:a="http://schemas.openxmlformats.org/drawingml/2006/main" noGrp="1"/>
          </p:cNvSpPr>
          <p:nvPr/>
        </p:nvSpPr>
        <p:spPr>
          <a:xfrm xmlns:a="http://schemas.openxmlformats.org/drawingml/2006/main" flipV="1">
            <a:off x="5010150" y="3218116"/>
            <a:ext cx="127635" cy="25886"/>
          </a:xfrm>
          <a:prstGeom xmlns:a="http://schemas.openxmlformats.org/drawingml/2006/main" prst="line">
            <a:avLst/>
          </a:prstGeom>
          <a:ln xmlns:a="http://schemas.openxmlformats.org/drawingml/2006/main" w="50800">
            <a:solidFill>
              <a:srgbClr val="D71920"/>
            </a:solidFill>
          </a:ln>
        </p:spPr>
      </p:sp>
      <p:sp>
        <p:nvSpPr>
          <p:cNvPr id="170" name="Connector 170">
            <a:extLst xmlns:a="http://schemas.openxmlformats.org/drawingml/2006/main">
              <a:ext uri="{FF2B5EF4-FFF2-40B4-BE49-F238E27FC236}">
                <a16:creationId xmlns:a16="http://schemas.microsoft.com/office/drawing/2014/main" id="{54CC104D-65BF-4FE2-9514-ADE186FA0100}"/>
              </a:ext>
            </a:extLst>
          </p:cNvPr>
          <p:cNvSpPr>
            <a:spLocks xmlns:a="http://schemas.openxmlformats.org/drawingml/2006/main" noGrp="1"/>
          </p:cNvSpPr>
          <p:nvPr/>
        </p:nvSpPr>
        <p:spPr>
          <a:xfrm xmlns:a="http://schemas.openxmlformats.org/drawingml/2006/main" flipV="1">
            <a:off x="5137785" y="3199004"/>
            <a:ext cx="127635" cy="19112"/>
          </a:xfrm>
          <a:prstGeom xmlns:a="http://schemas.openxmlformats.org/drawingml/2006/main" prst="line">
            <a:avLst/>
          </a:prstGeom>
          <a:ln xmlns:a="http://schemas.openxmlformats.org/drawingml/2006/main" w="50800">
            <a:solidFill>
              <a:srgbClr val="D71920"/>
            </a:solidFill>
          </a:ln>
        </p:spPr>
      </p:sp>
      <p:sp>
        <p:nvSpPr>
          <p:cNvPr id="171" name="Connector 171">
            <a:extLst xmlns:a="http://schemas.openxmlformats.org/drawingml/2006/main">
              <a:ext uri="{FF2B5EF4-FFF2-40B4-BE49-F238E27FC236}">
                <a16:creationId xmlns:a16="http://schemas.microsoft.com/office/drawing/2014/main" id="{F6A01A24-46B8-4AA9-945D-E3EADDD0772D}"/>
              </a:ext>
            </a:extLst>
          </p:cNvPr>
          <p:cNvSpPr>
            <a:spLocks xmlns:a="http://schemas.openxmlformats.org/drawingml/2006/main" noGrp="1"/>
          </p:cNvSpPr>
          <p:nvPr/>
        </p:nvSpPr>
        <p:spPr>
          <a:xfrm xmlns:a="http://schemas.openxmlformats.org/drawingml/2006/main" flipV="1">
            <a:off x="5265420" y="3186751"/>
            <a:ext cx="127635" cy="12253"/>
          </a:xfrm>
          <a:prstGeom xmlns:a="http://schemas.openxmlformats.org/drawingml/2006/main" prst="line">
            <a:avLst/>
          </a:prstGeom>
          <a:ln xmlns:a="http://schemas.openxmlformats.org/drawingml/2006/main" w="50800">
            <a:solidFill>
              <a:srgbClr val="D71920"/>
            </a:solidFill>
          </a:ln>
        </p:spPr>
      </p:sp>
      <p:sp>
        <p:nvSpPr>
          <p:cNvPr id="172" name="Connector 172">
            <a:extLst xmlns:a="http://schemas.openxmlformats.org/drawingml/2006/main">
              <a:ext uri="{FF2B5EF4-FFF2-40B4-BE49-F238E27FC236}">
                <a16:creationId xmlns:a16="http://schemas.microsoft.com/office/drawing/2014/main" id="{41154483-D724-4EDA-8873-83F5DE42C87B}"/>
              </a:ext>
            </a:extLst>
          </p:cNvPr>
          <p:cNvSpPr>
            <a:spLocks xmlns:a="http://schemas.openxmlformats.org/drawingml/2006/main" noGrp="1"/>
          </p:cNvSpPr>
          <p:nvPr/>
        </p:nvSpPr>
        <p:spPr>
          <a:xfrm xmlns:a="http://schemas.openxmlformats.org/drawingml/2006/main" flipV="1">
            <a:off x="5393055" y="3181375"/>
            <a:ext cx="127635" cy="5376"/>
          </a:xfrm>
          <a:prstGeom xmlns:a="http://schemas.openxmlformats.org/drawingml/2006/main" prst="line">
            <a:avLst/>
          </a:prstGeom>
          <a:ln xmlns:a="http://schemas.openxmlformats.org/drawingml/2006/main" w="50800">
            <a:solidFill>
              <a:srgbClr val="D71920"/>
            </a:solidFill>
          </a:ln>
        </p:spPr>
      </p:sp>
      <p:sp>
        <p:nvSpPr>
          <p:cNvPr id="173" name="Connector 173">
            <a:extLst xmlns:a="http://schemas.openxmlformats.org/drawingml/2006/main">
              <a:ext uri="{FF2B5EF4-FFF2-40B4-BE49-F238E27FC236}">
                <a16:creationId xmlns:a16="http://schemas.microsoft.com/office/drawing/2014/main" id="{35BEC851-EDC2-4755-BB0D-73A7CAC98FEA}"/>
              </a:ext>
            </a:extLst>
          </p:cNvPr>
          <p:cNvSpPr>
            <a:spLocks xmlns:a="http://schemas.openxmlformats.org/drawingml/2006/main" noGrp="1"/>
          </p:cNvSpPr>
          <p:nvPr/>
        </p:nvSpPr>
        <p:spPr>
          <a:xfrm xmlns:a="http://schemas.openxmlformats.org/drawingml/2006/main">
            <a:off x="5520690" y="3181375"/>
            <a:ext cx="127635" cy="1452"/>
          </a:xfrm>
          <a:prstGeom xmlns:a="http://schemas.openxmlformats.org/drawingml/2006/main" prst="line">
            <a:avLst/>
          </a:prstGeom>
          <a:ln xmlns:a="http://schemas.openxmlformats.org/drawingml/2006/main" w="50800">
            <a:solidFill>
              <a:srgbClr val="D71920"/>
            </a:solidFill>
          </a:ln>
        </p:spPr>
      </p:sp>
      <p:sp>
        <p:nvSpPr>
          <p:cNvPr id="174" name="Connector 174">
            <a:extLst xmlns:a="http://schemas.openxmlformats.org/drawingml/2006/main">
              <a:ext uri="{FF2B5EF4-FFF2-40B4-BE49-F238E27FC236}">
                <a16:creationId xmlns:a16="http://schemas.microsoft.com/office/drawing/2014/main" id="{E5B0FDB2-0E8F-4F10-A1E6-7D6CAD6D3A4C}"/>
              </a:ext>
            </a:extLst>
          </p:cNvPr>
          <p:cNvSpPr>
            <a:spLocks xmlns:a="http://schemas.openxmlformats.org/drawingml/2006/main" noGrp="1"/>
          </p:cNvSpPr>
          <p:nvPr/>
        </p:nvSpPr>
        <p:spPr>
          <a:xfrm xmlns:a="http://schemas.openxmlformats.org/drawingml/2006/main">
            <a:off x="5648325" y="3182826"/>
            <a:ext cx="127635" cy="8167"/>
          </a:xfrm>
          <a:prstGeom xmlns:a="http://schemas.openxmlformats.org/drawingml/2006/main" prst="line">
            <a:avLst/>
          </a:prstGeom>
          <a:ln xmlns:a="http://schemas.openxmlformats.org/drawingml/2006/main" w="50800">
            <a:solidFill>
              <a:srgbClr val="D71920"/>
            </a:solidFill>
          </a:ln>
        </p:spPr>
      </p:sp>
      <p:sp>
        <p:nvSpPr>
          <p:cNvPr id="175" name="Connector 175">
            <a:extLst xmlns:a="http://schemas.openxmlformats.org/drawingml/2006/main">
              <a:ext uri="{FF2B5EF4-FFF2-40B4-BE49-F238E27FC236}">
                <a16:creationId xmlns:a16="http://schemas.microsoft.com/office/drawing/2014/main" id="{E22A576E-0408-47DE-8F6A-F731B8994361}"/>
              </a:ext>
            </a:extLst>
          </p:cNvPr>
          <p:cNvSpPr>
            <a:spLocks xmlns:a="http://schemas.openxmlformats.org/drawingml/2006/main" noGrp="1"/>
          </p:cNvSpPr>
          <p:nvPr/>
        </p:nvSpPr>
        <p:spPr>
          <a:xfrm xmlns:a="http://schemas.openxmlformats.org/drawingml/2006/main">
            <a:off x="5775960" y="3190994"/>
            <a:ext cx="127635" cy="14710"/>
          </a:xfrm>
          <a:prstGeom xmlns:a="http://schemas.openxmlformats.org/drawingml/2006/main" prst="line">
            <a:avLst/>
          </a:prstGeom>
          <a:ln xmlns:a="http://schemas.openxmlformats.org/drawingml/2006/main" w="50800">
            <a:solidFill>
              <a:srgbClr val="D71920"/>
            </a:solidFill>
          </a:ln>
        </p:spPr>
      </p:sp>
      <p:sp>
        <p:nvSpPr>
          <p:cNvPr id="176" name="Connector 176">
            <a:extLst xmlns:a="http://schemas.openxmlformats.org/drawingml/2006/main">
              <a:ext uri="{FF2B5EF4-FFF2-40B4-BE49-F238E27FC236}">
                <a16:creationId xmlns:a16="http://schemas.microsoft.com/office/drawing/2014/main" id="{034F895A-F220-417A-BB0B-41FEF02CC5D8}"/>
              </a:ext>
            </a:extLst>
          </p:cNvPr>
          <p:cNvSpPr>
            <a:spLocks xmlns:a="http://schemas.openxmlformats.org/drawingml/2006/main" noGrp="1"/>
          </p:cNvSpPr>
          <p:nvPr/>
        </p:nvSpPr>
        <p:spPr>
          <a:xfrm xmlns:a="http://schemas.openxmlformats.org/drawingml/2006/main">
            <a:off x="5903595" y="3205704"/>
            <a:ext cx="127635" cy="21022"/>
          </a:xfrm>
          <a:prstGeom xmlns:a="http://schemas.openxmlformats.org/drawingml/2006/main" prst="line">
            <a:avLst/>
          </a:prstGeom>
          <a:ln xmlns:a="http://schemas.openxmlformats.org/drawingml/2006/main" w="50800">
            <a:solidFill>
              <a:srgbClr val="D71920"/>
            </a:solidFill>
          </a:ln>
        </p:spPr>
      </p:sp>
      <p:sp>
        <p:nvSpPr>
          <p:cNvPr id="177" name="Connector 177">
            <a:extLst xmlns:a="http://schemas.openxmlformats.org/drawingml/2006/main">
              <a:ext uri="{FF2B5EF4-FFF2-40B4-BE49-F238E27FC236}">
                <a16:creationId xmlns:a16="http://schemas.microsoft.com/office/drawing/2014/main" id="{F4A7F0F0-0231-4375-B158-4FA36B80B686}"/>
              </a:ext>
            </a:extLst>
          </p:cNvPr>
          <p:cNvSpPr>
            <a:spLocks xmlns:a="http://schemas.openxmlformats.org/drawingml/2006/main" noGrp="1"/>
          </p:cNvSpPr>
          <p:nvPr/>
        </p:nvSpPr>
        <p:spPr>
          <a:xfrm xmlns:a="http://schemas.openxmlformats.org/drawingml/2006/main">
            <a:off x="6031230" y="3226726"/>
            <a:ext cx="127635" cy="27050"/>
          </a:xfrm>
          <a:prstGeom xmlns:a="http://schemas.openxmlformats.org/drawingml/2006/main" prst="line">
            <a:avLst/>
          </a:prstGeom>
          <a:ln xmlns:a="http://schemas.openxmlformats.org/drawingml/2006/main" w="50800">
            <a:solidFill>
              <a:srgbClr val="D71920"/>
            </a:solidFill>
          </a:ln>
        </p:spPr>
      </p:sp>
      <p:sp>
        <p:nvSpPr>
          <p:cNvPr id="178" name="Connector 178">
            <a:extLst xmlns:a="http://schemas.openxmlformats.org/drawingml/2006/main">
              <a:ext uri="{FF2B5EF4-FFF2-40B4-BE49-F238E27FC236}">
                <a16:creationId xmlns:a16="http://schemas.microsoft.com/office/drawing/2014/main" id="{E6174C26-396B-4ABF-8A73-28904FA0C655}"/>
              </a:ext>
            </a:extLst>
          </p:cNvPr>
          <p:cNvSpPr>
            <a:spLocks xmlns:a="http://schemas.openxmlformats.org/drawingml/2006/main" noGrp="1"/>
          </p:cNvSpPr>
          <p:nvPr/>
        </p:nvSpPr>
        <p:spPr>
          <a:xfrm xmlns:a="http://schemas.openxmlformats.org/drawingml/2006/main">
            <a:off x="6158865" y="3253776"/>
            <a:ext cx="127635" cy="32746"/>
          </a:xfrm>
          <a:prstGeom xmlns:a="http://schemas.openxmlformats.org/drawingml/2006/main" prst="line">
            <a:avLst/>
          </a:prstGeom>
          <a:ln xmlns:a="http://schemas.openxmlformats.org/drawingml/2006/main" w="50800">
            <a:solidFill>
              <a:srgbClr val="D71920"/>
            </a:solidFill>
          </a:ln>
        </p:spPr>
      </p:sp>
      <p:sp>
        <p:nvSpPr>
          <p:cNvPr id="179" name="Connector 179">
            <a:extLst xmlns:a="http://schemas.openxmlformats.org/drawingml/2006/main">
              <a:ext uri="{FF2B5EF4-FFF2-40B4-BE49-F238E27FC236}">
                <a16:creationId xmlns:a16="http://schemas.microsoft.com/office/drawing/2014/main" id="{4A895BDE-EF7D-43A8-BCB9-33CCAA64778B}"/>
              </a:ext>
            </a:extLst>
          </p:cNvPr>
          <p:cNvSpPr>
            <a:spLocks xmlns:a="http://schemas.openxmlformats.org/drawingml/2006/main" noGrp="1"/>
          </p:cNvSpPr>
          <p:nvPr/>
        </p:nvSpPr>
        <p:spPr>
          <a:xfrm xmlns:a="http://schemas.openxmlformats.org/drawingml/2006/main">
            <a:off x="6286500" y="3286522"/>
            <a:ext cx="127635" cy="38063"/>
          </a:xfrm>
          <a:prstGeom xmlns:a="http://schemas.openxmlformats.org/drawingml/2006/main" prst="line">
            <a:avLst/>
          </a:prstGeom>
          <a:ln xmlns:a="http://schemas.openxmlformats.org/drawingml/2006/main" w="50800">
            <a:solidFill>
              <a:srgbClr val="D71920"/>
            </a:solidFill>
          </a:ln>
        </p:spPr>
      </p:sp>
      <p:sp>
        <p:nvSpPr>
          <p:cNvPr id="180" name="Connector 180">
            <a:extLst xmlns:a="http://schemas.openxmlformats.org/drawingml/2006/main">
              <a:ext uri="{FF2B5EF4-FFF2-40B4-BE49-F238E27FC236}">
                <a16:creationId xmlns:a16="http://schemas.microsoft.com/office/drawing/2014/main" id="{AB5B1277-1A4A-4535-8D47-CA56CBF5094B}"/>
              </a:ext>
            </a:extLst>
          </p:cNvPr>
          <p:cNvSpPr>
            <a:spLocks xmlns:a="http://schemas.openxmlformats.org/drawingml/2006/main" noGrp="1"/>
          </p:cNvSpPr>
          <p:nvPr/>
        </p:nvSpPr>
        <p:spPr>
          <a:xfrm xmlns:a="http://schemas.openxmlformats.org/drawingml/2006/main">
            <a:off x="6414135" y="3324585"/>
            <a:ext cx="127635" cy="42962"/>
          </a:xfrm>
          <a:prstGeom xmlns:a="http://schemas.openxmlformats.org/drawingml/2006/main" prst="line">
            <a:avLst/>
          </a:prstGeom>
          <a:ln xmlns:a="http://schemas.openxmlformats.org/drawingml/2006/main" w="50800">
            <a:solidFill>
              <a:srgbClr val="D71920"/>
            </a:solidFill>
          </a:ln>
        </p:spPr>
      </p:sp>
      <p:sp>
        <p:nvSpPr>
          <p:cNvPr id="181" name="Connector 181">
            <a:extLst xmlns:a="http://schemas.openxmlformats.org/drawingml/2006/main">
              <a:ext uri="{FF2B5EF4-FFF2-40B4-BE49-F238E27FC236}">
                <a16:creationId xmlns:a16="http://schemas.microsoft.com/office/drawing/2014/main" id="{E1111D2B-6766-47CB-9500-84081B23E69F}"/>
              </a:ext>
            </a:extLst>
          </p:cNvPr>
          <p:cNvSpPr>
            <a:spLocks xmlns:a="http://schemas.openxmlformats.org/drawingml/2006/main" noGrp="1"/>
          </p:cNvSpPr>
          <p:nvPr/>
        </p:nvSpPr>
        <p:spPr>
          <a:xfrm xmlns:a="http://schemas.openxmlformats.org/drawingml/2006/main">
            <a:off x="6541770" y="3367547"/>
            <a:ext cx="127635" cy="47409"/>
          </a:xfrm>
          <a:prstGeom xmlns:a="http://schemas.openxmlformats.org/drawingml/2006/main" prst="line">
            <a:avLst/>
          </a:prstGeom>
          <a:ln xmlns:a="http://schemas.openxmlformats.org/drawingml/2006/main" w="50800">
            <a:solidFill>
              <a:srgbClr val="D71920"/>
            </a:solidFill>
          </a:ln>
        </p:spPr>
      </p:sp>
      <p:sp>
        <p:nvSpPr>
          <p:cNvPr id="182" name="Connector 182">
            <a:extLst xmlns:a="http://schemas.openxmlformats.org/drawingml/2006/main">
              <a:ext uri="{FF2B5EF4-FFF2-40B4-BE49-F238E27FC236}">
                <a16:creationId xmlns:a16="http://schemas.microsoft.com/office/drawing/2014/main" id="{1ABF3524-955B-4776-BB11-2112EBC33983}"/>
              </a:ext>
            </a:extLst>
          </p:cNvPr>
          <p:cNvSpPr>
            <a:spLocks xmlns:a="http://schemas.openxmlformats.org/drawingml/2006/main" noGrp="1"/>
          </p:cNvSpPr>
          <p:nvPr/>
        </p:nvSpPr>
        <p:spPr>
          <a:xfrm xmlns:a="http://schemas.openxmlformats.org/drawingml/2006/main">
            <a:off x="6669405" y="3414957"/>
            <a:ext cx="127635" cy="51375"/>
          </a:xfrm>
          <a:prstGeom xmlns:a="http://schemas.openxmlformats.org/drawingml/2006/main" prst="line">
            <a:avLst/>
          </a:prstGeom>
          <a:ln xmlns:a="http://schemas.openxmlformats.org/drawingml/2006/main" w="50800">
            <a:solidFill>
              <a:srgbClr val="D71920"/>
            </a:solidFill>
          </a:ln>
        </p:spPr>
      </p:sp>
      <p:sp>
        <p:nvSpPr>
          <p:cNvPr id="183" name="Connector 183">
            <a:extLst xmlns:a="http://schemas.openxmlformats.org/drawingml/2006/main">
              <a:ext uri="{FF2B5EF4-FFF2-40B4-BE49-F238E27FC236}">
                <a16:creationId xmlns:a16="http://schemas.microsoft.com/office/drawing/2014/main" id="{0B9189AC-4169-48F9-9A1B-2790C567A2FF}"/>
              </a:ext>
            </a:extLst>
          </p:cNvPr>
          <p:cNvSpPr>
            <a:spLocks xmlns:a="http://schemas.openxmlformats.org/drawingml/2006/main" noGrp="1"/>
          </p:cNvSpPr>
          <p:nvPr/>
        </p:nvSpPr>
        <p:spPr>
          <a:xfrm xmlns:a="http://schemas.openxmlformats.org/drawingml/2006/main">
            <a:off x="6797040" y="3466331"/>
            <a:ext cx="127635" cy="54834"/>
          </a:xfrm>
          <a:prstGeom xmlns:a="http://schemas.openxmlformats.org/drawingml/2006/main" prst="line">
            <a:avLst/>
          </a:prstGeom>
          <a:ln xmlns:a="http://schemas.openxmlformats.org/drawingml/2006/main" w="50800">
            <a:solidFill>
              <a:srgbClr val="D71920"/>
            </a:solidFill>
          </a:ln>
        </p:spPr>
      </p:sp>
      <p:sp>
        <p:nvSpPr>
          <p:cNvPr id="184" name="Connector 184">
            <a:extLst xmlns:a="http://schemas.openxmlformats.org/drawingml/2006/main">
              <a:ext uri="{FF2B5EF4-FFF2-40B4-BE49-F238E27FC236}">
                <a16:creationId xmlns:a16="http://schemas.microsoft.com/office/drawing/2014/main" id="{37E69C65-2372-4B23-8BBC-CB6022ECFF38}"/>
              </a:ext>
            </a:extLst>
          </p:cNvPr>
          <p:cNvSpPr>
            <a:spLocks xmlns:a="http://schemas.openxmlformats.org/drawingml/2006/main" noGrp="1"/>
          </p:cNvSpPr>
          <p:nvPr/>
        </p:nvSpPr>
        <p:spPr>
          <a:xfrm xmlns:a="http://schemas.openxmlformats.org/drawingml/2006/main">
            <a:off x="6924675" y="3521165"/>
            <a:ext cx="127635" cy="57769"/>
          </a:xfrm>
          <a:prstGeom xmlns:a="http://schemas.openxmlformats.org/drawingml/2006/main" prst="line">
            <a:avLst/>
          </a:prstGeom>
          <a:ln xmlns:a="http://schemas.openxmlformats.org/drawingml/2006/main" w="50800">
            <a:solidFill>
              <a:srgbClr val="D71920"/>
            </a:solidFill>
          </a:ln>
        </p:spPr>
      </p:sp>
      <p:sp>
        <p:nvSpPr>
          <p:cNvPr id="185" name="Connector 185">
            <a:extLst xmlns:a="http://schemas.openxmlformats.org/drawingml/2006/main">
              <a:ext uri="{FF2B5EF4-FFF2-40B4-BE49-F238E27FC236}">
                <a16:creationId xmlns:a16="http://schemas.microsoft.com/office/drawing/2014/main" id="{708C1273-F69B-4B62-B1F6-B24FF4C7680E}"/>
              </a:ext>
            </a:extLst>
          </p:cNvPr>
          <p:cNvSpPr>
            <a:spLocks xmlns:a="http://schemas.openxmlformats.org/drawingml/2006/main" noGrp="1"/>
          </p:cNvSpPr>
          <p:nvPr/>
        </p:nvSpPr>
        <p:spPr>
          <a:xfrm xmlns:a="http://schemas.openxmlformats.org/drawingml/2006/main">
            <a:off x="7052310" y="3578933"/>
            <a:ext cx="127635" cy="60166"/>
          </a:xfrm>
          <a:prstGeom xmlns:a="http://schemas.openxmlformats.org/drawingml/2006/main" prst="line">
            <a:avLst/>
          </a:prstGeom>
          <a:ln xmlns:a="http://schemas.openxmlformats.org/drawingml/2006/main" w="50800">
            <a:solidFill>
              <a:srgbClr val="D71920"/>
            </a:solidFill>
          </a:ln>
        </p:spPr>
      </p:sp>
      <p:sp>
        <p:nvSpPr>
          <p:cNvPr id="186" name="Connector 186">
            <a:extLst xmlns:a="http://schemas.openxmlformats.org/drawingml/2006/main">
              <a:ext uri="{FF2B5EF4-FFF2-40B4-BE49-F238E27FC236}">
                <a16:creationId xmlns:a16="http://schemas.microsoft.com/office/drawing/2014/main" id="{CA3BB553-404B-4F32-A660-06BFBCDCB05A}"/>
              </a:ext>
            </a:extLst>
          </p:cNvPr>
          <p:cNvSpPr>
            <a:spLocks xmlns:a="http://schemas.openxmlformats.org/drawingml/2006/main" noGrp="1"/>
          </p:cNvSpPr>
          <p:nvPr/>
        </p:nvSpPr>
        <p:spPr>
          <a:xfrm xmlns:a="http://schemas.openxmlformats.org/drawingml/2006/main">
            <a:off x="7179945" y="3639100"/>
            <a:ext cx="127635" cy="62020"/>
          </a:xfrm>
          <a:prstGeom xmlns:a="http://schemas.openxmlformats.org/drawingml/2006/main" prst="line">
            <a:avLst/>
          </a:prstGeom>
          <a:ln xmlns:a="http://schemas.openxmlformats.org/drawingml/2006/main" w="50800">
            <a:solidFill>
              <a:srgbClr val="D71920"/>
            </a:solidFill>
          </a:ln>
        </p:spPr>
      </p:sp>
      <p:sp>
        <p:nvSpPr>
          <p:cNvPr id="187" name="Connector 187">
            <a:extLst xmlns:a="http://schemas.openxmlformats.org/drawingml/2006/main">
              <a:ext uri="{FF2B5EF4-FFF2-40B4-BE49-F238E27FC236}">
                <a16:creationId xmlns:a16="http://schemas.microsoft.com/office/drawing/2014/main" id="{0C6BABE7-B58C-4BE3-B2DD-0837CFD99D75}"/>
              </a:ext>
            </a:extLst>
          </p:cNvPr>
          <p:cNvSpPr>
            <a:spLocks xmlns:a="http://schemas.openxmlformats.org/drawingml/2006/main" noGrp="1"/>
          </p:cNvSpPr>
          <p:nvPr/>
        </p:nvSpPr>
        <p:spPr>
          <a:xfrm xmlns:a="http://schemas.openxmlformats.org/drawingml/2006/main">
            <a:off x="7307580" y="3701119"/>
            <a:ext cx="127635" cy="63328"/>
          </a:xfrm>
          <a:prstGeom xmlns:a="http://schemas.openxmlformats.org/drawingml/2006/main" prst="line">
            <a:avLst/>
          </a:prstGeom>
          <a:ln xmlns:a="http://schemas.openxmlformats.org/drawingml/2006/main" w="50800">
            <a:solidFill>
              <a:srgbClr val="D71920"/>
            </a:solidFill>
          </a:ln>
        </p:spPr>
      </p:sp>
      <p:sp>
        <p:nvSpPr>
          <p:cNvPr id="188" name="Connector 188">
            <a:extLst xmlns:a="http://schemas.openxmlformats.org/drawingml/2006/main">
              <a:ext uri="{FF2B5EF4-FFF2-40B4-BE49-F238E27FC236}">
                <a16:creationId xmlns:a16="http://schemas.microsoft.com/office/drawing/2014/main" id="{26448C7B-098E-42C1-9233-E42FB409E0C6}"/>
              </a:ext>
            </a:extLst>
          </p:cNvPr>
          <p:cNvSpPr>
            <a:spLocks xmlns:a="http://schemas.openxmlformats.org/drawingml/2006/main" noGrp="1"/>
          </p:cNvSpPr>
          <p:nvPr/>
        </p:nvSpPr>
        <p:spPr>
          <a:xfrm xmlns:a="http://schemas.openxmlformats.org/drawingml/2006/main">
            <a:off x="7435215" y="3764447"/>
            <a:ext cx="127635" cy="64094"/>
          </a:xfrm>
          <a:prstGeom xmlns:a="http://schemas.openxmlformats.org/drawingml/2006/main" prst="line">
            <a:avLst/>
          </a:prstGeom>
          <a:ln xmlns:a="http://schemas.openxmlformats.org/drawingml/2006/main" w="50800">
            <a:solidFill>
              <a:srgbClr val="D71920"/>
            </a:solidFill>
          </a:ln>
        </p:spPr>
      </p:sp>
      <p:sp>
        <p:nvSpPr>
          <p:cNvPr id="189" name="Connector 189">
            <a:extLst xmlns:a="http://schemas.openxmlformats.org/drawingml/2006/main">
              <a:ext uri="{FF2B5EF4-FFF2-40B4-BE49-F238E27FC236}">
                <a16:creationId xmlns:a16="http://schemas.microsoft.com/office/drawing/2014/main" id="{EB71E8BB-B531-4EDD-A7C3-8B5F823875B7}"/>
              </a:ext>
            </a:extLst>
          </p:cNvPr>
          <p:cNvSpPr>
            <a:spLocks xmlns:a="http://schemas.openxmlformats.org/drawingml/2006/main" noGrp="1"/>
          </p:cNvSpPr>
          <p:nvPr/>
        </p:nvSpPr>
        <p:spPr>
          <a:xfrm xmlns:a="http://schemas.openxmlformats.org/drawingml/2006/main">
            <a:off x="7562850" y="3828541"/>
            <a:ext cx="127635" cy="64329"/>
          </a:xfrm>
          <a:prstGeom xmlns:a="http://schemas.openxmlformats.org/drawingml/2006/main" prst="line">
            <a:avLst/>
          </a:prstGeom>
          <a:ln xmlns:a="http://schemas.openxmlformats.org/drawingml/2006/main" w="50800">
            <a:solidFill>
              <a:srgbClr val="D71920"/>
            </a:solidFill>
          </a:ln>
        </p:spPr>
      </p:sp>
      <p:sp>
        <p:nvSpPr>
          <p:cNvPr id="190" name="Connector 190">
            <a:extLst xmlns:a="http://schemas.openxmlformats.org/drawingml/2006/main">
              <a:ext uri="{FF2B5EF4-FFF2-40B4-BE49-F238E27FC236}">
                <a16:creationId xmlns:a16="http://schemas.microsoft.com/office/drawing/2014/main" id="{E49C8AE7-8BE2-4BB3-8029-003E1EE61F2D}"/>
              </a:ext>
            </a:extLst>
          </p:cNvPr>
          <p:cNvSpPr>
            <a:spLocks xmlns:a="http://schemas.openxmlformats.org/drawingml/2006/main" noGrp="1"/>
          </p:cNvSpPr>
          <p:nvPr/>
        </p:nvSpPr>
        <p:spPr>
          <a:xfrm xmlns:a="http://schemas.openxmlformats.org/drawingml/2006/main">
            <a:off x="7690485" y="3892871"/>
            <a:ext cx="127635" cy="64048"/>
          </a:xfrm>
          <a:prstGeom xmlns:a="http://schemas.openxmlformats.org/drawingml/2006/main" prst="line">
            <a:avLst/>
          </a:prstGeom>
          <a:ln xmlns:a="http://schemas.openxmlformats.org/drawingml/2006/main" w="50800">
            <a:solidFill>
              <a:srgbClr val="D71920"/>
            </a:solidFill>
          </a:ln>
        </p:spPr>
      </p:sp>
      <p:sp>
        <p:nvSpPr>
          <p:cNvPr id="191" name="Connector 191">
            <a:extLst xmlns:a="http://schemas.openxmlformats.org/drawingml/2006/main">
              <a:ext uri="{FF2B5EF4-FFF2-40B4-BE49-F238E27FC236}">
                <a16:creationId xmlns:a16="http://schemas.microsoft.com/office/drawing/2014/main" id="{B66CDDF3-E0C6-4DBD-9725-34F2231F452D}"/>
              </a:ext>
            </a:extLst>
          </p:cNvPr>
          <p:cNvSpPr>
            <a:spLocks xmlns:a="http://schemas.openxmlformats.org/drawingml/2006/main" noGrp="1"/>
          </p:cNvSpPr>
          <p:nvPr/>
        </p:nvSpPr>
        <p:spPr>
          <a:xfrm xmlns:a="http://schemas.openxmlformats.org/drawingml/2006/main">
            <a:off x="7818120" y="3956919"/>
            <a:ext cx="127635" cy="63271"/>
          </a:xfrm>
          <a:prstGeom xmlns:a="http://schemas.openxmlformats.org/drawingml/2006/main" prst="line">
            <a:avLst/>
          </a:prstGeom>
          <a:ln xmlns:a="http://schemas.openxmlformats.org/drawingml/2006/main" w="50800">
            <a:solidFill>
              <a:srgbClr val="D71920"/>
            </a:solidFill>
          </a:ln>
        </p:spPr>
      </p:sp>
      <p:sp>
        <p:nvSpPr>
          <p:cNvPr id="192" name="Connector 192">
            <a:extLst xmlns:a="http://schemas.openxmlformats.org/drawingml/2006/main">
              <a:ext uri="{FF2B5EF4-FFF2-40B4-BE49-F238E27FC236}">
                <a16:creationId xmlns:a16="http://schemas.microsoft.com/office/drawing/2014/main" id="{758AE792-8626-4B3F-BC66-B4B9A6A09B7F}"/>
              </a:ext>
            </a:extLst>
          </p:cNvPr>
          <p:cNvSpPr>
            <a:spLocks xmlns:a="http://schemas.openxmlformats.org/drawingml/2006/main" noGrp="1"/>
          </p:cNvSpPr>
          <p:nvPr/>
        </p:nvSpPr>
        <p:spPr>
          <a:xfrm xmlns:a="http://schemas.openxmlformats.org/drawingml/2006/main">
            <a:off x="7945755" y="4020189"/>
            <a:ext cx="127635" cy="62022"/>
          </a:xfrm>
          <a:prstGeom xmlns:a="http://schemas.openxmlformats.org/drawingml/2006/main" prst="line">
            <a:avLst/>
          </a:prstGeom>
          <a:ln xmlns:a="http://schemas.openxmlformats.org/drawingml/2006/main" w="50800">
            <a:solidFill>
              <a:srgbClr val="D71920"/>
            </a:solidFill>
          </a:ln>
        </p:spPr>
      </p:sp>
      <p:sp>
        <p:nvSpPr>
          <p:cNvPr id="193" name="Connector 193">
            <a:extLst xmlns:a="http://schemas.openxmlformats.org/drawingml/2006/main">
              <a:ext uri="{FF2B5EF4-FFF2-40B4-BE49-F238E27FC236}">
                <a16:creationId xmlns:a16="http://schemas.microsoft.com/office/drawing/2014/main" id="{E9677E45-7835-48E0-A115-E4B7AFAB11D0}"/>
              </a:ext>
            </a:extLst>
          </p:cNvPr>
          <p:cNvSpPr>
            <a:spLocks xmlns:a="http://schemas.openxmlformats.org/drawingml/2006/main" noGrp="1"/>
          </p:cNvSpPr>
          <p:nvPr/>
        </p:nvSpPr>
        <p:spPr>
          <a:xfrm xmlns:a="http://schemas.openxmlformats.org/drawingml/2006/main">
            <a:off x="8073390" y="4082212"/>
            <a:ext cx="127635" cy="60333"/>
          </a:xfrm>
          <a:prstGeom xmlns:a="http://schemas.openxmlformats.org/drawingml/2006/main" prst="line">
            <a:avLst/>
          </a:prstGeom>
          <a:ln xmlns:a="http://schemas.openxmlformats.org/drawingml/2006/main" w="50800">
            <a:solidFill>
              <a:srgbClr val="D71920"/>
            </a:solidFill>
          </a:ln>
        </p:spPr>
      </p:sp>
      <p:sp>
        <p:nvSpPr>
          <p:cNvPr id="194" name="Connector 194">
            <a:extLst xmlns:a="http://schemas.openxmlformats.org/drawingml/2006/main">
              <a:ext uri="{FF2B5EF4-FFF2-40B4-BE49-F238E27FC236}">
                <a16:creationId xmlns:a16="http://schemas.microsoft.com/office/drawing/2014/main" id="{5B593285-914D-4703-8C37-3B6282617923}"/>
              </a:ext>
            </a:extLst>
          </p:cNvPr>
          <p:cNvSpPr>
            <a:spLocks xmlns:a="http://schemas.openxmlformats.org/drawingml/2006/main" noGrp="1"/>
          </p:cNvSpPr>
          <p:nvPr/>
        </p:nvSpPr>
        <p:spPr>
          <a:xfrm xmlns:a="http://schemas.openxmlformats.org/drawingml/2006/main">
            <a:off x="8201025" y="4142545"/>
            <a:ext cx="127635" cy="58238"/>
          </a:xfrm>
          <a:prstGeom xmlns:a="http://schemas.openxmlformats.org/drawingml/2006/main" prst="line">
            <a:avLst/>
          </a:prstGeom>
          <a:ln xmlns:a="http://schemas.openxmlformats.org/drawingml/2006/main" w="50800">
            <a:solidFill>
              <a:srgbClr val="D71920"/>
            </a:solidFill>
          </a:ln>
        </p:spPr>
      </p:sp>
      <p:sp>
        <p:nvSpPr>
          <p:cNvPr id="195" name="Connector 195">
            <a:extLst xmlns:a="http://schemas.openxmlformats.org/drawingml/2006/main">
              <a:ext uri="{FF2B5EF4-FFF2-40B4-BE49-F238E27FC236}">
                <a16:creationId xmlns:a16="http://schemas.microsoft.com/office/drawing/2014/main" id="{96BB9225-A610-4A0D-92ED-DED666E0B3A2}"/>
              </a:ext>
            </a:extLst>
          </p:cNvPr>
          <p:cNvSpPr>
            <a:spLocks xmlns:a="http://schemas.openxmlformats.org/drawingml/2006/main" noGrp="1"/>
          </p:cNvSpPr>
          <p:nvPr/>
        </p:nvSpPr>
        <p:spPr>
          <a:xfrm xmlns:a="http://schemas.openxmlformats.org/drawingml/2006/main">
            <a:off x="8328660" y="4200783"/>
            <a:ext cx="127635" cy="55774"/>
          </a:xfrm>
          <a:prstGeom xmlns:a="http://schemas.openxmlformats.org/drawingml/2006/main" prst="line">
            <a:avLst/>
          </a:prstGeom>
          <a:ln xmlns:a="http://schemas.openxmlformats.org/drawingml/2006/main" w="50800">
            <a:solidFill>
              <a:srgbClr val="D71920"/>
            </a:solidFill>
          </a:ln>
        </p:spPr>
      </p:sp>
      <p:sp>
        <p:nvSpPr>
          <p:cNvPr id="196" name="Connector 196">
            <a:extLst xmlns:a="http://schemas.openxmlformats.org/drawingml/2006/main">
              <a:ext uri="{FF2B5EF4-FFF2-40B4-BE49-F238E27FC236}">
                <a16:creationId xmlns:a16="http://schemas.microsoft.com/office/drawing/2014/main" id="{15D67AE0-4A37-4A85-BD40-B2D800D9319D}"/>
              </a:ext>
            </a:extLst>
          </p:cNvPr>
          <p:cNvSpPr>
            <a:spLocks xmlns:a="http://schemas.openxmlformats.org/drawingml/2006/main" noGrp="1"/>
          </p:cNvSpPr>
          <p:nvPr/>
        </p:nvSpPr>
        <p:spPr>
          <a:xfrm xmlns:a="http://schemas.openxmlformats.org/drawingml/2006/main">
            <a:off x="8456295" y="4256557"/>
            <a:ext cx="127635" cy="52985"/>
          </a:xfrm>
          <a:prstGeom xmlns:a="http://schemas.openxmlformats.org/drawingml/2006/main" prst="line">
            <a:avLst/>
          </a:prstGeom>
          <a:ln xmlns:a="http://schemas.openxmlformats.org/drawingml/2006/main" w="50800">
            <a:solidFill>
              <a:srgbClr val="D71920"/>
            </a:solidFill>
          </a:ln>
        </p:spPr>
      </p:sp>
      <p:sp>
        <p:nvSpPr>
          <p:cNvPr id="197" name="Connector 197">
            <a:extLst xmlns:a="http://schemas.openxmlformats.org/drawingml/2006/main">
              <a:ext uri="{FF2B5EF4-FFF2-40B4-BE49-F238E27FC236}">
                <a16:creationId xmlns:a16="http://schemas.microsoft.com/office/drawing/2014/main" id="{8A7E3F86-AEB0-4126-9BF4-98AE4B21356F}"/>
              </a:ext>
            </a:extLst>
          </p:cNvPr>
          <p:cNvSpPr>
            <a:spLocks xmlns:a="http://schemas.openxmlformats.org/drawingml/2006/main" noGrp="1"/>
          </p:cNvSpPr>
          <p:nvPr/>
        </p:nvSpPr>
        <p:spPr>
          <a:xfrm xmlns:a="http://schemas.openxmlformats.org/drawingml/2006/main">
            <a:off x="8583930" y="4309542"/>
            <a:ext cx="127635" cy="49914"/>
          </a:xfrm>
          <a:prstGeom xmlns:a="http://schemas.openxmlformats.org/drawingml/2006/main" prst="line">
            <a:avLst/>
          </a:prstGeom>
          <a:ln xmlns:a="http://schemas.openxmlformats.org/drawingml/2006/main" w="50800">
            <a:solidFill>
              <a:srgbClr val="D71920"/>
            </a:solidFill>
          </a:ln>
        </p:spPr>
      </p:sp>
      <p:sp>
        <p:nvSpPr>
          <p:cNvPr id="198" name="Connector 198">
            <a:extLst xmlns:a="http://schemas.openxmlformats.org/drawingml/2006/main">
              <a:ext uri="{FF2B5EF4-FFF2-40B4-BE49-F238E27FC236}">
                <a16:creationId xmlns:a16="http://schemas.microsoft.com/office/drawing/2014/main" id="{79DB9DFE-473C-4DD2-B912-4DF64C352433}"/>
              </a:ext>
            </a:extLst>
          </p:cNvPr>
          <p:cNvSpPr>
            <a:spLocks xmlns:a="http://schemas.openxmlformats.org/drawingml/2006/main" noGrp="1"/>
          </p:cNvSpPr>
          <p:nvPr/>
        </p:nvSpPr>
        <p:spPr>
          <a:xfrm xmlns:a="http://schemas.openxmlformats.org/drawingml/2006/main">
            <a:off x="8711565" y="4359456"/>
            <a:ext cx="127635" cy="46610"/>
          </a:xfrm>
          <a:prstGeom xmlns:a="http://schemas.openxmlformats.org/drawingml/2006/main" prst="line">
            <a:avLst/>
          </a:prstGeom>
          <a:ln xmlns:a="http://schemas.openxmlformats.org/drawingml/2006/main" w="50800">
            <a:solidFill>
              <a:srgbClr val="D71920"/>
            </a:solidFill>
          </a:ln>
        </p:spPr>
      </p:sp>
      <p:sp>
        <p:nvSpPr>
          <p:cNvPr id="199" name="Connector 199">
            <a:extLst xmlns:a="http://schemas.openxmlformats.org/drawingml/2006/main">
              <a:ext uri="{FF2B5EF4-FFF2-40B4-BE49-F238E27FC236}">
                <a16:creationId xmlns:a16="http://schemas.microsoft.com/office/drawing/2014/main" id="{1572C667-339E-4B4A-9E06-E2D27FA3006B}"/>
              </a:ext>
            </a:extLst>
          </p:cNvPr>
          <p:cNvSpPr>
            <a:spLocks xmlns:a="http://schemas.openxmlformats.org/drawingml/2006/main" noGrp="1"/>
          </p:cNvSpPr>
          <p:nvPr/>
        </p:nvSpPr>
        <p:spPr>
          <a:xfrm xmlns:a="http://schemas.openxmlformats.org/drawingml/2006/main">
            <a:off x="8839200" y="4406066"/>
            <a:ext cx="127635" cy="43123"/>
          </a:xfrm>
          <a:prstGeom xmlns:a="http://schemas.openxmlformats.org/drawingml/2006/main" prst="line">
            <a:avLst/>
          </a:prstGeom>
          <a:ln xmlns:a="http://schemas.openxmlformats.org/drawingml/2006/main" w="50800">
            <a:solidFill>
              <a:srgbClr val="D71920"/>
            </a:solidFill>
          </a:ln>
        </p:spPr>
      </p:sp>
      <p:sp>
        <p:nvSpPr>
          <p:cNvPr id="200" name="Connector 200">
            <a:extLst xmlns:a="http://schemas.openxmlformats.org/drawingml/2006/main">
              <a:ext uri="{FF2B5EF4-FFF2-40B4-BE49-F238E27FC236}">
                <a16:creationId xmlns:a16="http://schemas.microsoft.com/office/drawing/2014/main" id="{4C15806B-CBEB-414D-B643-B6F2C3F3DA29}"/>
              </a:ext>
            </a:extLst>
          </p:cNvPr>
          <p:cNvSpPr>
            <a:spLocks xmlns:a="http://schemas.openxmlformats.org/drawingml/2006/main" noGrp="1"/>
          </p:cNvSpPr>
          <p:nvPr/>
        </p:nvSpPr>
        <p:spPr>
          <a:xfrm xmlns:a="http://schemas.openxmlformats.org/drawingml/2006/main">
            <a:off x="8966835" y="4449189"/>
            <a:ext cx="127635" cy="39503"/>
          </a:xfrm>
          <a:prstGeom xmlns:a="http://schemas.openxmlformats.org/drawingml/2006/main" prst="line">
            <a:avLst/>
          </a:prstGeom>
          <a:ln xmlns:a="http://schemas.openxmlformats.org/drawingml/2006/main" w="50800">
            <a:solidFill>
              <a:srgbClr val="D71920"/>
            </a:solidFill>
          </a:ln>
        </p:spPr>
      </p:sp>
      <p:sp>
        <p:nvSpPr>
          <p:cNvPr id="201" name="Connector 201">
            <a:extLst xmlns:a="http://schemas.openxmlformats.org/drawingml/2006/main">
              <a:ext uri="{FF2B5EF4-FFF2-40B4-BE49-F238E27FC236}">
                <a16:creationId xmlns:a16="http://schemas.microsoft.com/office/drawing/2014/main" id="{A7C73C61-A1B0-4620-80C1-A0EF41D51FC9}"/>
              </a:ext>
            </a:extLst>
          </p:cNvPr>
          <p:cNvSpPr>
            <a:spLocks xmlns:a="http://schemas.openxmlformats.org/drawingml/2006/main" noGrp="1"/>
          </p:cNvSpPr>
          <p:nvPr/>
        </p:nvSpPr>
        <p:spPr>
          <a:xfrm xmlns:a="http://schemas.openxmlformats.org/drawingml/2006/main">
            <a:off x="9094470" y="4488692"/>
            <a:ext cx="127635" cy="35804"/>
          </a:xfrm>
          <a:prstGeom xmlns:a="http://schemas.openxmlformats.org/drawingml/2006/main" prst="line">
            <a:avLst/>
          </a:prstGeom>
          <a:ln xmlns:a="http://schemas.openxmlformats.org/drawingml/2006/main" w="50800">
            <a:solidFill>
              <a:srgbClr val="D71920"/>
            </a:solidFill>
          </a:ln>
        </p:spPr>
      </p:sp>
      <p:sp>
        <p:nvSpPr>
          <p:cNvPr id="202" name="Connector 202">
            <a:extLst xmlns:a="http://schemas.openxmlformats.org/drawingml/2006/main">
              <a:ext uri="{FF2B5EF4-FFF2-40B4-BE49-F238E27FC236}">
                <a16:creationId xmlns:a16="http://schemas.microsoft.com/office/drawing/2014/main" id="{EDC92698-BCDB-4C61-A358-3B27603BDEA1}"/>
              </a:ext>
            </a:extLst>
          </p:cNvPr>
          <p:cNvSpPr>
            <a:spLocks xmlns:a="http://schemas.openxmlformats.org/drawingml/2006/main" noGrp="1"/>
          </p:cNvSpPr>
          <p:nvPr/>
        </p:nvSpPr>
        <p:spPr>
          <a:xfrm xmlns:a="http://schemas.openxmlformats.org/drawingml/2006/main">
            <a:off x="9222105" y="4524496"/>
            <a:ext cx="127635" cy="32079"/>
          </a:xfrm>
          <a:prstGeom xmlns:a="http://schemas.openxmlformats.org/drawingml/2006/main" prst="line">
            <a:avLst/>
          </a:prstGeom>
          <a:ln xmlns:a="http://schemas.openxmlformats.org/drawingml/2006/main" w="50800">
            <a:solidFill>
              <a:srgbClr val="D71920"/>
            </a:solidFill>
          </a:ln>
        </p:spPr>
      </p:sp>
      <p:sp>
        <p:nvSpPr>
          <p:cNvPr id="203" name="Connector 203">
            <a:extLst xmlns:a="http://schemas.openxmlformats.org/drawingml/2006/main">
              <a:ext uri="{FF2B5EF4-FFF2-40B4-BE49-F238E27FC236}">
                <a16:creationId xmlns:a16="http://schemas.microsoft.com/office/drawing/2014/main" id="{56B75488-37CC-460F-B0B0-511D300AA382}"/>
              </a:ext>
            </a:extLst>
          </p:cNvPr>
          <p:cNvSpPr>
            <a:spLocks xmlns:a="http://schemas.openxmlformats.org/drawingml/2006/main" noGrp="1"/>
          </p:cNvSpPr>
          <p:nvPr/>
        </p:nvSpPr>
        <p:spPr>
          <a:xfrm xmlns:a="http://schemas.openxmlformats.org/drawingml/2006/main">
            <a:off x="9349740" y="4556575"/>
            <a:ext cx="127635" cy="28378"/>
          </a:xfrm>
          <a:prstGeom xmlns:a="http://schemas.openxmlformats.org/drawingml/2006/main" prst="line">
            <a:avLst/>
          </a:prstGeom>
          <a:ln xmlns:a="http://schemas.openxmlformats.org/drawingml/2006/main" w="50800">
            <a:solidFill>
              <a:srgbClr val="D71920"/>
            </a:solidFill>
          </a:ln>
        </p:spPr>
      </p:sp>
      <p:sp>
        <p:nvSpPr>
          <p:cNvPr id="204" name="Connector 204">
            <a:extLst xmlns:a="http://schemas.openxmlformats.org/drawingml/2006/main">
              <a:ext uri="{FF2B5EF4-FFF2-40B4-BE49-F238E27FC236}">
                <a16:creationId xmlns:a16="http://schemas.microsoft.com/office/drawing/2014/main" id="{B827DE3B-3408-4FA1-909C-27ECAE2A39DC}"/>
              </a:ext>
            </a:extLst>
          </p:cNvPr>
          <p:cNvSpPr>
            <a:spLocks xmlns:a="http://schemas.openxmlformats.org/drawingml/2006/main" noGrp="1"/>
          </p:cNvSpPr>
          <p:nvPr/>
        </p:nvSpPr>
        <p:spPr>
          <a:xfrm xmlns:a="http://schemas.openxmlformats.org/drawingml/2006/main">
            <a:off x="9477375" y="4584953"/>
            <a:ext cx="127635" cy="24754"/>
          </a:xfrm>
          <a:prstGeom xmlns:a="http://schemas.openxmlformats.org/drawingml/2006/main" prst="line">
            <a:avLst/>
          </a:prstGeom>
          <a:ln xmlns:a="http://schemas.openxmlformats.org/drawingml/2006/main" w="50800">
            <a:solidFill>
              <a:srgbClr val="D71920"/>
            </a:solidFill>
          </a:ln>
        </p:spPr>
      </p:sp>
      <p:sp>
        <p:nvSpPr>
          <p:cNvPr id="205" name="Connector 205">
            <a:extLst xmlns:a="http://schemas.openxmlformats.org/drawingml/2006/main">
              <a:ext uri="{FF2B5EF4-FFF2-40B4-BE49-F238E27FC236}">
                <a16:creationId xmlns:a16="http://schemas.microsoft.com/office/drawing/2014/main" id="{BE8A59F7-F539-4FC3-9B90-C732FD460B3A}"/>
              </a:ext>
            </a:extLst>
          </p:cNvPr>
          <p:cNvSpPr>
            <a:spLocks xmlns:a="http://schemas.openxmlformats.org/drawingml/2006/main" noGrp="1"/>
          </p:cNvSpPr>
          <p:nvPr/>
        </p:nvSpPr>
        <p:spPr>
          <a:xfrm xmlns:a="http://schemas.openxmlformats.org/drawingml/2006/main">
            <a:off x="9605010" y="4609707"/>
            <a:ext cx="127635" cy="21254"/>
          </a:xfrm>
          <a:prstGeom xmlns:a="http://schemas.openxmlformats.org/drawingml/2006/main" prst="line">
            <a:avLst/>
          </a:prstGeom>
          <a:ln xmlns:a="http://schemas.openxmlformats.org/drawingml/2006/main" w="50800">
            <a:solidFill>
              <a:srgbClr val="D71920"/>
            </a:solidFill>
          </a:ln>
        </p:spPr>
      </p:sp>
      <p:sp>
        <p:nvSpPr>
          <p:cNvPr id="206" name="Connector 206">
            <a:extLst xmlns:a="http://schemas.openxmlformats.org/drawingml/2006/main">
              <a:ext uri="{FF2B5EF4-FFF2-40B4-BE49-F238E27FC236}">
                <a16:creationId xmlns:a16="http://schemas.microsoft.com/office/drawing/2014/main" id="{5FA496D5-0B87-4EC3-BBD9-5950690F1210}"/>
              </a:ext>
            </a:extLst>
          </p:cNvPr>
          <p:cNvSpPr>
            <a:spLocks xmlns:a="http://schemas.openxmlformats.org/drawingml/2006/main" noGrp="1"/>
          </p:cNvSpPr>
          <p:nvPr/>
        </p:nvSpPr>
        <p:spPr>
          <a:xfrm xmlns:a="http://schemas.openxmlformats.org/drawingml/2006/main">
            <a:off x="9732645" y="4630961"/>
            <a:ext cx="127635" cy="17926"/>
          </a:xfrm>
          <a:prstGeom xmlns:a="http://schemas.openxmlformats.org/drawingml/2006/main" prst="line">
            <a:avLst/>
          </a:prstGeom>
          <a:ln xmlns:a="http://schemas.openxmlformats.org/drawingml/2006/main" w="50800">
            <a:solidFill>
              <a:srgbClr val="D71920"/>
            </a:solidFill>
          </a:ln>
        </p:spPr>
      </p:sp>
      <p:sp>
        <p:nvSpPr>
          <p:cNvPr id="207" name="Connector 207">
            <a:extLst xmlns:a="http://schemas.openxmlformats.org/drawingml/2006/main">
              <a:ext uri="{FF2B5EF4-FFF2-40B4-BE49-F238E27FC236}">
                <a16:creationId xmlns:a16="http://schemas.microsoft.com/office/drawing/2014/main" id="{F94852D8-51F2-41F9-AC84-D0E279F5C8F7}"/>
              </a:ext>
            </a:extLst>
          </p:cNvPr>
          <p:cNvSpPr>
            <a:spLocks xmlns:a="http://schemas.openxmlformats.org/drawingml/2006/main" noGrp="1"/>
          </p:cNvSpPr>
          <p:nvPr/>
        </p:nvSpPr>
        <p:spPr>
          <a:xfrm xmlns:a="http://schemas.openxmlformats.org/drawingml/2006/main">
            <a:off x="9860280" y="4648887"/>
            <a:ext cx="127635" cy="14811"/>
          </a:xfrm>
          <a:prstGeom xmlns:a="http://schemas.openxmlformats.org/drawingml/2006/main" prst="line">
            <a:avLst/>
          </a:prstGeom>
          <a:ln xmlns:a="http://schemas.openxmlformats.org/drawingml/2006/main" w="50800">
            <a:solidFill>
              <a:srgbClr val="D71920"/>
            </a:solidFill>
          </a:ln>
        </p:spPr>
      </p:sp>
      <p:sp>
        <p:nvSpPr>
          <p:cNvPr id="208" name="Connector 208">
            <a:extLst xmlns:a="http://schemas.openxmlformats.org/drawingml/2006/main">
              <a:ext uri="{FF2B5EF4-FFF2-40B4-BE49-F238E27FC236}">
                <a16:creationId xmlns:a16="http://schemas.microsoft.com/office/drawing/2014/main" id="{2CC2C594-0115-425C-908A-4A0139CF6F05}"/>
              </a:ext>
            </a:extLst>
          </p:cNvPr>
          <p:cNvSpPr>
            <a:spLocks xmlns:a="http://schemas.openxmlformats.org/drawingml/2006/main" noGrp="1"/>
          </p:cNvSpPr>
          <p:nvPr/>
        </p:nvSpPr>
        <p:spPr>
          <a:xfrm xmlns:a="http://schemas.openxmlformats.org/drawingml/2006/main">
            <a:off x="9987915" y="4663699"/>
            <a:ext cx="127635" cy="11948"/>
          </a:xfrm>
          <a:prstGeom xmlns:a="http://schemas.openxmlformats.org/drawingml/2006/main" prst="line">
            <a:avLst/>
          </a:prstGeom>
          <a:ln xmlns:a="http://schemas.openxmlformats.org/drawingml/2006/main" w="50800">
            <a:solidFill>
              <a:srgbClr val="D71920"/>
            </a:solidFill>
          </a:ln>
        </p:spPr>
      </p:sp>
      <p:sp>
        <p:nvSpPr>
          <p:cNvPr id="209" name="Connector 209">
            <a:extLst xmlns:a="http://schemas.openxmlformats.org/drawingml/2006/main">
              <a:ext uri="{FF2B5EF4-FFF2-40B4-BE49-F238E27FC236}">
                <a16:creationId xmlns:a16="http://schemas.microsoft.com/office/drawing/2014/main" id="{25E11D9B-BB0C-4C80-BB3D-75B84AB8F1E2}"/>
              </a:ext>
            </a:extLst>
          </p:cNvPr>
          <p:cNvSpPr>
            <a:spLocks xmlns:a="http://schemas.openxmlformats.org/drawingml/2006/main" noGrp="1"/>
          </p:cNvSpPr>
          <p:nvPr/>
        </p:nvSpPr>
        <p:spPr>
          <a:xfrm xmlns:a="http://schemas.openxmlformats.org/drawingml/2006/main">
            <a:off x="10115550" y="4675647"/>
            <a:ext cx="127635" cy="9368"/>
          </a:xfrm>
          <a:prstGeom xmlns:a="http://schemas.openxmlformats.org/drawingml/2006/main" prst="line">
            <a:avLst/>
          </a:prstGeom>
          <a:ln xmlns:a="http://schemas.openxmlformats.org/drawingml/2006/main" w="50800">
            <a:solidFill>
              <a:srgbClr val="D71920"/>
            </a:solidFill>
          </a:ln>
        </p:spPr>
      </p:sp>
      <p:sp>
        <p:nvSpPr>
          <p:cNvPr id="210" name="Connector 210">
            <a:extLst xmlns:a="http://schemas.openxmlformats.org/drawingml/2006/main">
              <a:ext uri="{FF2B5EF4-FFF2-40B4-BE49-F238E27FC236}">
                <a16:creationId xmlns:a16="http://schemas.microsoft.com/office/drawing/2014/main" id="{627BDCD0-A327-4289-9301-667502A1BAD9}"/>
              </a:ext>
            </a:extLst>
          </p:cNvPr>
          <p:cNvSpPr>
            <a:spLocks xmlns:a="http://schemas.openxmlformats.org/drawingml/2006/main" noGrp="1"/>
          </p:cNvSpPr>
          <p:nvPr/>
        </p:nvSpPr>
        <p:spPr>
          <a:xfrm xmlns:a="http://schemas.openxmlformats.org/drawingml/2006/main">
            <a:off x="10243185" y="4685014"/>
            <a:ext cx="127635" cy="7096"/>
          </a:xfrm>
          <a:prstGeom xmlns:a="http://schemas.openxmlformats.org/drawingml/2006/main" prst="line">
            <a:avLst/>
          </a:prstGeom>
          <a:ln xmlns:a="http://schemas.openxmlformats.org/drawingml/2006/main" w="50800">
            <a:solidFill>
              <a:srgbClr val="D71920"/>
            </a:solidFill>
          </a:ln>
        </p:spPr>
      </p:sp>
      <p:sp>
        <p:nvSpPr>
          <p:cNvPr id="211" name="Connector 211">
            <a:extLst xmlns:a="http://schemas.openxmlformats.org/drawingml/2006/main">
              <a:ext uri="{FF2B5EF4-FFF2-40B4-BE49-F238E27FC236}">
                <a16:creationId xmlns:a16="http://schemas.microsoft.com/office/drawing/2014/main" id="{B356E05C-2B88-4881-AEC2-867688B4471F}"/>
              </a:ext>
            </a:extLst>
          </p:cNvPr>
          <p:cNvSpPr>
            <a:spLocks xmlns:a="http://schemas.openxmlformats.org/drawingml/2006/main" noGrp="1"/>
          </p:cNvSpPr>
          <p:nvPr/>
        </p:nvSpPr>
        <p:spPr>
          <a:xfrm xmlns:a="http://schemas.openxmlformats.org/drawingml/2006/main">
            <a:off x="10370820" y="4692111"/>
            <a:ext cx="127635" cy="5151"/>
          </a:xfrm>
          <a:prstGeom xmlns:a="http://schemas.openxmlformats.org/drawingml/2006/main" prst="line">
            <a:avLst/>
          </a:prstGeom>
          <a:ln xmlns:a="http://schemas.openxmlformats.org/drawingml/2006/main" w="50800">
            <a:solidFill>
              <a:srgbClr val="D71920"/>
            </a:solidFill>
          </a:ln>
        </p:spPr>
      </p:sp>
      <p:sp>
        <p:nvSpPr>
          <p:cNvPr id="212" name="Connector 212">
            <a:extLst xmlns:a="http://schemas.openxmlformats.org/drawingml/2006/main">
              <a:ext uri="{FF2B5EF4-FFF2-40B4-BE49-F238E27FC236}">
                <a16:creationId xmlns:a16="http://schemas.microsoft.com/office/drawing/2014/main" id="{F5343822-A59E-4DDB-A8C4-0E95DE7063D9}"/>
              </a:ext>
            </a:extLst>
          </p:cNvPr>
          <p:cNvSpPr>
            <a:spLocks xmlns:a="http://schemas.openxmlformats.org/drawingml/2006/main" noGrp="1"/>
          </p:cNvSpPr>
          <p:nvPr/>
        </p:nvSpPr>
        <p:spPr>
          <a:xfrm xmlns:a="http://schemas.openxmlformats.org/drawingml/2006/main">
            <a:off x="10498455" y="4697261"/>
            <a:ext cx="127635" cy="3541"/>
          </a:xfrm>
          <a:prstGeom xmlns:a="http://schemas.openxmlformats.org/drawingml/2006/main" prst="line">
            <a:avLst/>
          </a:prstGeom>
          <a:ln xmlns:a="http://schemas.openxmlformats.org/drawingml/2006/main" w="50800">
            <a:solidFill>
              <a:srgbClr val="D71920"/>
            </a:solidFill>
          </a:ln>
        </p:spPr>
      </p:sp>
      <p:sp>
        <p:nvSpPr>
          <p:cNvPr id="213" name="Connector 213">
            <a:extLst xmlns:a="http://schemas.openxmlformats.org/drawingml/2006/main">
              <a:ext uri="{FF2B5EF4-FFF2-40B4-BE49-F238E27FC236}">
                <a16:creationId xmlns:a16="http://schemas.microsoft.com/office/drawing/2014/main" id="{32675143-8E94-41BD-8DB1-7BDC2DECF6E6}"/>
              </a:ext>
            </a:extLst>
          </p:cNvPr>
          <p:cNvSpPr>
            <a:spLocks xmlns:a="http://schemas.openxmlformats.org/drawingml/2006/main" noGrp="1"/>
          </p:cNvSpPr>
          <p:nvPr/>
        </p:nvSpPr>
        <p:spPr>
          <a:xfrm xmlns:a="http://schemas.openxmlformats.org/drawingml/2006/main">
            <a:off x="10626090" y="4700802"/>
            <a:ext cx="127635" cy="2265"/>
          </a:xfrm>
          <a:prstGeom xmlns:a="http://schemas.openxmlformats.org/drawingml/2006/main" prst="line">
            <a:avLst/>
          </a:prstGeom>
          <a:ln xmlns:a="http://schemas.openxmlformats.org/drawingml/2006/main" w="50800">
            <a:solidFill>
              <a:srgbClr val="D71920"/>
            </a:solidFill>
          </a:ln>
        </p:spPr>
      </p:sp>
      <p:sp>
        <p:nvSpPr>
          <p:cNvPr id="214" name="Connector 214">
            <a:extLst xmlns:a="http://schemas.openxmlformats.org/drawingml/2006/main">
              <a:ext uri="{FF2B5EF4-FFF2-40B4-BE49-F238E27FC236}">
                <a16:creationId xmlns:a16="http://schemas.microsoft.com/office/drawing/2014/main" id="{189C3A37-3F95-4B92-8D4F-8C42594DEC0C}"/>
              </a:ext>
            </a:extLst>
          </p:cNvPr>
          <p:cNvSpPr>
            <a:spLocks xmlns:a="http://schemas.openxmlformats.org/drawingml/2006/main" noGrp="1"/>
          </p:cNvSpPr>
          <p:nvPr/>
        </p:nvSpPr>
        <p:spPr>
          <a:xfrm xmlns:a="http://schemas.openxmlformats.org/drawingml/2006/main">
            <a:off x="10753725" y="4703067"/>
            <a:ext cx="127635" cy="1310"/>
          </a:xfrm>
          <a:prstGeom xmlns:a="http://schemas.openxmlformats.org/drawingml/2006/main" prst="line">
            <a:avLst/>
          </a:prstGeom>
          <a:ln xmlns:a="http://schemas.openxmlformats.org/drawingml/2006/main" w="50800">
            <a:solidFill>
              <a:srgbClr val="D71920"/>
            </a:solidFill>
          </a:ln>
        </p:spPr>
      </p:sp>
      <p:sp>
        <p:nvSpPr>
          <p:cNvPr id="215" name="Connector 215">
            <a:extLst xmlns:a="http://schemas.openxmlformats.org/drawingml/2006/main">
              <a:ext uri="{FF2B5EF4-FFF2-40B4-BE49-F238E27FC236}">
                <a16:creationId xmlns:a16="http://schemas.microsoft.com/office/drawing/2014/main" id="{5C956990-0971-4451-A301-BEC57D6E27CC}"/>
              </a:ext>
            </a:extLst>
          </p:cNvPr>
          <p:cNvSpPr>
            <a:spLocks xmlns:a="http://schemas.openxmlformats.org/drawingml/2006/main" noGrp="1"/>
          </p:cNvSpPr>
          <p:nvPr/>
        </p:nvSpPr>
        <p:spPr>
          <a:xfrm xmlns:a="http://schemas.openxmlformats.org/drawingml/2006/main">
            <a:off x="10881360" y="4704377"/>
            <a:ext cx="127635" cy="653"/>
          </a:xfrm>
          <a:prstGeom xmlns:a="http://schemas.openxmlformats.org/drawingml/2006/main" prst="line">
            <a:avLst/>
          </a:prstGeom>
          <a:ln xmlns:a="http://schemas.openxmlformats.org/drawingml/2006/main" w="50800">
            <a:solidFill>
              <a:srgbClr val="D71920"/>
            </a:solidFill>
          </a:ln>
        </p:spPr>
      </p:sp>
      <p:sp>
        <p:nvSpPr>
          <p:cNvPr id="216" name="Connector 216">
            <a:extLst xmlns:a="http://schemas.openxmlformats.org/drawingml/2006/main">
              <a:ext uri="{FF2B5EF4-FFF2-40B4-BE49-F238E27FC236}">
                <a16:creationId xmlns:a16="http://schemas.microsoft.com/office/drawing/2014/main" id="{3699C204-B476-4B28-809D-C14D9709B8D5}"/>
              </a:ext>
            </a:extLst>
          </p:cNvPr>
          <p:cNvSpPr>
            <a:spLocks xmlns:a="http://schemas.openxmlformats.org/drawingml/2006/main" noGrp="1"/>
          </p:cNvSpPr>
          <p:nvPr/>
        </p:nvSpPr>
        <p:spPr>
          <a:xfrm xmlns:a="http://schemas.openxmlformats.org/drawingml/2006/main">
            <a:off x="11008995" y="4705030"/>
            <a:ext cx="127635" cy="254"/>
          </a:xfrm>
          <a:prstGeom xmlns:a="http://schemas.openxmlformats.org/drawingml/2006/main" prst="line">
            <a:avLst/>
          </a:prstGeom>
          <a:ln xmlns:a="http://schemas.openxmlformats.org/drawingml/2006/main" w="50800">
            <a:solidFill>
              <a:srgbClr val="D71920"/>
            </a:solidFill>
          </a:ln>
        </p:spPr>
      </p:sp>
      <p:sp>
        <p:nvSpPr>
          <p:cNvPr id="217" name="Connector 217">
            <a:extLst xmlns:a="http://schemas.openxmlformats.org/drawingml/2006/main">
              <a:ext uri="{FF2B5EF4-FFF2-40B4-BE49-F238E27FC236}">
                <a16:creationId xmlns:a16="http://schemas.microsoft.com/office/drawing/2014/main" id="{407A7164-F9F8-434F-89DC-B7154576402C}"/>
              </a:ext>
            </a:extLst>
          </p:cNvPr>
          <p:cNvSpPr>
            <a:spLocks xmlns:a="http://schemas.openxmlformats.org/drawingml/2006/main" noGrp="1"/>
          </p:cNvSpPr>
          <p:nvPr/>
        </p:nvSpPr>
        <p:spPr>
          <a:xfrm xmlns:a="http://schemas.openxmlformats.org/drawingml/2006/main">
            <a:off x="11136630" y="4705284"/>
            <a:ext cx="127635" cy="61"/>
          </a:xfrm>
          <a:prstGeom xmlns:a="http://schemas.openxmlformats.org/drawingml/2006/main" prst="line">
            <a:avLst/>
          </a:prstGeom>
          <a:ln xmlns:a="http://schemas.openxmlformats.org/drawingml/2006/main" w="50800">
            <a:solidFill>
              <a:srgbClr val="D71920"/>
            </a:solidFill>
          </a:ln>
        </p:spPr>
      </p:sp>
      <p:sp>
        <p:nvSpPr>
          <p:cNvPr id="218" name="Connector 218">
            <a:extLst xmlns:a="http://schemas.openxmlformats.org/drawingml/2006/main">
              <a:ext uri="{FF2B5EF4-FFF2-40B4-BE49-F238E27FC236}">
                <a16:creationId xmlns:a16="http://schemas.microsoft.com/office/drawing/2014/main" id="{36C26607-193A-40DF-901D-197758856F36}"/>
              </a:ext>
            </a:extLst>
          </p:cNvPr>
          <p:cNvSpPr>
            <a:spLocks xmlns:a="http://schemas.openxmlformats.org/drawingml/2006/main" noGrp="1"/>
          </p:cNvSpPr>
          <p:nvPr/>
        </p:nvSpPr>
        <p:spPr>
          <a:xfrm xmlns:a="http://schemas.openxmlformats.org/drawingml/2006/main">
            <a:off x="11264265" y="4705346"/>
            <a:ext cx="127635" cy="4"/>
          </a:xfrm>
          <a:prstGeom xmlns:a="http://schemas.openxmlformats.org/drawingml/2006/main" prst="line">
            <a:avLst/>
          </a:prstGeom>
          <a:ln xmlns:a="http://schemas.openxmlformats.org/drawingml/2006/main" w="50800">
            <a:solidFill>
              <a:srgbClr val="D71920"/>
            </a:solidFill>
          </a:ln>
        </p:spPr>
      </p:sp>
      <p:sp>
        <p:nvSpPr>
          <p:cNvPr id="219" name="Connector 219">
            <a:extLst xmlns:a="http://schemas.openxmlformats.org/drawingml/2006/main">
              <a:ext uri="{FF2B5EF4-FFF2-40B4-BE49-F238E27FC236}">
                <a16:creationId xmlns:a16="http://schemas.microsoft.com/office/drawing/2014/main" id="{9BF5F252-8AE2-484F-97D7-C522BD95E905}"/>
              </a:ext>
            </a:extLst>
          </p:cNvPr>
          <p:cNvSpPr>
            <a:spLocks xmlns:a="http://schemas.openxmlformats.org/drawingml/2006/main" noGrp="1"/>
          </p:cNvSpPr>
          <p:nvPr/>
        </p:nvSpPr>
        <p:spPr>
          <a:xfrm xmlns:a="http://schemas.openxmlformats.org/drawingml/2006/main">
            <a:off x="5265420" y="1981200"/>
            <a:ext cx="0" cy="2724150"/>
          </a:xfrm>
          <a:prstGeom xmlns:a="http://schemas.openxmlformats.org/drawingml/2006/main" prst="line">
            <a:avLst/>
          </a:prstGeom>
          <a:ln xmlns:a="http://schemas.openxmlformats.org/drawingml/2006/main" w="25400">
            <a:solidFill>
              <a:srgbClr val="B46B13"/>
            </a:solidFill>
          </a:ln>
        </p:spPr>
      </p:sp>
      <p:sp>
        <p:nvSpPr>
          <p:cNvPr id="220" name="Text 220">
            <a:extLst xmlns:a="http://schemas.openxmlformats.org/drawingml/2006/main">
              <a:ext uri="{FF2B5EF4-FFF2-40B4-BE49-F238E27FC236}">
                <a16:creationId xmlns:a16="http://schemas.microsoft.com/office/drawing/2014/main" id="{21E09CED-B52C-4688-B473-07D121AA2C2D}"/>
              </a:ext>
            </a:extLst>
          </p:cNvPr>
          <p:cNvSpPr>
            <a:spLocks xmlns:a="http://schemas.openxmlformats.org/drawingml/2006/main" noGrp="1"/>
          </p:cNvSpPr>
          <p:nvPr/>
        </p:nvSpPr>
        <p:spPr>
          <a:xfrm xmlns:a="http://schemas.openxmlformats.org/drawingml/2006/main">
            <a:off x="4541520" y="1714500"/>
            <a:ext cx="14478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B46B13"/>
                </a:solidFill>
                <a:latin typeface="Arial"/>
                <a:ea typeface="Arial"/>
                <a:cs typeface="Arial"/>
              </a:rPr>
              <a:t>reference p = 0.40</a:t>
            </a:r>
            <a:endParaRPr sz="1100"/>
          </a:p>
        </p:txBody>
      </p:sp>
      <p:sp>
        <p:nvSpPr>
          <p:cNvPr id="221" name="Text 221">
            <a:extLst xmlns:a="http://schemas.openxmlformats.org/drawingml/2006/main">
              <a:ext uri="{FF2B5EF4-FFF2-40B4-BE49-F238E27FC236}">
                <a16:creationId xmlns:a16="http://schemas.microsoft.com/office/drawing/2014/main" id="{D4EC974B-1779-486A-8E28-4CCDF21FCE72}"/>
              </a:ext>
            </a:extLst>
          </p:cNvPr>
          <p:cNvSpPr>
            <a:spLocks xmlns:a="http://schemas.openxmlformats.org/drawingml/2006/main" noGrp="1"/>
          </p:cNvSpPr>
          <p:nvPr/>
        </p:nvSpPr>
        <p:spPr>
          <a:xfrm xmlns:a="http://schemas.openxmlformats.org/drawingml/2006/main">
            <a:off x="1181100" y="1695450"/>
            <a:ext cx="180975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a:solidFill>
                  <a:srgbClr val="5D6873"/>
                </a:solidFill>
                <a:latin typeface="Arial"/>
                <a:ea typeface="Arial"/>
                <a:cs typeface="Arial"/>
              </a:rPr>
              <a:t>probability density f(p)</a:t>
            </a:r>
            <a:endParaRPr sz="1100"/>
          </a:p>
        </p:txBody>
      </p:sp>
      <p:sp>
        <p:nvSpPr>
          <p:cNvPr id="222" name="Text 222">
            <a:extLst xmlns:a="http://schemas.openxmlformats.org/drawingml/2006/main">
              <a:ext uri="{FF2B5EF4-FFF2-40B4-BE49-F238E27FC236}">
                <a16:creationId xmlns:a16="http://schemas.microsoft.com/office/drawing/2014/main" id="{AE83E08E-485C-46C4-B48A-31FBE3DAFC7D}"/>
              </a:ext>
            </a:extLst>
          </p:cNvPr>
          <p:cNvSpPr>
            <a:spLocks xmlns:a="http://schemas.openxmlformats.org/drawingml/2006/main" noGrp="1"/>
          </p:cNvSpPr>
          <p:nvPr/>
        </p:nvSpPr>
        <p:spPr>
          <a:xfrm xmlns:a="http://schemas.openxmlformats.org/drawingml/2006/main">
            <a:off x="2705100" y="5086350"/>
            <a:ext cx="71628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200" b="1">
                <a:solidFill>
                  <a:srgbClr val="17212B"/>
                </a:solidFill>
                <a:latin typeface="Arial"/>
                <a:ea typeface="Arial"/>
                <a:cs typeface="Arial"/>
              </a:rPr>
              <a:t>latent review-elevated rate p</a:t>
            </a:r>
            <a:endParaRPr sz="1200"/>
          </a:p>
        </p:txBody>
      </p:sp>
      <p:sp>
        <p:nvSpPr>
          <p:cNvPr id="223" name="Connector 223">
            <a:extLst xmlns:a="http://schemas.openxmlformats.org/drawingml/2006/main">
              <a:ext uri="{FF2B5EF4-FFF2-40B4-BE49-F238E27FC236}">
                <a16:creationId xmlns:a16="http://schemas.microsoft.com/office/drawing/2014/main" id="{55BCF3C6-261C-4E84-84CB-E50901846A62}"/>
              </a:ext>
            </a:extLst>
          </p:cNvPr>
          <p:cNvSpPr>
            <a:spLocks xmlns:a="http://schemas.openxmlformats.org/drawingml/2006/main" noGrp="1"/>
          </p:cNvSpPr>
          <p:nvPr/>
        </p:nvSpPr>
        <p:spPr>
          <a:xfrm xmlns:a="http://schemas.openxmlformats.org/drawingml/2006/main">
            <a:off x="1371600" y="2381250"/>
            <a:ext cx="323850" cy="0"/>
          </a:xfrm>
          <a:prstGeom xmlns:a="http://schemas.openxmlformats.org/drawingml/2006/main" prst="line">
            <a:avLst/>
          </a:prstGeom>
          <a:ln xmlns:a="http://schemas.openxmlformats.org/drawingml/2006/main" w="38100">
            <a:solidFill>
              <a:srgbClr val="2A5B84"/>
            </a:solidFill>
          </a:ln>
        </p:spPr>
      </p:sp>
      <p:sp>
        <p:nvSpPr>
          <p:cNvPr id="224" name="Text 224">
            <a:extLst xmlns:a="http://schemas.openxmlformats.org/drawingml/2006/main">
              <a:ext uri="{FF2B5EF4-FFF2-40B4-BE49-F238E27FC236}">
                <a16:creationId xmlns:a16="http://schemas.microsoft.com/office/drawing/2014/main" id="{77256319-9B11-4504-89CE-FC44A8FB455F}"/>
              </a:ext>
            </a:extLst>
          </p:cNvPr>
          <p:cNvSpPr>
            <a:spLocks xmlns:a="http://schemas.openxmlformats.org/drawingml/2006/main" noGrp="1"/>
          </p:cNvSpPr>
          <p:nvPr/>
        </p:nvSpPr>
        <p:spPr>
          <a:xfrm xmlns:a="http://schemas.openxmlformats.org/drawingml/2006/main">
            <a:off x="1771650" y="2266950"/>
            <a:ext cx="23812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a:solidFill>
                  <a:srgbClr val="2A5B84"/>
                </a:solidFill>
                <a:latin typeface="Arial"/>
                <a:ea typeface="Arial"/>
                <a:cs typeface="Arial"/>
              </a:rPr>
              <a:t>prior Beta(1, 4), mean 0.20</a:t>
            </a:r>
            <a:endParaRPr sz="1200"/>
          </a:p>
        </p:txBody>
      </p:sp>
      <p:sp>
        <p:nvSpPr>
          <p:cNvPr id="225" name="Connector 225">
            <a:extLst xmlns:a="http://schemas.openxmlformats.org/drawingml/2006/main">
              <a:ext uri="{FF2B5EF4-FFF2-40B4-BE49-F238E27FC236}">
                <a16:creationId xmlns:a16="http://schemas.microsoft.com/office/drawing/2014/main" id="{E07D4B93-3DCF-4571-936D-6E7E5FFE475E}"/>
              </a:ext>
            </a:extLst>
          </p:cNvPr>
          <p:cNvSpPr>
            <a:spLocks xmlns:a="http://schemas.openxmlformats.org/drawingml/2006/main" noGrp="1"/>
          </p:cNvSpPr>
          <p:nvPr/>
        </p:nvSpPr>
        <p:spPr>
          <a:xfrm xmlns:a="http://schemas.openxmlformats.org/drawingml/2006/main">
            <a:off x="1371600" y="2705100"/>
            <a:ext cx="323850" cy="0"/>
          </a:xfrm>
          <a:prstGeom xmlns:a="http://schemas.openxmlformats.org/drawingml/2006/main" prst="line">
            <a:avLst/>
          </a:prstGeom>
          <a:ln xmlns:a="http://schemas.openxmlformats.org/drawingml/2006/main" w="50800">
            <a:solidFill>
              <a:srgbClr val="D71920"/>
            </a:solidFill>
          </a:ln>
        </p:spPr>
      </p:sp>
      <p:sp>
        <p:nvSpPr>
          <p:cNvPr id="226" name="Text 226">
            <a:extLst xmlns:a="http://schemas.openxmlformats.org/drawingml/2006/main">
              <a:ext uri="{FF2B5EF4-FFF2-40B4-BE49-F238E27FC236}">
                <a16:creationId xmlns:a16="http://schemas.microsoft.com/office/drawing/2014/main" id="{02911E96-AD79-43A3-B34C-7ACBBD515AAE}"/>
              </a:ext>
            </a:extLst>
          </p:cNvPr>
          <p:cNvSpPr>
            <a:spLocks xmlns:a="http://schemas.openxmlformats.org/drawingml/2006/main" noGrp="1"/>
          </p:cNvSpPr>
          <p:nvPr/>
        </p:nvSpPr>
        <p:spPr>
          <a:xfrm xmlns:a="http://schemas.openxmlformats.org/drawingml/2006/main">
            <a:off x="1771650" y="2590800"/>
            <a:ext cx="2857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a:solidFill>
                  <a:srgbClr val="981B1E"/>
                </a:solidFill>
                <a:latin typeface="Arial"/>
                <a:ea typeface="Arial"/>
                <a:cs typeface="Arial"/>
              </a:rPr>
              <a:t>posterior Beta(4, 5), mean 0.44</a:t>
            </a:r>
            <a:endParaRPr sz="1200"/>
          </a:p>
        </p:txBody>
      </p:sp>
      <p:sp>
        <p:nvSpPr>
          <p:cNvPr id="227" name="Text 227">
            <a:extLst xmlns:a="http://schemas.openxmlformats.org/drawingml/2006/main">
              <a:ext uri="{FF2B5EF4-FFF2-40B4-BE49-F238E27FC236}">
                <a16:creationId xmlns:a16="http://schemas.microsoft.com/office/drawing/2014/main" id="{629DF592-41AF-4B41-8F9D-82972E87C812}"/>
              </a:ext>
            </a:extLst>
          </p:cNvPr>
          <p:cNvSpPr>
            <a:spLocks xmlns:a="http://schemas.openxmlformats.org/drawingml/2006/main" noGrp="1"/>
          </p:cNvSpPr>
          <p:nvPr/>
        </p:nvSpPr>
        <p:spPr>
          <a:xfrm xmlns:a="http://schemas.openxmlformats.org/drawingml/2006/main">
            <a:off x="8124444" y="2647950"/>
            <a:ext cx="238125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981B1E"/>
                </a:solidFill>
                <a:latin typeface="Arial"/>
                <a:ea typeface="Arial"/>
                <a:cs typeface="Arial"/>
              </a:rPr>
              <a:t>shaded posterior mass</a:t>
            </a:r>
            <a:endParaRPr sz="1300"/>
          </a:p>
          <a:p xmlns:a="http://schemas.openxmlformats.org/drawingml/2006/main">
            <a:pPr algn="ctr">
              <a:buNone/>
            </a:pPr>
            <a:r>
              <a:rPr sz="1300" b="1">
                <a:solidFill>
                  <a:srgbClr val="981B1E"/>
                </a:solidFill>
                <a:latin typeface="Arial"/>
                <a:ea typeface="Arial"/>
                <a:cs typeface="Arial"/>
              </a:rPr>
              <a:t>P(p &gt; 0.40) = 0.594</a:t>
            </a:r>
            <a:endParaRPr sz="1300"/>
          </a:p>
        </p:txBody>
      </p:sp>
      <p:sp>
        <p:nvSpPr>
          <p:cNvPr id="228" name="Shape 228">
            <a:extLst xmlns:a="http://schemas.openxmlformats.org/drawingml/2006/main">
              <a:ext uri="{FF2B5EF4-FFF2-40B4-BE49-F238E27FC236}">
                <a16:creationId xmlns:a16="http://schemas.microsoft.com/office/drawing/2014/main" id="{6133D89A-9896-4DA1-861C-8DF2B775EDBF}"/>
              </a:ext>
            </a:extLst>
          </p:cNvPr>
          <p:cNvSpPr>
            <a:spLocks xmlns:a="http://schemas.openxmlformats.org/drawingml/2006/main" noGrp="1"/>
          </p:cNvSpPr>
          <p:nvPr/>
        </p:nvSpPr>
        <p:spPr>
          <a:xfrm xmlns:a="http://schemas.openxmlformats.org/drawingml/2006/main">
            <a:off x="876300" y="5543550"/>
            <a:ext cx="10439400" cy="571500"/>
          </a:xfrm>
          <a:prstGeom xmlns:a="http://schemas.openxmlformats.org/drawingml/2006/main" prst="rect">
            <a:avLst/>
          </a:prstGeom>
          <a:solidFill xmlns:a="http://schemas.openxmlformats.org/drawingml/2006/main">
            <a:srgbClr val="F4F6F8"/>
          </a:solidFill>
          <a:ln xmlns:a="http://schemas.openxmlformats.org/drawingml/2006/main" w="12700">
            <a:solidFill>
              <a:srgbClr val="D9DEE3"/>
            </a:solidFill>
          </a:ln>
        </p:spPr>
      </p:sp>
      <p:sp>
        <p:nvSpPr>
          <p:cNvPr id="229" name="Text 229">
            <a:extLst xmlns:a="http://schemas.openxmlformats.org/drawingml/2006/main">
              <a:ext uri="{FF2B5EF4-FFF2-40B4-BE49-F238E27FC236}">
                <a16:creationId xmlns:a16="http://schemas.microsoft.com/office/drawing/2014/main" id="{E540005C-3F64-4B7E-91DD-1BFFF76C7EA8}"/>
              </a:ext>
            </a:extLst>
          </p:cNvPr>
          <p:cNvSpPr>
            <a:spLocks xmlns:a="http://schemas.openxmlformats.org/drawingml/2006/main" noGrp="1"/>
          </p:cNvSpPr>
          <p:nvPr/>
        </p:nvSpPr>
        <p:spPr>
          <a:xfrm xmlns:a="http://schemas.openxmlformats.org/drawingml/2006/main">
            <a:off x="1123950" y="5657850"/>
            <a:ext cx="9944100" cy="3238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400" b="1">
                <a:solidFill>
                  <a:srgbClr val="981B1E"/>
                </a:solidFill>
                <a:latin typeface="Arial"/>
                <a:ea typeface="Arial"/>
                <a:cs typeface="Arial"/>
              </a:rPr>
              <a:t>The shaded tail is P(p &gt; 0.40), not a probability of fraud or money laundering</a:t>
            </a:r>
            <a:endParaRPr sz="1400"/>
          </a:p>
        </p:txBody>
      </p:sp>
      <p:sp>
        <p:nvSpPr>
          <p:cNvPr id="230" name="Connector 230">
            <a:extLst xmlns:a="http://schemas.openxmlformats.org/drawingml/2006/main">
              <a:ext uri="{FF2B5EF4-FFF2-40B4-BE49-F238E27FC236}">
                <a16:creationId xmlns:a16="http://schemas.microsoft.com/office/drawing/2014/main" id="{8E24E64E-4BA4-408D-85EE-9ED171CFEFC5}"/>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BFC5CB"/>
            </a:solidFill>
          </a:ln>
        </p:spPr>
      </p:sp>
      <p:sp>
        <p:nvSpPr>
          <p:cNvPr id="231" name="Text 231">
            <a:extLst xmlns:a="http://schemas.openxmlformats.org/drawingml/2006/main">
              <a:ext uri="{FF2B5EF4-FFF2-40B4-BE49-F238E27FC236}">
                <a16:creationId xmlns:a16="http://schemas.microsoft.com/office/drawing/2014/main" id="{7BE0A285-9FB5-4ACD-A982-281F35684F0D}"/>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TECHNICAL APPENDIX</a:t>
            </a:r>
            <a:endParaRPr sz="1000"/>
          </a:p>
        </p:txBody>
      </p:sp>
      <p:sp>
        <p:nvSpPr>
          <p:cNvPr id="232" name="Text 232">
            <a:extLst xmlns:a="http://schemas.openxmlformats.org/drawingml/2006/main">
              <a:ext uri="{FF2B5EF4-FFF2-40B4-BE49-F238E27FC236}">
                <a16:creationId xmlns:a16="http://schemas.microsoft.com/office/drawing/2014/main" id="{91CCDF38-B1EC-425E-A5C8-C890876AE7A0}"/>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C</a:t>
            </a:r>
            <a:endParaRPr sz="1000"/>
          </a:p>
        </p:txBody>
      </p:sp>
    </p:spTree>
    <p:extLst>
      <p:ext uri="{BB962C8B-B14F-4D97-AF65-F5344CB8AC3E}">
        <p14:creationId xmlns:p14="http://schemas.microsoft.com/office/powerpoint/2010/main" val="2033600521"/>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D3D96793-81D6-4DC7-A1DC-C2EC4B6CAB6E}"/>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APPENDIX D · FUZZY INFERENCE</a:t>
            </a:r>
            <a:endParaRPr sz="1100"/>
          </a:p>
        </p:txBody>
      </p:sp>
      <p:sp>
        <p:nvSpPr>
          <p:cNvPr id="3" name="Text 3">
            <a:extLst xmlns:a="http://schemas.openxmlformats.org/drawingml/2006/main">
              <a:ext uri="{FF2B5EF4-FFF2-40B4-BE49-F238E27FC236}">
                <a16:creationId xmlns:a16="http://schemas.microsoft.com/office/drawing/2014/main" id="{8B6A59C1-CD99-43D0-9E10-CE40A03B9704}"/>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Four right-shoulder functions map ratios to graded rule activation</a:t>
            </a:r>
            <a:endParaRPr sz="3000"/>
          </a:p>
        </p:txBody>
      </p:sp>
      <p:sp>
        <p:nvSpPr>
          <p:cNvPr id="4" name="Text 4">
            <a:extLst xmlns:a="http://schemas.openxmlformats.org/drawingml/2006/main">
              <a:ext uri="{FF2B5EF4-FFF2-40B4-BE49-F238E27FC236}">
                <a16:creationId xmlns:a16="http://schemas.microsoft.com/office/drawing/2014/main" id="{9F8AECF2-80DD-4AD6-B84C-A8A2B8635B0F}"/>
              </a:ext>
            </a:extLst>
          </p:cNvPr>
          <p:cNvSpPr>
            <a:spLocks xmlns:a="http://schemas.openxmlformats.org/drawingml/2006/main" noGrp="1"/>
          </p:cNvSpPr>
          <p:nvPr/>
        </p:nvSpPr>
        <p:spPr>
          <a:xfrm xmlns:a="http://schemas.openxmlformats.org/drawingml/2006/main">
            <a:off x="571500" y="1466850"/>
            <a:ext cx="5143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17212B"/>
                </a:solidFill>
                <a:latin typeface="Arial"/>
                <a:ea typeface="Arial"/>
                <a:cs typeface="Arial"/>
              </a:rPr>
              <a:t>Crypto activity</a:t>
            </a:r>
            <a:endParaRPr sz="1500"/>
          </a:p>
        </p:txBody>
      </p:sp>
      <p:sp>
        <p:nvSpPr>
          <p:cNvPr id="5" name="Text 5">
            <a:extLst xmlns:a="http://schemas.openxmlformats.org/drawingml/2006/main">
              <a:ext uri="{FF2B5EF4-FFF2-40B4-BE49-F238E27FC236}">
                <a16:creationId xmlns:a16="http://schemas.microsoft.com/office/drawing/2014/main" id="{EFF1B6FF-E2A2-4CDD-8239-BE771D8F94B2}"/>
              </a:ext>
            </a:extLst>
          </p:cNvPr>
          <p:cNvSpPr>
            <a:spLocks xmlns:a="http://schemas.openxmlformats.org/drawingml/2006/main" noGrp="1"/>
          </p:cNvSpPr>
          <p:nvPr/>
        </p:nvSpPr>
        <p:spPr>
          <a:xfrm xmlns:a="http://schemas.openxmlformats.org/drawingml/2006/main">
            <a:off x="1085850" y="1714500"/>
            <a:ext cx="123825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a:solidFill>
                  <a:srgbClr val="5D6873"/>
                </a:solidFill>
                <a:latin typeface="Arial"/>
                <a:ea typeface="Arial"/>
                <a:cs typeface="Arial"/>
              </a:rPr>
              <a:t>membership μ(x)</a:t>
            </a:r>
            <a:endParaRPr sz="1000"/>
          </a:p>
        </p:txBody>
      </p:sp>
      <p:sp>
        <p:nvSpPr>
          <p:cNvPr id="6" name="Connector 6">
            <a:extLst xmlns:a="http://schemas.openxmlformats.org/drawingml/2006/main">
              <a:ext uri="{FF2B5EF4-FFF2-40B4-BE49-F238E27FC236}">
                <a16:creationId xmlns:a16="http://schemas.microsoft.com/office/drawing/2014/main" id="{6E0ADEE1-8EF5-4BDF-929A-68F3DB66B3BF}"/>
              </a:ext>
            </a:extLst>
          </p:cNvPr>
          <p:cNvSpPr>
            <a:spLocks xmlns:a="http://schemas.openxmlformats.org/drawingml/2006/main" noGrp="1"/>
          </p:cNvSpPr>
          <p:nvPr/>
        </p:nvSpPr>
        <p:spPr>
          <a:xfrm xmlns:a="http://schemas.openxmlformats.org/drawingml/2006/main">
            <a:off x="1085850" y="1905000"/>
            <a:ext cx="0" cy="762000"/>
          </a:xfrm>
          <a:prstGeom xmlns:a="http://schemas.openxmlformats.org/drawingml/2006/main" prst="line">
            <a:avLst/>
          </a:prstGeom>
          <a:ln xmlns:a="http://schemas.openxmlformats.org/drawingml/2006/main" w="12700">
            <a:solidFill>
              <a:srgbClr val="384754"/>
            </a:solidFill>
          </a:ln>
        </p:spPr>
      </p:sp>
      <p:sp>
        <p:nvSpPr>
          <p:cNvPr id="7" name="Connector 7">
            <a:extLst xmlns:a="http://schemas.openxmlformats.org/drawingml/2006/main">
              <a:ext uri="{FF2B5EF4-FFF2-40B4-BE49-F238E27FC236}">
                <a16:creationId xmlns:a16="http://schemas.microsoft.com/office/drawing/2014/main" id="{F574BBF2-04F8-4F62-864C-7DF54AFBC765}"/>
              </a:ext>
            </a:extLst>
          </p:cNvPr>
          <p:cNvSpPr>
            <a:spLocks xmlns:a="http://schemas.openxmlformats.org/drawingml/2006/main" noGrp="1"/>
          </p:cNvSpPr>
          <p:nvPr/>
        </p:nvSpPr>
        <p:spPr>
          <a:xfrm xmlns:a="http://schemas.openxmlformats.org/drawingml/2006/main">
            <a:off x="1085850" y="2667000"/>
            <a:ext cx="4457700" cy="0"/>
          </a:xfrm>
          <a:prstGeom xmlns:a="http://schemas.openxmlformats.org/drawingml/2006/main" prst="line">
            <a:avLst/>
          </a:prstGeom>
          <a:ln xmlns:a="http://schemas.openxmlformats.org/drawingml/2006/main" w="12700">
            <a:solidFill>
              <a:srgbClr val="384754"/>
            </a:solidFill>
          </a:ln>
        </p:spPr>
      </p:sp>
      <p:sp>
        <p:nvSpPr>
          <p:cNvPr id="8" name="Connector 8">
            <a:extLst xmlns:a="http://schemas.openxmlformats.org/drawingml/2006/main">
              <a:ext uri="{FF2B5EF4-FFF2-40B4-BE49-F238E27FC236}">
                <a16:creationId xmlns:a16="http://schemas.microsoft.com/office/drawing/2014/main" id="{8D08780A-FA5B-4AC4-A602-C5672A8C7A1A}"/>
              </a:ext>
            </a:extLst>
          </p:cNvPr>
          <p:cNvSpPr>
            <a:spLocks xmlns:a="http://schemas.openxmlformats.org/drawingml/2006/main" noGrp="1"/>
          </p:cNvSpPr>
          <p:nvPr/>
        </p:nvSpPr>
        <p:spPr>
          <a:xfrm xmlns:a="http://schemas.openxmlformats.org/drawingml/2006/main">
            <a:off x="1085850" y="2667000"/>
            <a:ext cx="0" cy="0"/>
          </a:xfrm>
          <a:prstGeom xmlns:a="http://schemas.openxmlformats.org/drawingml/2006/main" prst="line">
            <a:avLst/>
          </a:prstGeom>
          <a:ln xmlns:a="http://schemas.openxmlformats.org/drawingml/2006/main" w="38100">
            <a:solidFill>
              <a:srgbClr val="D71920"/>
            </a:solidFill>
          </a:ln>
        </p:spPr>
      </p:sp>
      <p:sp>
        <p:nvSpPr>
          <p:cNvPr id="9" name="Connector 9">
            <a:extLst xmlns:a="http://schemas.openxmlformats.org/drawingml/2006/main">
              <a:ext uri="{FF2B5EF4-FFF2-40B4-BE49-F238E27FC236}">
                <a16:creationId xmlns:a16="http://schemas.microsoft.com/office/drawing/2014/main" id="{747A21B8-F015-409C-93EF-6E7EDB77DA8D}"/>
              </a:ext>
            </a:extLst>
          </p:cNvPr>
          <p:cNvSpPr>
            <a:spLocks xmlns:a="http://schemas.openxmlformats.org/drawingml/2006/main" noGrp="1"/>
          </p:cNvSpPr>
          <p:nvPr/>
        </p:nvSpPr>
        <p:spPr>
          <a:xfrm xmlns:a="http://schemas.openxmlformats.org/drawingml/2006/main" flipV="1">
            <a:off x="1085850" y="1905000"/>
            <a:ext cx="1560195" cy="762000"/>
          </a:xfrm>
          <a:prstGeom xmlns:a="http://schemas.openxmlformats.org/drawingml/2006/main" prst="line">
            <a:avLst/>
          </a:prstGeom>
          <a:ln xmlns:a="http://schemas.openxmlformats.org/drawingml/2006/main" w="50800">
            <a:solidFill>
              <a:srgbClr val="D71920"/>
            </a:solidFill>
          </a:ln>
        </p:spPr>
      </p:sp>
      <p:sp>
        <p:nvSpPr>
          <p:cNvPr id="10" name="Connector 10">
            <a:extLst xmlns:a="http://schemas.openxmlformats.org/drawingml/2006/main">
              <a:ext uri="{FF2B5EF4-FFF2-40B4-BE49-F238E27FC236}">
                <a16:creationId xmlns:a16="http://schemas.microsoft.com/office/drawing/2014/main" id="{446CC483-E427-472D-8C7F-CCD4AEE91323}"/>
              </a:ext>
            </a:extLst>
          </p:cNvPr>
          <p:cNvSpPr>
            <a:spLocks xmlns:a="http://schemas.openxmlformats.org/drawingml/2006/main" noGrp="1"/>
          </p:cNvSpPr>
          <p:nvPr/>
        </p:nvSpPr>
        <p:spPr>
          <a:xfrm xmlns:a="http://schemas.openxmlformats.org/drawingml/2006/main">
            <a:off x="2646045" y="1905000"/>
            <a:ext cx="2897505" cy="0"/>
          </a:xfrm>
          <a:prstGeom xmlns:a="http://schemas.openxmlformats.org/drawingml/2006/main" prst="line">
            <a:avLst/>
          </a:prstGeom>
          <a:ln xmlns:a="http://schemas.openxmlformats.org/drawingml/2006/main" w="50800">
            <a:solidFill>
              <a:srgbClr val="D71920"/>
            </a:solidFill>
          </a:ln>
        </p:spPr>
      </p:sp>
      <p:sp>
        <p:nvSpPr>
          <p:cNvPr id="11" name="Text 11">
            <a:extLst xmlns:a="http://schemas.openxmlformats.org/drawingml/2006/main">
              <a:ext uri="{FF2B5EF4-FFF2-40B4-BE49-F238E27FC236}">
                <a16:creationId xmlns:a16="http://schemas.microsoft.com/office/drawing/2014/main" id="{ADDDFACB-5A81-424A-94BC-909B16A3DD05}"/>
              </a:ext>
            </a:extLst>
          </p:cNvPr>
          <p:cNvSpPr>
            <a:spLocks xmlns:a="http://schemas.openxmlformats.org/drawingml/2006/main" noGrp="1"/>
          </p:cNvSpPr>
          <p:nvPr/>
        </p:nvSpPr>
        <p:spPr>
          <a:xfrm xmlns:a="http://schemas.openxmlformats.org/drawingml/2006/main">
            <a:off x="838200" y="1828800"/>
            <a:ext cx="190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1</a:t>
            </a:r>
            <a:endParaRPr sz="1000"/>
          </a:p>
        </p:txBody>
      </p:sp>
      <p:sp>
        <p:nvSpPr>
          <p:cNvPr id="12" name="Text 12">
            <a:extLst xmlns:a="http://schemas.openxmlformats.org/drawingml/2006/main">
              <a:ext uri="{FF2B5EF4-FFF2-40B4-BE49-F238E27FC236}">
                <a16:creationId xmlns:a16="http://schemas.microsoft.com/office/drawing/2014/main" id="{66B42CC2-8274-4CE7-A686-C06661792374}"/>
              </a:ext>
            </a:extLst>
          </p:cNvPr>
          <p:cNvSpPr>
            <a:spLocks xmlns:a="http://schemas.openxmlformats.org/drawingml/2006/main" noGrp="1"/>
          </p:cNvSpPr>
          <p:nvPr/>
        </p:nvSpPr>
        <p:spPr>
          <a:xfrm xmlns:a="http://schemas.openxmlformats.org/drawingml/2006/main">
            <a:off x="838200" y="2600325"/>
            <a:ext cx="190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0</a:t>
            </a:r>
            <a:endParaRPr sz="1000"/>
          </a:p>
        </p:txBody>
      </p:sp>
      <p:sp>
        <p:nvSpPr>
          <p:cNvPr id="13" name="Text 13">
            <a:extLst xmlns:a="http://schemas.openxmlformats.org/drawingml/2006/main">
              <a:ext uri="{FF2B5EF4-FFF2-40B4-BE49-F238E27FC236}">
                <a16:creationId xmlns:a16="http://schemas.microsoft.com/office/drawing/2014/main" id="{20A52E46-0DAB-47C5-B3C1-00DF76CC99D2}"/>
              </a:ext>
            </a:extLst>
          </p:cNvPr>
          <p:cNvSpPr>
            <a:spLocks xmlns:a="http://schemas.openxmlformats.org/drawingml/2006/main" noGrp="1"/>
          </p:cNvSpPr>
          <p:nvPr/>
        </p:nvSpPr>
        <p:spPr>
          <a:xfrm xmlns:a="http://schemas.openxmlformats.org/drawingml/2006/main">
            <a:off x="723900" y="2743200"/>
            <a:ext cx="7239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0">
                <a:solidFill>
                  <a:srgbClr val="5D6873"/>
                </a:solidFill>
                <a:latin typeface="Arial"/>
                <a:ea typeface="Arial"/>
                <a:cs typeface="Arial"/>
              </a:rPr>
              <a:t>a = 0.00</a:t>
            </a:r>
            <a:endParaRPr sz="900"/>
          </a:p>
        </p:txBody>
      </p:sp>
      <p:sp>
        <p:nvSpPr>
          <p:cNvPr id="14" name="Text 14">
            <a:extLst xmlns:a="http://schemas.openxmlformats.org/drawingml/2006/main">
              <a:ext uri="{FF2B5EF4-FFF2-40B4-BE49-F238E27FC236}">
                <a16:creationId xmlns:a16="http://schemas.microsoft.com/office/drawing/2014/main" id="{7DE55CBC-F557-4947-ACAD-A00F19275986}"/>
              </a:ext>
            </a:extLst>
          </p:cNvPr>
          <p:cNvSpPr>
            <a:spLocks xmlns:a="http://schemas.openxmlformats.org/drawingml/2006/main" noGrp="1"/>
          </p:cNvSpPr>
          <p:nvPr/>
        </p:nvSpPr>
        <p:spPr>
          <a:xfrm xmlns:a="http://schemas.openxmlformats.org/drawingml/2006/main">
            <a:off x="2284095" y="2743200"/>
            <a:ext cx="7239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0">
                <a:solidFill>
                  <a:srgbClr val="5D6873"/>
                </a:solidFill>
                <a:latin typeface="Arial"/>
                <a:ea typeface="Arial"/>
                <a:cs typeface="Arial"/>
              </a:rPr>
              <a:t>b = 0.35</a:t>
            </a:r>
            <a:endParaRPr sz="900"/>
          </a:p>
        </p:txBody>
      </p:sp>
      <p:sp>
        <p:nvSpPr>
          <p:cNvPr id="15" name="Text 15">
            <a:extLst xmlns:a="http://schemas.openxmlformats.org/drawingml/2006/main">
              <a:ext uri="{FF2B5EF4-FFF2-40B4-BE49-F238E27FC236}">
                <a16:creationId xmlns:a16="http://schemas.microsoft.com/office/drawing/2014/main" id="{71FDCCBA-598A-4246-A671-BE432C343AAC}"/>
              </a:ext>
            </a:extLst>
          </p:cNvPr>
          <p:cNvSpPr>
            <a:spLocks xmlns:a="http://schemas.openxmlformats.org/drawingml/2006/main" noGrp="1"/>
          </p:cNvSpPr>
          <p:nvPr/>
        </p:nvSpPr>
        <p:spPr>
          <a:xfrm xmlns:a="http://schemas.openxmlformats.org/drawingml/2006/main">
            <a:off x="5353050" y="2743200"/>
            <a:ext cx="381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900" b="0">
                <a:solidFill>
                  <a:srgbClr val="5D6873"/>
                </a:solidFill>
                <a:latin typeface="Arial"/>
                <a:ea typeface="Arial"/>
                <a:cs typeface="Arial"/>
              </a:rPr>
              <a:t>1.00</a:t>
            </a:r>
            <a:endParaRPr sz="900"/>
          </a:p>
        </p:txBody>
      </p:sp>
      <p:sp>
        <p:nvSpPr>
          <p:cNvPr id="16" name="Text 16">
            <a:extLst xmlns:a="http://schemas.openxmlformats.org/drawingml/2006/main">
              <a:ext uri="{FF2B5EF4-FFF2-40B4-BE49-F238E27FC236}">
                <a16:creationId xmlns:a16="http://schemas.microsoft.com/office/drawing/2014/main" id="{35431E83-BBB7-4056-BE31-EAE16888BA0C}"/>
              </a:ext>
            </a:extLst>
          </p:cNvPr>
          <p:cNvSpPr>
            <a:spLocks xmlns:a="http://schemas.openxmlformats.org/drawingml/2006/main" noGrp="1"/>
          </p:cNvSpPr>
          <p:nvPr/>
        </p:nvSpPr>
        <p:spPr>
          <a:xfrm xmlns:a="http://schemas.openxmlformats.org/drawingml/2006/main">
            <a:off x="1523047" y="2190750"/>
            <a:ext cx="6858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0">
                <a:solidFill>
                  <a:srgbClr val="5D6873"/>
                </a:solidFill>
                <a:latin typeface="Arial"/>
                <a:ea typeface="Arial"/>
                <a:cs typeface="Arial"/>
              </a:rPr>
              <a:t>graded</a:t>
            </a:r>
            <a:endParaRPr sz="900"/>
          </a:p>
        </p:txBody>
      </p:sp>
      <p:sp>
        <p:nvSpPr>
          <p:cNvPr id="17" name="Text 17">
            <a:extLst xmlns:a="http://schemas.openxmlformats.org/drawingml/2006/main">
              <a:ext uri="{FF2B5EF4-FFF2-40B4-BE49-F238E27FC236}">
                <a16:creationId xmlns:a16="http://schemas.microsoft.com/office/drawing/2014/main" id="{9CD19122-A49F-4F36-BE10-281B98127DFA}"/>
              </a:ext>
            </a:extLst>
          </p:cNvPr>
          <p:cNvSpPr>
            <a:spLocks xmlns:a="http://schemas.openxmlformats.org/drawingml/2006/main" noGrp="1"/>
          </p:cNvSpPr>
          <p:nvPr/>
        </p:nvSpPr>
        <p:spPr>
          <a:xfrm xmlns:a="http://schemas.openxmlformats.org/drawingml/2006/main">
            <a:off x="2722245" y="1943100"/>
            <a:ext cx="2821305"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1">
                <a:solidFill>
                  <a:srgbClr val="D71920"/>
                </a:solidFill>
                <a:latin typeface="Arial"/>
                <a:ea typeface="Arial"/>
                <a:cs typeface="Arial"/>
              </a:rPr>
              <a:t>fully active</a:t>
            </a:r>
            <a:endParaRPr sz="900"/>
          </a:p>
        </p:txBody>
      </p:sp>
      <p:sp>
        <p:nvSpPr>
          <p:cNvPr id="18" name="Text 18">
            <a:extLst xmlns:a="http://schemas.openxmlformats.org/drawingml/2006/main">
              <a:ext uri="{FF2B5EF4-FFF2-40B4-BE49-F238E27FC236}">
                <a16:creationId xmlns:a16="http://schemas.microsoft.com/office/drawing/2014/main" id="{14E8851F-A2D2-4976-8EF6-4C0A0624B1C3}"/>
              </a:ext>
            </a:extLst>
          </p:cNvPr>
          <p:cNvSpPr>
            <a:spLocks xmlns:a="http://schemas.openxmlformats.org/drawingml/2006/main" noGrp="1"/>
          </p:cNvSpPr>
          <p:nvPr/>
        </p:nvSpPr>
        <p:spPr>
          <a:xfrm xmlns:a="http://schemas.openxmlformats.org/drawingml/2006/main">
            <a:off x="1466850" y="2990850"/>
            <a:ext cx="36957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17212B"/>
                </a:solidFill>
                <a:latin typeface="Arial"/>
                <a:ea typeface="Arial"/>
                <a:cs typeface="Arial"/>
              </a:rPr>
              <a:t>x = crypto activities / all activities</a:t>
            </a:r>
            <a:endParaRPr sz="1000"/>
          </a:p>
        </p:txBody>
      </p:sp>
      <p:sp>
        <p:nvSpPr>
          <p:cNvPr id="19" name="Text 19">
            <a:extLst xmlns:a="http://schemas.openxmlformats.org/drawingml/2006/main">
              <a:ext uri="{FF2B5EF4-FFF2-40B4-BE49-F238E27FC236}">
                <a16:creationId xmlns:a16="http://schemas.microsoft.com/office/drawing/2014/main" id="{82ADD1DF-7DFC-4A53-99E2-E42938CAB32D}"/>
              </a:ext>
            </a:extLst>
          </p:cNvPr>
          <p:cNvSpPr>
            <a:spLocks xmlns:a="http://schemas.openxmlformats.org/drawingml/2006/main" noGrp="1"/>
          </p:cNvSpPr>
          <p:nvPr/>
        </p:nvSpPr>
        <p:spPr>
          <a:xfrm xmlns:a="http://schemas.openxmlformats.org/drawingml/2006/main">
            <a:off x="6477000" y="1466850"/>
            <a:ext cx="5143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17212B"/>
                </a:solidFill>
                <a:latin typeface="Arial"/>
                <a:ea typeface="Arial"/>
                <a:cs typeface="Arial"/>
              </a:rPr>
              <a:t>Cross-border payments</a:t>
            </a:r>
            <a:endParaRPr sz="1500"/>
          </a:p>
        </p:txBody>
      </p:sp>
      <p:sp>
        <p:nvSpPr>
          <p:cNvPr id="20" name="Text 20">
            <a:extLst xmlns:a="http://schemas.openxmlformats.org/drawingml/2006/main">
              <a:ext uri="{FF2B5EF4-FFF2-40B4-BE49-F238E27FC236}">
                <a16:creationId xmlns:a16="http://schemas.microsoft.com/office/drawing/2014/main" id="{CA527E8D-847A-475F-88BC-A6A1B706671B}"/>
              </a:ext>
            </a:extLst>
          </p:cNvPr>
          <p:cNvSpPr>
            <a:spLocks xmlns:a="http://schemas.openxmlformats.org/drawingml/2006/main" noGrp="1"/>
          </p:cNvSpPr>
          <p:nvPr/>
        </p:nvSpPr>
        <p:spPr>
          <a:xfrm xmlns:a="http://schemas.openxmlformats.org/drawingml/2006/main">
            <a:off x="6991350" y="1714500"/>
            <a:ext cx="123825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a:solidFill>
                  <a:srgbClr val="5D6873"/>
                </a:solidFill>
                <a:latin typeface="Arial"/>
                <a:ea typeface="Arial"/>
                <a:cs typeface="Arial"/>
              </a:rPr>
              <a:t>membership μ(x)</a:t>
            </a:r>
            <a:endParaRPr sz="1000"/>
          </a:p>
        </p:txBody>
      </p:sp>
      <p:sp>
        <p:nvSpPr>
          <p:cNvPr id="21" name="Connector 21">
            <a:extLst xmlns:a="http://schemas.openxmlformats.org/drawingml/2006/main">
              <a:ext uri="{FF2B5EF4-FFF2-40B4-BE49-F238E27FC236}">
                <a16:creationId xmlns:a16="http://schemas.microsoft.com/office/drawing/2014/main" id="{26C52C13-F516-4EA3-929E-85019B04671C}"/>
              </a:ext>
            </a:extLst>
          </p:cNvPr>
          <p:cNvSpPr>
            <a:spLocks xmlns:a="http://schemas.openxmlformats.org/drawingml/2006/main" noGrp="1"/>
          </p:cNvSpPr>
          <p:nvPr/>
        </p:nvSpPr>
        <p:spPr>
          <a:xfrm xmlns:a="http://schemas.openxmlformats.org/drawingml/2006/main">
            <a:off x="6991350" y="1905000"/>
            <a:ext cx="0" cy="762000"/>
          </a:xfrm>
          <a:prstGeom xmlns:a="http://schemas.openxmlformats.org/drawingml/2006/main" prst="line">
            <a:avLst/>
          </a:prstGeom>
          <a:ln xmlns:a="http://schemas.openxmlformats.org/drawingml/2006/main" w="12700">
            <a:solidFill>
              <a:srgbClr val="384754"/>
            </a:solidFill>
          </a:ln>
        </p:spPr>
      </p:sp>
      <p:sp>
        <p:nvSpPr>
          <p:cNvPr id="22" name="Connector 22">
            <a:extLst xmlns:a="http://schemas.openxmlformats.org/drawingml/2006/main">
              <a:ext uri="{FF2B5EF4-FFF2-40B4-BE49-F238E27FC236}">
                <a16:creationId xmlns:a16="http://schemas.microsoft.com/office/drawing/2014/main" id="{94527118-8938-49D8-B543-57F900758A65}"/>
              </a:ext>
            </a:extLst>
          </p:cNvPr>
          <p:cNvSpPr>
            <a:spLocks xmlns:a="http://schemas.openxmlformats.org/drawingml/2006/main" noGrp="1"/>
          </p:cNvSpPr>
          <p:nvPr/>
        </p:nvSpPr>
        <p:spPr>
          <a:xfrm xmlns:a="http://schemas.openxmlformats.org/drawingml/2006/main">
            <a:off x="6991350" y="2667000"/>
            <a:ext cx="4457700" cy="0"/>
          </a:xfrm>
          <a:prstGeom xmlns:a="http://schemas.openxmlformats.org/drawingml/2006/main" prst="line">
            <a:avLst/>
          </a:prstGeom>
          <a:ln xmlns:a="http://schemas.openxmlformats.org/drawingml/2006/main" w="12700">
            <a:solidFill>
              <a:srgbClr val="384754"/>
            </a:solidFill>
          </a:ln>
        </p:spPr>
      </p:sp>
      <p:sp>
        <p:nvSpPr>
          <p:cNvPr id="23" name="Connector 23">
            <a:extLst xmlns:a="http://schemas.openxmlformats.org/drawingml/2006/main">
              <a:ext uri="{FF2B5EF4-FFF2-40B4-BE49-F238E27FC236}">
                <a16:creationId xmlns:a16="http://schemas.microsoft.com/office/drawing/2014/main" id="{3EB3E9E6-846E-490D-9B7D-4EC33B300C3A}"/>
              </a:ext>
            </a:extLst>
          </p:cNvPr>
          <p:cNvSpPr>
            <a:spLocks xmlns:a="http://schemas.openxmlformats.org/drawingml/2006/main" noGrp="1"/>
          </p:cNvSpPr>
          <p:nvPr/>
        </p:nvSpPr>
        <p:spPr>
          <a:xfrm xmlns:a="http://schemas.openxmlformats.org/drawingml/2006/main">
            <a:off x="6991350" y="2667000"/>
            <a:ext cx="445770" cy="0"/>
          </a:xfrm>
          <a:prstGeom xmlns:a="http://schemas.openxmlformats.org/drawingml/2006/main" prst="line">
            <a:avLst/>
          </a:prstGeom>
          <a:ln xmlns:a="http://schemas.openxmlformats.org/drawingml/2006/main" w="38100">
            <a:solidFill>
              <a:srgbClr val="2A5B84"/>
            </a:solidFill>
          </a:ln>
        </p:spPr>
      </p:sp>
      <p:sp>
        <p:nvSpPr>
          <p:cNvPr id="24" name="Connector 24">
            <a:extLst xmlns:a="http://schemas.openxmlformats.org/drawingml/2006/main">
              <a:ext uri="{FF2B5EF4-FFF2-40B4-BE49-F238E27FC236}">
                <a16:creationId xmlns:a16="http://schemas.microsoft.com/office/drawing/2014/main" id="{47B09AE7-87D7-46FF-A66B-901F7B9AA62F}"/>
              </a:ext>
            </a:extLst>
          </p:cNvPr>
          <p:cNvSpPr>
            <a:spLocks xmlns:a="http://schemas.openxmlformats.org/drawingml/2006/main" noGrp="1"/>
          </p:cNvSpPr>
          <p:nvPr/>
        </p:nvSpPr>
        <p:spPr>
          <a:xfrm xmlns:a="http://schemas.openxmlformats.org/drawingml/2006/main" flipV="1">
            <a:off x="7437120" y="1905000"/>
            <a:ext cx="2228850" cy="762000"/>
          </a:xfrm>
          <a:prstGeom xmlns:a="http://schemas.openxmlformats.org/drawingml/2006/main" prst="line">
            <a:avLst/>
          </a:prstGeom>
          <a:ln xmlns:a="http://schemas.openxmlformats.org/drawingml/2006/main" w="50800">
            <a:solidFill>
              <a:srgbClr val="2A5B84"/>
            </a:solidFill>
          </a:ln>
        </p:spPr>
      </p:sp>
      <p:sp>
        <p:nvSpPr>
          <p:cNvPr id="25" name="Connector 25">
            <a:extLst xmlns:a="http://schemas.openxmlformats.org/drawingml/2006/main">
              <a:ext uri="{FF2B5EF4-FFF2-40B4-BE49-F238E27FC236}">
                <a16:creationId xmlns:a16="http://schemas.microsoft.com/office/drawing/2014/main" id="{921D8AC0-68EC-4726-88CE-6B309A597B07}"/>
              </a:ext>
            </a:extLst>
          </p:cNvPr>
          <p:cNvSpPr>
            <a:spLocks xmlns:a="http://schemas.openxmlformats.org/drawingml/2006/main" noGrp="1"/>
          </p:cNvSpPr>
          <p:nvPr/>
        </p:nvSpPr>
        <p:spPr>
          <a:xfrm xmlns:a="http://schemas.openxmlformats.org/drawingml/2006/main">
            <a:off x="9665970" y="1905000"/>
            <a:ext cx="1783080" cy="0"/>
          </a:xfrm>
          <a:prstGeom xmlns:a="http://schemas.openxmlformats.org/drawingml/2006/main" prst="line">
            <a:avLst/>
          </a:prstGeom>
          <a:ln xmlns:a="http://schemas.openxmlformats.org/drawingml/2006/main" w="50800">
            <a:solidFill>
              <a:srgbClr val="2A5B84"/>
            </a:solidFill>
          </a:ln>
        </p:spPr>
      </p:sp>
      <p:sp>
        <p:nvSpPr>
          <p:cNvPr id="26" name="Text 26">
            <a:extLst xmlns:a="http://schemas.openxmlformats.org/drawingml/2006/main">
              <a:ext uri="{FF2B5EF4-FFF2-40B4-BE49-F238E27FC236}">
                <a16:creationId xmlns:a16="http://schemas.microsoft.com/office/drawing/2014/main" id="{A9BCB56B-CFD6-47D6-9E15-7E5E8DB83CF2}"/>
              </a:ext>
            </a:extLst>
          </p:cNvPr>
          <p:cNvSpPr>
            <a:spLocks xmlns:a="http://schemas.openxmlformats.org/drawingml/2006/main" noGrp="1"/>
          </p:cNvSpPr>
          <p:nvPr/>
        </p:nvSpPr>
        <p:spPr>
          <a:xfrm xmlns:a="http://schemas.openxmlformats.org/drawingml/2006/main">
            <a:off x="6743700" y="1828800"/>
            <a:ext cx="190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1</a:t>
            </a:r>
            <a:endParaRPr sz="1000"/>
          </a:p>
        </p:txBody>
      </p:sp>
      <p:sp>
        <p:nvSpPr>
          <p:cNvPr id="27" name="Text 27">
            <a:extLst xmlns:a="http://schemas.openxmlformats.org/drawingml/2006/main">
              <a:ext uri="{FF2B5EF4-FFF2-40B4-BE49-F238E27FC236}">
                <a16:creationId xmlns:a16="http://schemas.microsoft.com/office/drawing/2014/main" id="{0715C1F9-84C1-4B16-BB35-B157C8F57B4A}"/>
              </a:ext>
            </a:extLst>
          </p:cNvPr>
          <p:cNvSpPr>
            <a:spLocks xmlns:a="http://schemas.openxmlformats.org/drawingml/2006/main" noGrp="1"/>
          </p:cNvSpPr>
          <p:nvPr/>
        </p:nvSpPr>
        <p:spPr>
          <a:xfrm xmlns:a="http://schemas.openxmlformats.org/drawingml/2006/main">
            <a:off x="6743700" y="2600325"/>
            <a:ext cx="190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0</a:t>
            </a:r>
            <a:endParaRPr sz="1000"/>
          </a:p>
        </p:txBody>
      </p:sp>
      <p:sp>
        <p:nvSpPr>
          <p:cNvPr id="28" name="Text 28">
            <a:extLst xmlns:a="http://schemas.openxmlformats.org/drawingml/2006/main">
              <a:ext uri="{FF2B5EF4-FFF2-40B4-BE49-F238E27FC236}">
                <a16:creationId xmlns:a16="http://schemas.microsoft.com/office/drawing/2014/main" id="{186B726B-FA6D-4A1E-B50B-706FB2F19797}"/>
              </a:ext>
            </a:extLst>
          </p:cNvPr>
          <p:cNvSpPr>
            <a:spLocks xmlns:a="http://schemas.openxmlformats.org/drawingml/2006/main" noGrp="1"/>
          </p:cNvSpPr>
          <p:nvPr/>
        </p:nvSpPr>
        <p:spPr>
          <a:xfrm xmlns:a="http://schemas.openxmlformats.org/drawingml/2006/main">
            <a:off x="6800850" y="2743200"/>
            <a:ext cx="381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0">
                <a:solidFill>
                  <a:srgbClr val="5D6873"/>
                </a:solidFill>
                <a:latin typeface="Arial"/>
                <a:ea typeface="Arial"/>
                <a:cs typeface="Arial"/>
              </a:rPr>
              <a:t>0.00</a:t>
            </a:r>
            <a:endParaRPr sz="900"/>
          </a:p>
        </p:txBody>
      </p:sp>
      <p:sp>
        <p:nvSpPr>
          <p:cNvPr id="29" name="Text 29">
            <a:extLst xmlns:a="http://schemas.openxmlformats.org/drawingml/2006/main">
              <a:ext uri="{FF2B5EF4-FFF2-40B4-BE49-F238E27FC236}">
                <a16:creationId xmlns:a16="http://schemas.microsoft.com/office/drawing/2014/main" id="{C9D2E2D7-3852-45CC-B1BE-114C1E8C94ED}"/>
              </a:ext>
            </a:extLst>
          </p:cNvPr>
          <p:cNvSpPr>
            <a:spLocks xmlns:a="http://schemas.openxmlformats.org/drawingml/2006/main" noGrp="1"/>
          </p:cNvSpPr>
          <p:nvPr/>
        </p:nvSpPr>
        <p:spPr>
          <a:xfrm xmlns:a="http://schemas.openxmlformats.org/drawingml/2006/main">
            <a:off x="7075170" y="2743200"/>
            <a:ext cx="7239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0">
                <a:solidFill>
                  <a:srgbClr val="5D6873"/>
                </a:solidFill>
                <a:latin typeface="Arial"/>
                <a:ea typeface="Arial"/>
                <a:cs typeface="Arial"/>
              </a:rPr>
              <a:t>a = 0.10</a:t>
            </a:r>
            <a:endParaRPr sz="900"/>
          </a:p>
        </p:txBody>
      </p:sp>
      <p:sp>
        <p:nvSpPr>
          <p:cNvPr id="30" name="Text 30">
            <a:extLst xmlns:a="http://schemas.openxmlformats.org/drawingml/2006/main">
              <a:ext uri="{FF2B5EF4-FFF2-40B4-BE49-F238E27FC236}">
                <a16:creationId xmlns:a16="http://schemas.microsoft.com/office/drawing/2014/main" id="{9E29B083-BAB2-4890-90CE-361ED06BA994}"/>
              </a:ext>
            </a:extLst>
          </p:cNvPr>
          <p:cNvSpPr>
            <a:spLocks xmlns:a="http://schemas.openxmlformats.org/drawingml/2006/main" noGrp="1"/>
          </p:cNvSpPr>
          <p:nvPr/>
        </p:nvSpPr>
        <p:spPr>
          <a:xfrm xmlns:a="http://schemas.openxmlformats.org/drawingml/2006/main">
            <a:off x="9304020" y="2743200"/>
            <a:ext cx="7239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0">
                <a:solidFill>
                  <a:srgbClr val="5D6873"/>
                </a:solidFill>
                <a:latin typeface="Arial"/>
                <a:ea typeface="Arial"/>
                <a:cs typeface="Arial"/>
              </a:rPr>
              <a:t>b = 0.60</a:t>
            </a:r>
            <a:endParaRPr sz="900"/>
          </a:p>
        </p:txBody>
      </p:sp>
      <p:sp>
        <p:nvSpPr>
          <p:cNvPr id="31" name="Text 31">
            <a:extLst xmlns:a="http://schemas.openxmlformats.org/drawingml/2006/main">
              <a:ext uri="{FF2B5EF4-FFF2-40B4-BE49-F238E27FC236}">
                <a16:creationId xmlns:a16="http://schemas.microsoft.com/office/drawing/2014/main" id="{A213C9B8-AEFF-416F-A9A9-CB41911D673A}"/>
              </a:ext>
            </a:extLst>
          </p:cNvPr>
          <p:cNvSpPr>
            <a:spLocks xmlns:a="http://schemas.openxmlformats.org/drawingml/2006/main" noGrp="1"/>
          </p:cNvSpPr>
          <p:nvPr/>
        </p:nvSpPr>
        <p:spPr>
          <a:xfrm xmlns:a="http://schemas.openxmlformats.org/drawingml/2006/main">
            <a:off x="11258550" y="2743200"/>
            <a:ext cx="381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900" b="0">
                <a:solidFill>
                  <a:srgbClr val="5D6873"/>
                </a:solidFill>
                <a:latin typeface="Arial"/>
                <a:ea typeface="Arial"/>
                <a:cs typeface="Arial"/>
              </a:rPr>
              <a:t>1.00</a:t>
            </a:r>
            <a:endParaRPr sz="900"/>
          </a:p>
        </p:txBody>
      </p:sp>
      <p:sp>
        <p:nvSpPr>
          <p:cNvPr id="32" name="Text 32">
            <a:extLst xmlns:a="http://schemas.openxmlformats.org/drawingml/2006/main">
              <a:ext uri="{FF2B5EF4-FFF2-40B4-BE49-F238E27FC236}">
                <a16:creationId xmlns:a16="http://schemas.microsoft.com/office/drawing/2014/main" id="{915F75AB-8D29-40D6-9684-8B21418DACCC}"/>
              </a:ext>
            </a:extLst>
          </p:cNvPr>
          <p:cNvSpPr>
            <a:spLocks xmlns:a="http://schemas.openxmlformats.org/drawingml/2006/main" noGrp="1"/>
          </p:cNvSpPr>
          <p:nvPr/>
        </p:nvSpPr>
        <p:spPr>
          <a:xfrm xmlns:a="http://schemas.openxmlformats.org/drawingml/2006/main">
            <a:off x="8208645" y="2190750"/>
            <a:ext cx="6858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0">
                <a:solidFill>
                  <a:srgbClr val="5D6873"/>
                </a:solidFill>
                <a:latin typeface="Arial"/>
                <a:ea typeface="Arial"/>
                <a:cs typeface="Arial"/>
              </a:rPr>
              <a:t>graded</a:t>
            </a:r>
            <a:endParaRPr sz="900"/>
          </a:p>
        </p:txBody>
      </p:sp>
      <p:sp>
        <p:nvSpPr>
          <p:cNvPr id="33" name="Text 33">
            <a:extLst xmlns:a="http://schemas.openxmlformats.org/drawingml/2006/main">
              <a:ext uri="{FF2B5EF4-FFF2-40B4-BE49-F238E27FC236}">
                <a16:creationId xmlns:a16="http://schemas.microsoft.com/office/drawing/2014/main" id="{3B696F56-FEBB-4B39-9DDD-30A96CFB89FF}"/>
              </a:ext>
            </a:extLst>
          </p:cNvPr>
          <p:cNvSpPr>
            <a:spLocks xmlns:a="http://schemas.openxmlformats.org/drawingml/2006/main" noGrp="1"/>
          </p:cNvSpPr>
          <p:nvPr/>
        </p:nvSpPr>
        <p:spPr>
          <a:xfrm xmlns:a="http://schemas.openxmlformats.org/drawingml/2006/main">
            <a:off x="9742170" y="1943100"/>
            <a:ext cx="170688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1">
                <a:solidFill>
                  <a:srgbClr val="2A5B84"/>
                </a:solidFill>
                <a:latin typeface="Arial"/>
                <a:ea typeface="Arial"/>
                <a:cs typeface="Arial"/>
              </a:rPr>
              <a:t>fully active</a:t>
            </a:r>
            <a:endParaRPr sz="900"/>
          </a:p>
        </p:txBody>
      </p:sp>
      <p:sp>
        <p:nvSpPr>
          <p:cNvPr id="34" name="Text 34">
            <a:extLst xmlns:a="http://schemas.openxmlformats.org/drawingml/2006/main">
              <a:ext uri="{FF2B5EF4-FFF2-40B4-BE49-F238E27FC236}">
                <a16:creationId xmlns:a16="http://schemas.microsoft.com/office/drawing/2014/main" id="{C4C4F3F5-A6D2-44DB-B628-BB1E7C33F5BE}"/>
              </a:ext>
            </a:extLst>
          </p:cNvPr>
          <p:cNvSpPr>
            <a:spLocks xmlns:a="http://schemas.openxmlformats.org/drawingml/2006/main" noGrp="1"/>
          </p:cNvSpPr>
          <p:nvPr/>
        </p:nvSpPr>
        <p:spPr>
          <a:xfrm xmlns:a="http://schemas.openxmlformats.org/drawingml/2006/main">
            <a:off x="7372350" y="2990850"/>
            <a:ext cx="36957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17212B"/>
                </a:solidFill>
                <a:latin typeface="Arial"/>
                <a:ea typeface="Arial"/>
                <a:cs typeface="Arial"/>
              </a:rPr>
              <a:t>x = foreign payments / all activities</a:t>
            </a:r>
            <a:endParaRPr sz="1000"/>
          </a:p>
        </p:txBody>
      </p:sp>
      <p:sp>
        <p:nvSpPr>
          <p:cNvPr id="35" name="Text 35">
            <a:extLst xmlns:a="http://schemas.openxmlformats.org/drawingml/2006/main">
              <a:ext uri="{FF2B5EF4-FFF2-40B4-BE49-F238E27FC236}">
                <a16:creationId xmlns:a16="http://schemas.microsoft.com/office/drawing/2014/main" id="{BE896931-E5F9-4E32-8EB4-05EF0EA53CB9}"/>
              </a:ext>
            </a:extLst>
          </p:cNvPr>
          <p:cNvSpPr>
            <a:spLocks xmlns:a="http://schemas.openxmlformats.org/drawingml/2006/main" noGrp="1"/>
          </p:cNvSpPr>
          <p:nvPr/>
        </p:nvSpPr>
        <p:spPr>
          <a:xfrm xmlns:a="http://schemas.openxmlformats.org/drawingml/2006/main">
            <a:off x="571500" y="3276600"/>
            <a:ext cx="5143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17212B"/>
                </a:solidFill>
                <a:latin typeface="Arial"/>
                <a:ea typeface="Arial"/>
                <a:cs typeface="Arial"/>
              </a:rPr>
              <a:t>Incomplete activity</a:t>
            </a:r>
            <a:endParaRPr sz="1500"/>
          </a:p>
        </p:txBody>
      </p:sp>
      <p:sp>
        <p:nvSpPr>
          <p:cNvPr id="36" name="Text 36">
            <a:extLst xmlns:a="http://schemas.openxmlformats.org/drawingml/2006/main">
              <a:ext uri="{FF2B5EF4-FFF2-40B4-BE49-F238E27FC236}">
                <a16:creationId xmlns:a16="http://schemas.microsoft.com/office/drawing/2014/main" id="{C6294F48-B4DB-42B0-BABD-125B58683CFB}"/>
              </a:ext>
            </a:extLst>
          </p:cNvPr>
          <p:cNvSpPr>
            <a:spLocks xmlns:a="http://schemas.openxmlformats.org/drawingml/2006/main" noGrp="1"/>
          </p:cNvSpPr>
          <p:nvPr/>
        </p:nvSpPr>
        <p:spPr>
          <a:xfrm xmlns:a="http://schemas.openxmlformats.org/drawingml/2006/main">
            <a:off x="1085850" y="3524250"/>
            <a:ext cx="123825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a:solidFill>
                  <a:srgbClr val="5D6873"/>
                </a:solidFill>
                <a:latin typeface="Arial"/>
                <a:ea typeface="Arial"/>
                <a:cs typeface="Arial"/>
              </a:rPr>
              <a:t>membership μ(x)</a:t>
            </a:r>
            <a:endParaRPr sz="1000"/>
          </a:p>
        </p:txBody>
      </p:sp>
      <p:sp>
        <p:nvSpPr>
          <p:cNvPr id="37" name="Connector 37">
            <a:extLst xmlns:a="http://schemas.openxmlformats.org/drawingml/2006/main">
              <a:ext uri="{FF2B5EF4-FFF2-40B4-BE49-F238E27FC236}">
                <a16:creationId xmlns:a16="http://schemas.microsoft.com/office/drawing/2014/main" id="{AC327618-C69E-4D66-8D38-56B9BA364C67}"/>
              </a:ext>
            </a:extLst>
          </p:cNvPr>
          <p:cNvSpPr>
            <a:spLocks xmlns:a="http://schemas.openxmlformats.org/drawingml/2006/main" noGrp="1"/>
          </p:cNvSpPr>
          <p:nvPr/>
        </p:nvSpPr>
        <p:spPr>
          <a:xfrm xmlns:a="http://schemas.openxmlformats.org/drawingml/2006/main">
            <a:off x="1085850" y="3714750"/>
            <a:ext cx="0" cy="762000"/>
          </a:xfrm>
          <a:prstGeom xmlns:a="http://schemas.openxmlformats.org/drawingml/2006/main" prst="line">
            <a:avLst/>
          </a:prstGeom>
          <a:ln xmlns:a="http://schemas.openxmlformats.org/drawingml/2006/main" w="12700">
            <a:solidFill>
              <a:srgbClr val="384754"/>
            </a:solidFill>
          </a:ln>
        </p:spPr>
      </p:sp>
      <p:sp>
        <p:nvSpPr>
          <p:cNvPr id="38" name="Connector 38">
            <a:extLst xmlns:a="http://schemas.openxmlformats.org/drawingml/2006/main">
              <a:ext uri="{FF2B5EF4-FFF2-40B4-BE49-F238E27FC236}">
                <a16:creationId xmlns:a16="http://schemas.microsoft.com/office/drawing/2014/main" id="{953D6052-DF61-4531-8853-FD7591A6F9F9}"/>
              </a:ext>
            </a:extLst>
          </p:cNvPr>
          <p:cNvSpPr>
            <a:spLocks xmlns:a="http://schemas.openxmlformats.org/drawingml/2006/main" noGrp="1"/>
          </p:cNvSpPr>
          <p:nvPr/>
        </p:nvSpPr>
        <p:spPr>
          <a:xfrm xmlns:a="http://schemas.openxmlformats.org/drawingml/2006/main">
            <a:off x="1085850" y="4476750"/>
            <a:ext cx="4457700" cy="0"/>
          </a:xfrm>
          <a:prstGeom xmlns:a="http://schemas.openxmlformats.org/drawingml/2006/main" prst="line">
            <a:avLst/>
          </a:prstGeom>
          <a:ln xmlns:a="http://schemas.openxmlformats.org/drawingml/2006/main" w="12700">
            <a:solidFill>
              <a:srgbClr val="384754"/>
            </a:solidFill>
          </a:ln>
        </p:spPr>
      </p:sp>
      <p:sp>
        <p:nvSpPr>
          <p:cNvPr id="39" name="Connector 39">
            <a:extLst xmlns:a="http://schemas.openxmlformats.org/drawingml/2006/main">
              <a:ext uri="{FF2B5EF4-FFF2-40B4-BE49-F238E27FC236}">
                <a16:creationId xmlns:a16="http://schemas.microsoft.com/office/drawing/2014/main" id="{0C7C0065-E7A6-4295-830D-165734F448F0}"/>
              </a:ext>
            </a:extLst>
          </p:cNvPr>
          <p:cNvSpPr>
            <a:spLocks xmlns:a="http://schemas.openxmlformats.org/drawingml/2006/main" noGrp="1"/>
          </p:cNvSpPr>
          <p:nvPr/>
        </p:nvSpPr>
        <p:spPr>
          <a:xfrm xmlns:a="http://schemas.openxmlformats.org/drawingml/2006/main">
            <a:off x="1085850" y="4476750"/>
            <a:ext cx="445770" cy="0"/>
          </a:xfrm>
          <a:prstGeom xmlns:a="http://schemas.openxmlformats.org/drawingml/2006/main" prst="line">
            <a:avLst/>
          </a:prstGeom>
          <a:ln xmlns:a="http://schemas.openxmlformats.org/drawingml/2006/main" w="38100">
            <a:solidFill>
              <a:srgbClr val="B46B13"/>
            </a:solidFill>
          </a:ln>
        </p:spPr>
      </p:sp>
      <p:sp>
        <p:nvSpPr>
          <p:cNvPr id="40" name="Connector 40">
            <a:extLst xmlns:a="http://schemas.openxmlformats.org/drawingml/2006/main">
              <a:ext uri="{FF2B5EF4-FFF2-40B4-BE49-F238E27FC236}">
                <a16:creationId xmlns:a16="http://schemas.microsoft.com/office/drawing/2014/main" id="{09840870-7018-4F3B-A294-DB7A56F0927F}"/>
              </a:ext>
            </a:extLst>
          </p:cNvPr>
          <p:cNvSpPr>
            <a:spLocks xmlns:a="http://schemas.openxmlformats.org/drawingml/2006/main" noGrp="1"/>
          </p:cNvSpPr>
          <p:nvPr/>
        </p:nvSpPr>
        <p:spPr>
          <a:xfrm xmlns:a="http://schemas.openxmlformats.org/drawingml/2006/main" flipV="1">
            <a:off x="1531620" y="3714750"/>
            <a:ext cx="1783080" cy="762000"/>
          </a:xfrm>
          <a:prstGeom xmlns:a="http://schemas.openxmlformats.org/drawingml/2006/main" prst="line">
            <a:avLst/>
          </a:prstGeom>
          <a:ln xmlns:a="http://schemas.openxmlformats.org/drawingml/2006/main" w="50800">
            <a:solidFill>
              <a:srgbClr val="B46B13"/>
            </a:solidFill>
          </a:ln>
        </p:spPr>
      </p:sp>
      <p:sp>
        <p:nvSpPr>
          <p:cNvPr id="41" name="Connector 41">
            <a:extLst xmlns:a="http://schemas.openxmlformats.org/drawingml/2006/main">
              <a:ext uri="{FF2B5EF4-FFF2-40B4-BE49-F238E27FC236}">
                <a16:creationId xmlns:a16="http://schemas.microsoft.com/office/drawing/2014/main" id="{2EDE65D8-4657-4A93-9431-EE926AA49747}"/>
              </a:ext>
            </a:extLst>
          </p:cNvPr>
          <p:cNvSpPr>
            <a:spLocks xmlns:a="http://schemas.openxmlformats.org/drawingml/2006/main" noGrp="1"/>
          </p:cNvSpPr>
          <p:nvPr/>
        </p:nvSpPr>
        <p:spPr>
          <a:xfrm xmlns:a="http://schemas.openxmlformats.org/drawingml/2006/main">
            <a:off x="3314700" y="3714750"/>
            <a:ext cx="2228850" cy="0"/>
          </a:xfrm>
          <a:prstGeom xmlns:a="http://schemas.openxmlformats.org/drawingml/2006/main" prst="line">
            <a:avLst/>
          </a:prstGeom>
          <a:ln xmlns:a="http://schemas.openxmlformats.org/drawingml/2006/main" w="50800">
            <a:solidFill>
              <a:srgbClr val="B46B13"/>
            </a:solidFill>
          </a:ln>
        </p:spPr>
      </p:sp>
      <p:sp>
        <p:nvSpPr>
          <p:cNvPr id="42" name="Text 42">
            <a:extLst xmlns:a="http://schemas.openxmlformats.org/drawingml/2006/main">
              <a:ext uri="{FF2B5EF4-FFF2-40B4-BE49-F238E27FC236}">
                <a16:creationId xmlns:a16="http://schemas.microsoft.com/office/drawing/2014/main" id="{683CC0E3-7766-442C-B402-1A0722E73079}"/>
              </a:ext>
            </a:extLst>
          </p:cNvPr>
          <p:cNvSpPr>
            <a:spLocks xmlns:a="http://schemas.openxmlformats.org/drawingml/2006/main" noGrp="1"/>
          </p:cNvSpPr>
          <p:nvPr/>
        </p:nvSpPr>
        <p:spPr>
          <a:xfrm xmlns:a="http://schemas.openxmlformats.org/drawingml/2006/main">
            <a:off x="838200" y="3638550"/>
            <a:ext cx="190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1</a:t>
            </a:r>
            <a:endParaRPr sz="1000"/>
          </a:p>
        </p:txBody>
      </p:sp>
      <p:sp>
        <p:nvSpPr>
          <p:cNvPr id="43" name="Text 43">
            <a:extLst xmlns:a="http://schemas.openxmlformats.org/drawingml/2006/main">
              <a:ext uri="{FF2B5EF4-FFF2-40B4-BE49-F238E27FC236}">
                <a16:creationId xmlns:a16="http://schemas.microsoft.com/office/drawing/2014/main" id="{682DEE83-3C0C-44A3-9194-1958C221EB94}"/>
              </a:ext>
            </a:extLst>
          </p:cNvPr>
          <p:cNvSpPr>
            <a:spLocks xmlns:a="http://schemas.openxmlformats.org/drawingml/2006/main" noGrp="1"/>
          </p:cNvSpPr>
          <p:nvPr/>
        </p:nvSpPr>
        <p:spPr>
          <a:xfrm xmlns:a="http://schemas.openxmlformats.org/drawingml/2006/main">
            <a:off x="838200" y="4410075"/>
            <a:ext cx="190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0</a:t>
            </a:r>
            <a:endParaRPr sz="1000"/>
          </a:p>
        </p:txBody>
      </p:sp>
      <p:sp>
        <p:nvSpPr>
          <p:cNvPr id="44" name="Text 44">
            <a:extLst xmlns:a="http://schemas.openxmlformats.org/drawingml/2006/main">
              <a:ext uri="{FF2B5EF4-FFF2-40B4-BE49-F238E27FC236}">
                <a16:creationId xmlns:a16="http://schemas.microsoft.com/office/drawing/2014/main" id="{93BD8945-863F-4FE1-A344-B27F7D0DC08F}"/>
              </a:ext>
            </a:extLst>
          </p:cNvPr>
          <p:cNvSpPr>
            <a:spLocks xmlns:a="http://schemas.openxmlformats.org/drawingml/2006/main" noGrp="1"/>
          </p:cNvSpPr>
          <p:nvPr/>
        </p:nvSpPr>
        <p:spPr>
          <a:xfrm xmlns:a="http://schemas.openxmlformats.org/drawingml/2006/main">
            <a:off x="895350" y="4552950"/>
            <a:ext cx="381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0">
                <a:solidFill>
                  <a:srgbClr val="5D6873"/>
                </a:solidFill>
                <a:latin typeface="Arial"/>
                <a:ea typeface="Arial"/>
                <a:cs typeface="Arial"/>
              </a:rPr>
              <a:t>0.00</a:t>
            </a:r>
            <a:endParaRPr sz="900"/>
          </a:p>
        </p:txBody>
      </p:sp>
      <p:sp>
        <p:nvSpPr>
          <p:cNvPr id="45" name="Text 45">
            <a:extLst xmlns:a="http://schemas.openxmlformats.org/drawingml/2006/main">
              <a:ext uri="{FF2B5EF4-FFF2-40B4-BE49-F238E27FC236}">
                <a16:creationId xmlns:a16="http://schemas.microsoft.com/office/drawing/2014/main" id="{51DDB03B-5A84-45A2-93C8-7159FC577188}"/>
              </a:ext>
            </a:extLst>
          </p:cNvPr>
          <p:cNvSpPr>
            <a:spLocks xmlns:a="http://schemas.openxmlformats.org/drawingml/2006/main" noGrp="1"/>
          </p:cNvSpPr>
          <p:nvPr/>
        </p:nvSpPr>
        <p:spPr>
          <a:xfrm xmlns:a="http://schemas.openxmlformats.org/drawingml/2006/main">
            <a:off x="1169670" y="4552950"/>
            <a:ext cx="7239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0">
                <a:solidFill>
                  <a:srgbClr val="5D6873"/>
                </a:solidFill>
                <a:latin typeface="Arial"/>
                <a:ea typeface="Arial"/>
                <a:cs typeface="Arial"/>
              </a:rPr>
              <a:t>a = 0.10</a:t>
            </a:r>
            <a:endParaRPr sz="900"/>
          </a:p>
        </p:txBody>
      </p:sp>
      <p:sp>
        <p:nvSpPr>
          <p:cNvPr id="46" name="Text 46">
            <a:extLst xmlns:a="http://schemas.openxmlformats.org/drawingml/2006/main">
              <a:ext uri="{FF2B5EF4-FFF2-40B4-BE49-F238E27FC236}">
                <a16:creationId xmlns:a16="http://schemas.microsoft.com/office/drawing/2014/main" id="{355371A3-D40B-417D-A6B5-3E8006A3991A}"/>
              </a:ext>
            </a:extLst>
          </p:cNvPr>
          <p:cNvSpPr>
            <a:spLocks xmlns:a="http://schemas.openxmlformats.org/drawingml/2006/main" noGrp="1"/>
          </p:cNvSpPr>
          <p:nvPr/>
        </p:nvSpPr>
        <p:spPr>
          <a:xfrm xmlns:a="http://schemas.openxmlformats.org/drawingml/2006/main">
            <a:off x="2952750" y="4552950"/>
            <a:ext cx="7239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0">
                <a:solidFill>
                  <a:srgbClr val="5D6873"/>
                </a:solidFill>
                <a:latin typeface="Arial"/>
                <a:ea typeface="Arial"/>
                <a:cs typeface="Arial"/>
              </a:rPr>
              <a:t>b = 0.50</a:t>
            </a:r>
            <a:endParaRPr sz="900"/>
          </a:p>
        </p:txBody>
      </p:sp>
      <p:sp>
        <p:nvSpPr>
          <p:cNvPr id="47" name="Text 47">
            <a:extLst xmlns:a="http://schemas.openxmlformats.org/drawingml/2006/main">
              <a:ext uri="{FF2B5EF4-FFF2-40B4-BE49-F238E27FC236}">
                <a16:creationId xmlns:a16="http://schemas.microsoft.com/office/drawing/2014/main" id="{7AAAE635-2160-4B4E-810D-FACB8434AC21}"/>
              </a:ext>
            </a:extLst>
          </p:cNvPr>
          <p:cNvSpPr>
            <a:spLocks xmlns:a="http://schemas.openxmlformats.org/drawingml/2006/main" noGrp="1"/>
          </p:cNvSpPr>
          <p:nvPr/>
        </p:nvSpPr>
        <p:spPr>
          <a:xfrm xmlns:a="http://schemas.openxmlformats.org/drawingml/2006/main">
            <a:off x="5353050" y="4552950"/>
            <a:ext cx="381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900" b="0">
                <a:solidFill>
                  <a:srgbClr val="5D6873"/>
                </a:solidFill>
                <a:latin typeface="Arial"/>
                <a:ea typeface="Arial"/>
                <a:cs typeface="Arial"/>
              </a:rPr>
              <a:t>1.00</a:t>
            </a:r>
            <a:endParaRPr sz="900"/>
          </a:p>
        </p:txBody>
      </p:sp>
      <p:sp>
        <p:nvSpPr>
          <p:cNvPr id="48" name="Text 48">
            <a:extLst xmlns:a="http://schemas.openxmlformats.org/drawingml/2006/main">
              <a:ext uri="{FF2B5EF4-FFF2-40B4-BE49-F238E27FC236}">
                <a16:creationId xmlns:a16="http://schemas.microsoft.com/office/drawing/2014/main" id="{55B35203-7A6A-4600-8DE3-0FFB9BA920DE}"/>
              </a:ext>
            </a:extLst>
          </p:cNvPr>
          <p:cNvSpPr>
            <a:spLocks xmlns:a="http://schemas.openxmlformats.org/drawingml/2006/main" noGrp="1"/>
          </p:cNvSpPr>
          <p:nvPr/>
        </p:nvSpPr>
        <p:spPr>
          <a:xfrm xmlns:a="http://schemas.openxmlformats.org/drawingml/2006/main">
            <a:off x="2080260" y="4000500"/>
            <a:ext cx="6858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0">
                <a:solidFill>
                  <a:srgbClr val="5D6873"/>
                </a:solidFill>
                <a:latin typeface="Arial"/>
                <a:ea typeface="Arial"/>
                <a:cs typeface="Arial"/>
              </a:rPr>
              <a:t>graded</a:t>
            </a:r>
            <a:endParaRPr sz="900"/>
          </a:p>
        </p:txBody>
      </p:sp>
      <p:sp>
        <p:nvSpPr>
          <p:cNvPr id="49" name="Text 49">
            <a:extLst xmlns:a="http://schemas.openxmlformats.org/drawingml/2006/main">
              <a:ext uri="{FF2B5EF4-FFF2-40B4-BE49-F238E27FC236}">
                <a16:creationId xmlns:a16="http://schemas.microsoft.com/office/drawing/2014/main" id="{BF21BDF3-E3DA-4FB6-AB6F-F8EB8F980C4C}"/>
              </a:ext>
            </a:extLst>
          </p:cNvPr>
          <p:cNvSpPr>
            <a:spLocks xmlns:a="http://schemas.openxmlformats.org/drawingml/2006/main" noGrp="1"/>
          </p:cNvSpPr>
          <p:nvPr/>
        </p:nvSpPr>
        <p:spPr>
          <a:xfrm xmlns:a="http://schemas.openxmlformats.org/drawingml/2006/main">
            <a:off x="3390900" y="3752850"/>
            <a:ext cx="215265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1">
                <a:solidFill>
                  <a:srgbClr val="B46B13"/>
                </a:solidFill>
                <a:latin typeface="Arial"/>
                <a:ea typeface="Arial"/>
                <a:cs typeface="Arial"/>
              </a:rPr>
              <a:t>fully active</a:t>
            </a:r>
            <a:endParaRPr sz="900"/>
          </a:p>
        </p:txBody>
      </p:sp>
      <p:sp>
        <p:nvSpPr>
          <p:cNvPr id="50" name="Text 50">
            <a:extLst xmlns:a="http://schemas.openxmlformats.org/drawingml/2006/main">
              <a:ext uri="{FF2B5EF4-FFF2-40B4-BE49-F238E27FC236}">
                <a16:creationId xmlns:a16="http://schemas.microsoft.com/office/drawing/2014/main" id="{8EDFF790-0DAC-44BD-8A8D-6D1ABA23FAEE}"/>
              </a:ext>
            </a:extLst>
          </p:cNvPr>
          <p:cNvSpPr>
            <a:spLocks xmlns:a="http://schemas.openxmlformats.org/drawingml/2006/main" noGrp="1"/>
          </p:cNvSpPr>
          <p:nvPr/>
        </p:nvSpPr>
        <p:spPr>
          <a:xfrm xmlns:a="http://schemas.openxmlformats.org/drawingml/2006/main">
            <a:off x="1466850" y="4800600"/>
            <a:ext cx="36957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17212B"/>
                </a:solidFill>
                <a:latin typeface="Arial"/>
                <a:ea typeface="Arial"/>
                <a:cs typeface="Arial"/>
              </a:rPr>
              <a:t>x = incomplete activities / all activities</a:t>
            </a:r>
            <a:endParaRPr sz="1000"/>
          </a:p>
        </p:txBody>
      </p:sp>
      <p:sp>
        <p:nvSpPr>
          <p:cNvPr id="51" name="Text 51">
            <a:extLst xmlns:a="http://schemas.openxmlformats.org/drawingml/2006/main">
              <a:ext uri="{FF2B5EF4-FFF2-40B4-BE49-F238E27FC236}">
                <a16:creationId xmlns:a16="http://schemas.microsoft.com/office/drawing/2014/main" id="{90072C36-5C56-41B8-A326-0A8FE95DA62C}"/>
              </a:ext>
            </a:extLst>
          </p:cNvPr>
          <p:cNvSpPr>
            <a:spLocks xmlns:a="http://schemas.openxmlformats.org/drawingml/2006/main" noGrp="1"/>
          </p:cNvSpPr>
          <p:nvPr/>
        </p:nvSpPr>
        <p:spPr>
          <a:xfrm xmlns:a="http://schemas.openxmlformats.org/drawingml/2006/main">
            <a:off x="6477000" y="3276600"/>
            <a:ext cx="5143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500" b="1">
                <a:solidFill>
                  <a:srgbClr val="17212B"/>
                </a:solidFill>
                <a:latin typeface="Arial"/>
                <a:ea typeface="Arial"/>
                <a:cs typeface="Arial"/>
              </a:rPr>
              <a:t>Source-risk density</a:t>
            </a:r>
            <a:endParaRPr sz="1500"/>
          </a:p>
        </p:txBody>
      </p:sp>
      <p:sp>
        <p:nvSpPr>
          <p:cNvPr id="52" name="Text 52">
            <a:extLst xmlns:a="http://schemas.openxmlformats.org/drawingml/2006/main">
              <a:ext uri="{FF2B5EF4-FFF2-40B4-BE49-F238E27FC236}">
                <a16:creationId xmlns:a16="http://schemas.microsoft.com/office/drawing/2014/main" id="{7FCDBB87-6DC7-433D-B9EB-20A3918F9F13}"/>
              </a:ext>
            </a:extLst>
          </p:cNvPr>
          <p:cNvSpPr>
            <a:spLocks xmlns:a="http://schemas.openxmlformats.org/drawingml/2006/main" noGrp="1"/>
          </p:cNvSpPr>
          <p:nvPr/>
        </p:nvSpPr>
        <p:spPr>
          <a:xfrm xmlns:a="http://schemas.openxmlformats.org/drawingml/2006/main">
            <a:off x="6991350" y="3524250"/>
            <a:ext cx="123825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a:solidFill>
                  <a:srgbClr val="5D6873"/>
                </a:solidFill>
                <a:latin typeface="Arial"/>
                <a:ea typeface="Arial"/>
                <a:cs typeface="Arial"/>
              </a:rPr>
              <a:t>membership μ(x)</a:t>
            </a:r>
            <a:endParaRPr sz="1000"/>
          </a:p>
        </p:txBody>
      </p:sp>
      <p:sp>
        <p:nvSpPr>
          <p:cNvPr id="53" name="Connector 53">
            <a:extLst xmlns:a="http://schemas.openxmlformats.org/drawingml/2006/main">
              <a:ext uri="{FF2B5EF4-FFF2-40B4-BE49-F238E27FC236}">
                <a16:creationId xmlns:a16="http://schemas.microsoft.com/office/drawing/2014/main" id="{38BA751F-A21E-4114-88EB-EE0322F6228D}"/>
              </a:ext>
            </a:extLst>
          </p:cNvPr>
          <p:cNvSpPr>
            <a:spLocks xmlns:a="http://schemas.openxmlformats.org/drawingml/2006/main" noGrp="1"/>
          </p:cNvSpPr>
          <p:nvPr/>
        </p:nvSpPr>
        <p:spPr>
          <a:xfrm xmlns:a="http://schemas.openxmlformats.org/drawingml/2006/main">
            <a:off x="6991350" y="3714750"/>
            <a:ext cx="0" cy="762000"/>
          </a:xfrm>
          <a:prstGeom xmlns:a="http://schemas.openxmlformats.org/drawingml/2006/main" prst="line">
            <a:avLst/>
          </a:prstGeom>
          <a:ln xmlns:a="http://schemas.openxmlformats.org/drawingml/2006/main" w="12700">
            <a:solidFill>
              <a:srgbClr val="384754"/>
            </a:solidFill>
          </a:ln>
        </p:spPr>
      </p:sp>
      <p:sp>
        <p:nvSpPr>
          <p:cNvPr id="54" name="Connector 54">
            <a:extLst xmlns:a="http://schemas.openxmlformats.org/drawingml/2006/main">
              <a:ext uri="{FF2B5EF4-FFF2-40B4-BE49-F238E27FC236}">
                <a16:creationId xmlns:a16="http://schemas.microsoft.com/office/drawing/2014/main" id="{76E49D72-DE9F-4483-99A6-7EBB5D3ABD27}"/>
              </a:ext>
            </a:extLst>
          </p:cNvPr>
          <p:cNvSpPr>
            <a:spLocks xmlns:a="http://schemas.openxmlformats.org/drawingml/2006/main" noGrp="1"/>
          </p:cNvSpPr>
          <p:nvPr/>
        </p:nvSpPr>
        <p:spPr>
          <a:xfrm xmlns:a="http://schemas.openxmlformats.org/drawingml/2006/main">
            <a:off x="6991350" y="4476750"/>
            <a:ext cx="4457700" cy="0"/>
          </a:xfrm>
          <a:prstGeom xmlns:a="http://schemas.openxmlformats.org/drawingml/2006/main" prst="line">
            <a:avLst/>
          </a:prstGeom>
          <a:ln xmlns:a="http://schemas.openxmlformats.org/drawingml/2006/main" w="12700">
            <a:solidFill>
              <a:srgbClr val="384754"/>
            </a:solidFill>
          </a:ln>
        </p:spPr>
      </p:sp>
      <p:sp>
        <p:nvSpPr>
          <p:cNvPr id="55" name="Connector 55">
            <a:extLst xmlns:a="http://schemas.openxmlformats.org/drawingml/2006/main">
              <a:ext uri="{FF2B5EF4-FFF2-40B4-BE49-F238E27FC236}">
                <a16:creationId xmlns:a16="http://schemas.microsoft.com/office/drawing/2014/main" id="{64BF1EC4-A595-4B57-8D90-1EFABDB893D9}"/>
              </a:ext>
            </a:extLst>
          </p:cNvPr>
          <p:cNvSpPr>
            <a:spLocks xmlns:a="http://schemas.openxmlformats.org/drawingml/2006/main" noGrp="1"/>
          </p:cNvSpPr>
          <p:nvPr/>
        </p:nvSpPr>
        <p:spPr>
          <a:xfrm xmlns:a="http://schemas.openxmlformats.org/drawingml/2006/main">
            <a:off x="6991350" y="4476750"/>
            <a:ext cx="445770" cy="0"/>
          </a:xfrm>
          <a:prstGeom xmlns:a="http://schemas.openxmlformats.org/drawingml/2006/main" prst="line">
            <a:avLst/>
          </a:prstGeom>
          <a:ln xmlns:a="http://schemas.openxmlformats.org/drawingml/2006/main" w="38100">
            <a:solidFill>
              <a:srgbClr val="1F7A5A"/>
            </a:solidFill>
          </a:ln>
        </p:spPr>
      </p:sp>
      <p:sp>
        <p:nvSpPr>
          <p:cNvPr id="56" name="Connector 56">
            <a:extLst xmlns:a="http://schemas.openxmlformats.org/drawingml/2006/main">
              <a:ext uri="{FF2B5EF4-FFF2-40B4-BE49-F238E27FC236}">
                <a16:creationId xmlns:a16="http://schemas.microsoft.com/office/drawing/2014/main" id="{BF1F17D7-AE5E-4B95-832A-331FA050353C}"/>
              </a:ext>
            </a:extLst>
          </p:cNvPr>
          <p:cNvSpPr>
            <a:spLocks xmlns:a="http://schemas.openxmlformats.org/drawingml/2006/main" noGrp="1"/>
          </p:cNvSpPr>
          <p:nvPr/>
        </p:nvSpPr>
        <p:spPr>
          <a:xfrm xmlns:a="http://schemas.openxmlformats.org/drawingml/2006/main" flipV="1">
            <a:off x="7437120" y="3714750"/>
            <a:ext cx="2228850" cy="762000"/>
          </a:xfrm>
          <a:prstGeom xmlns:a="http://schemas.openxmlformats.org/drawingml/2006/main" prst="line">
            <a:avLst/>
          </a:prstGeom>
          <a:ln xmlns:a="http://schemas.openxmlformats.org/drawingml/2006/main" w="50800">
            <a:solidFill>
              <a:srgbClr val="1F7A5A"/>
            </a:solidFill>
          </a:ln>
        </p:spPr>
      </p:sp>
      <p:sp>
        <p:nvSpPr>
          <p:cNvPr id="57" name="Connector 57">
            <a:extLst xmlns:a="http://schemas.openxmlformats.org/drawingml/2006/main">
              <a:ext uri="{FF2B5EF4-FFF2-40B4-BE49-F238E27FC236}">
                <a16:creationId xmlns:a16="http://schemas.microsoft.com/office/drawing/2014/main" id="{98FBF499-D0DE-4A0A-B87D-CDE008039A62}"/>
              </a:ext>
            </a:extLst>
          </p:cNvPr>
          <p:cNvSpPr>
            <a:spLocks xmlns:a="http://schemas.openxmlformats.org/drawingml/2006/main" noGrp="1"/>
          </p:cNvSpPr>
          <p:nvPr/>
        </p:nvSpPr>
        <p:spPr>
          <a:xfrm xmlns:a="http://schemas.openxmlformats.org/drawingml/2006/main">
            <a:off x="9665970" y="3714750"/>
            <a:ext cx="1783080" cy="0"/>
          </a:xfrm>
          <a:prstGeom xmlns:a="http://schemas.openxmlformats.org/drawingml/2006/main" prst="line">
            <a:avLst/>
          </a:prstGeom>
          <a:ln xmlns:a="http://schemas.openxmlformats.org/drawingml/2006/main" w="50800">
            <a:solidFill>
              <a:srgbClr val="1F7A5A"/>
            </a:solidFill>
          </a:ln>
        </p:spPr>
      </p:sp>
      <p:sp>
        <p:nvSpPr>
          <p:cNvPr id="58" name="Text 58">
            <a:extLst xmlns:a="http://schemas.openxmlformats.org/drawingml/2006/main">
              <a:ext uri="{FF2B5EF4-FFF2-40B4-BE49-F238E27FC236}">
                <a16:creationId xmlns:a16="http://schemas.microsoft.com/office/drawing/2014/main" id="{90B61612-CE84-46F3-8BB3-5994FC640A5C}"/>
              </a:ext>
            </a:extLst>
          </p:cNvPr>
          <p:cNvSpPr>
            <a:spLocks xmlns:a="http://schemas.openxmlformats.org/drawingml/2006/main" noGrp="1"/>
          </p:cNvSpPr>
          <p:nvPr/>
        </p:nvSpPr>
        <p:spPr>
          <a:xfrm xmlns:a="http://schemas.openxmlformats.org/drawingml/2006/main">
            <a:off x="6743700" y="3638550"/>
            <a:ext cx="190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1</a:t>
            </a:r>
            <a:endParaRPr sz="1000"/>
          </a:p>
        </p:txBody>
      </p:sp>
      <p:sp>
        <p:nvSpPr>
          <p:cNvPr id="59" name="Text 59">
            <a:extLst xmlns:a="http://schemas.openxmlformats.org/drawingml/2006/main">
              <a:ext uri="{FF2B5EF4-FFF2-40B4-BE49-F238E27FC236}">
                <a16:creationId xmlns:a16="http://schemas.microsoft.com/office/drawing/2014/main" id="{0EC38222-87BD-4196-A192-12FE3EC3C148}"/>
              </a:ext>
            </a:extLst>
          </p:cNvPr>
          <p:cNvSpPr>
            <a:spLocks xmlns:a="http://schemas.openxmlformats.org/drawingml/2006/main" noGrp="1"/>
          </p:cNvSpPr>
          <p:nvPr/>
        </p:nvSpPr>
        <p:spPr>
          <a:xfrm xmlns:a="http://schemas.openxmlformats.org/drawingml/2006/main">
            <a:off x="6743700" y="4410075"/>
            <a:ext cx="190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0</a:t>
            </a:r>
            <a:endParaRPr sz="1000"/>
          </a:p>
        </p:txBody>
      </p:sp>
      <p:sp>
        <p:nvSpPr>
          <p:cNvPr id="60" name="Text 60">
            <a:extLst xmlns:a="http://schemas.openxmlformats.org/drawingml/2006/main">
              <a:ext uri="{FF2B5EF4-FFF2-40B4-BE49-F238E27FC236}">
                <a16:creationId xmlns:a16="http://schemas.microsoft.com/office/drawing/2014/main" id="{B0BAA49F-BFBE-4AD6-A90D-8B5A51E1AE4D}"/>
              </a:ext>
            </a:extLst>
          </p:cNvPr>
          <p:cNvSpPr>
            <a:spLocks xmlns:a="http://schemas.openxmlformats.org/drawingml/2006/main" noGrp="1"/>
          </p:cNvSpPr>
          <p:nvPr/>
        </p:nvSpPr>
        <p:spPr>
          <a:xfrm xmlns:a="http://schemas.openxmlformats.org/drawingml/2006/main">
            <a:off x="6800850" y="4552950"/>
            <a:ext cx="381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0">
                <a:solidFill>
                  <a:srgbClr val="5D6873"/>
                </a:solidFill>
                <a:latin typeface="Arial"/>
                <a:ea typeface="Arial"/>
                <a:cs typeface="Arial"/>
              </a:rPr>
              <a:t>0.00</a:t>
            </a:r>
            <a:endParaRPr sz="900"/>
          </a:p>
        </p:txBody>
      </p:sp>
      <p:sp>
        <p:nvSpPr>
          <p:cNvPr id="61" name="Text 61">
            <a:extLst xmlns:a="http://schemas.openxmlformats.org/drawingml/2006/main">
              <a:ext uri="{FF2B5EF4-FFF2-40B4-BE49-F238E27FC236}">
                <a16:creationId xmlns:a16="http://schemas.microsoft.com/office/drawing/2014/main" id="{D47025B4-12A8-43C1-9339-D130A70B4EEA}"/>
              </a:ext>
            </a:extLst>
          </p:cNvPr>
          <p:cNvSpPr>
            <a:spLocks xmlns:a="http://schemas.openxmlformats.org/drawingml/2006/main" noGrp="1"/>
          </p:cNvSpPr>
          <p:nvPr/>
        </p:nvSpPr>
        <p:spPr>
          <a:xfrm xmlns:a="http://schemas.openxmlformats.org/drawingml/2006/main">
            <a:off x="7075170" y="4552950"/>
            <a:ext cx="7239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0">
                <a:solidFill>
                  <a:srgbClr val="5D6873"/>
                </a:solidFill>
                <a:latin typeface="Arial"/>
                <a:ea typeface="Arial"/>
                <a:cs typeface="Arial"/>
              </a:rPr>
              <a:t>a = 0.10</a:t>
            </a:r>
            <a:endParaRPr sz="900"/>
          </a:p>
        </p:txBody>
      </p:sp>
      <p:sp>
        <p:nvSpPr>
          <p:cNvPr id="62" name="Text 62">
            <a:extLst xmlns:a="http://schemas.openxmlformats.org/drawingml/2006/main">
              <a:ext uri="{FF2B5EF4-FFF2-40B4-BE49-F238E27FC236}">
                <a16:creationId xmlns:a16="http://schemas.microsoft.com/office/drawing/2014/main" id="{6C52876B-E512-4992-A693-D8FD5066BB30}"/>
              </a:ext>
            </a:extLst>
          </p:cNvPr>
          <p:cNvSpPr>
            <a:spLocks xmlns:a="http://schemas.openxmlformats.org/drawingml/2006/main" noGrp="1"/>
          </p:cNvSpPr>
          <p:nvPr/>
        </p:nvSpPr>
        <p:spPr>
          <a:xfrm xmlns:a="http://schemas.openxmlformats.org/drawingml/2006/main">
            <a:off x="9304020" y="4552950"/>
            <a:ext cx="7239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0">
                <a:solidFill>
                  <a:srgbClr val="5D6873"/>
                </a:solidFill>
                <a:latin typeface="Arial"/>
                <a:ea typeface="Arial"/>
                <a:cs typeface="Arial"/>
              </a:rPr>
              <a:t>b = 0.60</a:t>
            </a:r>
            <a:endParaRPr sz="900"/>
          </a:p>
        </p:txBody>
      </p:sp>
      <p:sp>
        <p:nvSpPr>
          <p:cNvPr id="63" name="Text 63">
            <a:extLst xmlns:a="http://schemas.openxmlformats.org/drawingml/2006/main">
              <a:ext uri="{FF2B5EF4-FFF2-40B4-BE49-F238E27FC236}">
                <a16:creationId xmlns:a16="http://schemas.microsoft.com/office/drawing/2014/main" id="{3551D433-3D1C-4DB2-B4F4-01D978D9402A}"/>
              </a:ext>
            </a:extLst>
          </p:cNvPr>
          <p:cNvSpPr>
            <a:spLocks xmlns:a="http://schemas.openxmlformats.org/drawingml/2006/main" noGrp="1"/>
          </p:cNvSpPr>
          <p:nvPr/>
        </p:nvSpPr>
        <p:spPr>
          <a:xfrm xmlns:a="http://schemas.openxmlformats.org/drawingml/2006/main">
            <a:off x="11258550" y="4552950"/>
            <a:ext cx="381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900" b="0">
                <a:solidFill>
                  <a:srgbClr val="5D6873"/>
                </a:solidFill>
                <a:latin typeface="Arial"/>
                <a:ea typeface="Arial"/>
                <a:cs typeface="Arial"/>
              </a:rPr>
              <a:t>1.00</a:t>
            </a:r>
            <a:endParaRPr sz="900"/>
          </a:p>
        </p:txBody>
      </p:sp>
      <p:sp>
        <p:nvSpPr>
          <p:cNvPr id="64" name="Text 64">
            <a:extLst xmlns:a="http://schemas.openxmlformats.org/drawingml/2006/main">
              <a:ext uri="{FF2B5EF4-FFF2-40B4-BE49-F238E27FC236}">
                <a16:creationId xmlns:a16="http://schemas.microsoft.com/office/drawing/2014/main" id="{F0118500-A7A5-4091-AD45-961187475497}"/>
              </a:ext>
            </a:extLst>
          </p:cNvPr>
          <p:cNvSpPr>
            <a:spLocks xmlns:a="http://schemas.openxmlformats.org/drawingml/2006/main" noGrp="1"/>
          </p:cNvSpPr>
          <p:nvPr/>
        </p:nvSpPr>
        <p:spPr>
          <a:xfrm xmlns:a="http://schemas.openxmlformats.org/drawingml/2006/main">
            <a:off x="8208645" y="4000500"/>
            <a:ext cx="6858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0">
                <a:solidFill>
                  <a:srgbClr val="5D6873"/>
                </a:solidFill>
                <a:latin typeface="Arial"/>
                <a:ea typeface="Arial"/>
                <a:cs typeface="Arial"/>
              </a:rPr>
              <a:t>graded</a:t>
            </a:r>
            <a:endParaRPr sz="900"/>
          </a:p>
        </p:txBody>
      </p:sp>
      <p:sp>
        <p:nvSpPr>
          <p:cNvPr id="65" name="Text 65">
            <a:extLst xmlns:a="http://schemas.openxmlformats.org/drawingml/2006/main">
              <a:ext uri="{FF2B5EF4-FFF2-40B4-BE49-F238E27FC236}">
                <a16:creationId xmlns:a16="http://schemas.microsoft.com/office/drawing/2014/main" id="{43EC71BE-7989-4EEC-83C3-70A490657155}"/>
              </a:ext>
            </a:extLst>
          </p:cNvPr>
          <p:cNvSpPr>
            <a:spLocks xmlns:a="http://schemas.openxmlformats.org/drawingml/2006/main" noGrp="1"/>
          </p:cNvSpPr>
          <p:nvPr/>
        </p:nvSpPr>
        <p:spPr>
          <a:xfrm xmlns:a="http://schemas.openxmlformats.org/drawingml/2006/main">
            <a:off x="9742170" y="3752850"/>
            <a:ext cx="170688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900" b="1">
                <a:solidFill>
                  <a:srgbClr val="1F7A5A"/>
                </a:solidFill>
                <a:latin typeface="Arial"/>
                <a:ea typeface="Arial"/>
                <a:cs typeface="Arial"/>
              </a:rPr>
              <a:t>fully active</a:t>
            </a:r>
            <a:endParaRPr sz="900"/>
          </a:p>
        </p:txBody>
      </p:sp>
      <p:sp>
        <p:nvSpPr>
          <p:cNvPr id="66" name="Text 66">
            <a:extLst xmlns:a="http://schemas.openxmlformats.org/drawingml/2006/main">
              <a:ext uri="{FF2B5EF4-FFF2-40B4-BE49-F238E27FC236}">
                <a16:creationId xmlns:a16="http://schemas.microsoft.com/office/drawing/2014/main" id="{686949FE-46D1-4273-8AE7-9FA5E1112C18}"/>
              </a:ext>
            </a:extLst>
          </p:cNvPr>
          <p:cNvSpPr>
            <a:spLocks xmlns:a="http://schemas.openxmlformats.org/drawingml/2006/main" noGrp="1"/>
          </p:cNvSpPr>
          <p:nvPr/>
        </p:nvSpPr>
        <p:spPr>
          <a:xfrm xmlns:a="http://schemas.openxmlformats.org/drawingml/2006/main">
            <a:off x="7372350" y="4800600"/>
            <a:ext cx="36957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17212B"/>
                </a:solidFill>
                <a:latin typeface="Arial"/>
                <a:ea typeface="Arial"/>
                <a:cs typeface="Arial"/>
              </a:rPr>
              <a:t>x = source-risk records / all activities</a:t>
            </a:r>
            <a:endParaRPr sz="1000"/>
          </a:p>
        </p:txBody>
      </p:sp>
      <p:sp>
        <p:nvSpPr>
          <p:cNvPr id="67" name="Shape 67">
            <a:extLst xmlns:a="http://schemas.openxmlformats.org/drawingml/2006/main">
              <a:ext uri="{FF2B5EF4-FFF2-40B4-BE49-F238E27FC236}">
                <a16:creationId xmlns:a16="http://schemas.microsoft.com/office/drawing/2014/main" id="{36683F19-598F-4475-8D9E-80A7200C081F}"/>
              </a:ext>
            </a:extLst>
          </p:cNvPr>
          <p:cNvSpPr>
            <a:spLocks xmlns:a="http://schemas.openxmlformats.org/drawingml/2006/main" noGrp="1"/>
          </p:cNvSpPr>
          <p:nvPr/>
        </p:nvSpPr>
        <p:spPr>
          <a:xfrm xmlns:a="http://schemas.openxmlformats.org/drawingml/2006/main">
            <a:off x="704850" y="5124450"/>
            <a:ext cx="4876800" cy="990600"/>
          </a:xfrm>
          <a:prstGeom xmlns:a="http://schemas.openxmlformats.org/drawingml/2006/main" prst="rect">
            <a:avLst/>
          </a:prstGeom>
          <a:solidFill xmlns:a="http://schemas.openxmlformats.org/drawingml/2006/main">
            <a:srgbClr val="F4F6F8"/>
          </a:solidFill>
          <a:ln xmlns:a="http://schemas.openxmlformats.org/drawingml/2006/main" w="12700">
            <a:solidFill>
              <a:srgbClr val="D9DEE3"/>
            </a:solidFill>
          </a:ln>
        </p:spPr>
      </p:sp>
      <p:sp>
        <p:nvSpPr>
          <p:cNvPr id="68" name="Text 68">
            <a:extLst xmlns:a="http://schemas.openxmlformats.org/drawingml/2006/main">
              <a:ext uri="{FF2B5EF4-FFF2-40B4-BE49-F238E27FC236}">
                <a16:creationId xmlns:a16="http://schemas.microsoft.com/office/drawing/2014/main" id="{A3E53D91-AA2B-4BB9-8735-8F4F6D1CAA8F}"/>
              </a:ext>
            </a:extLst>
          </p:cNvPr>
          <p:cNvSpPr>
            <a:spLocks xmlns:a="http://schemas.openxmlformats.org/drawingml/2006/main" noGrp="1"/>
          </p:cNvSpPr>
          <p:nvPr/>
        </p:nvSpPr>
        <p:spPr>
          <a:xfrm xmlns:a="http://schemas.openxmlformats.org/drawingml/2006/main">
            <a:off x="895350" y="5238750"/>
            <a:ext cx="16764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80">
                <a:solidFill>
                  <a:srgbClr val="981B1E"/>
                </a:solidFill>
                <a:latin typeface="Arial"/>
                <a:ea typeface="Arial"/>
                <a:cs typeface="Arial"/>
              </a:rPr>
              <a:t>LINEAR MEMBERSHIP</a:t>
            </a:r>
            <a:endParaRPr sz="1100"/>
          </a:p>
        </p:txBody>
      </p:sp>
      <p:sp>
        <p:nvSpPr>
          <p:cNvPr id="69" name="Text 69">
            <a:extLst xmlns:a="http://schemas.openxmlformats.org/drawingml/2006/main">
              <a:ext uri="{FF2B5EF4-FFF2-40B4-BE49-F238E27FC236}">
                <a16:creationId xmlns:a16="http://schemas.microsoft.com/office/drawing/2014/main" id="{6D9B22E9-424E-4700-9035-7615DCDCE28C}"/>
              </a:ext>
            </a:extLst>
          </p:cNvPr>
          <p:cNvSpPr>
            <a:spLocks xmlns:a="http://schemas.openxmlformats.org/drawingml/2006/main" noGrp="1"/>
          </p:cNvSpPr>
          <p:nvPr/>
        </p:nvSpPr>
        <p:spPr>
          <a:xfrm xmlns:a="http://schemas.openxmlformats.org/drawingml/2006/main">
            <a:off x="895350" y="5505450"/>
            <a:ext cx="445770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1">
                <a:solidFill>
                  <a:srgbClr val="17212B"/>
                </a:solidFill>
                <a:latin typeface="Arial"/>
                <a:ea typeface="Arial"/>
                <a:cs typeface="Arial"/>
              </a:rPr>
              <a:t>μ(x) = 0       when x ≤ a</a:t>
            </a:r>
            <a:endParaRPr sz="1200"/>
          </a:p>
          <a:p xmlns:a="http://schemas.openxmlformats.org/drawingml/2006/main">
            <a:pPr algn="l">
              <a:buNone/>
            </a:pPr>
            <a:r>
              <a:rPr sz="1200" b="1">
                <a:solidFill>
                  <a:srgbClr val="17212B"/>
                </a:solidFill>
                <a:latin typeface="Arial"/>
                <a:ea typeface="Arial"/>
                <a:cs typeface="Arial"/>
              </a:rPr>
              <a:t>μ(x) = (x−a)/(b−a)       when a &lt; x &lt; b</a:t>
            </a:r>
            <a:endParaRPr sz="1200"/>
          </a:p>
          <a:p xmlns:a="http://schemas.openxmlformats.org/drawingml/2006/main">
            <a:pPr algn="l">
              <a:buNone/>
            </a:pPr>
            <a:r>
              <a:rPr sz="1200" b="1">
                <a:solidFill>
                  <a:srgbClr val="17212B"/>
                </a:solidFill>
                <a:latin typeface="Arial"/>
                <a:ea typeface="Arial"/>
                <a:cs typeface="Arial"/>
              </a:rPr>
              <a:t>μ(x) = 1       when x ≥ b</a:t>
            </a:r>
            <a:endParaRPr sz="1200"/>
          </a:p>
        </p:txBody>
      </p:sp>
      <p:sp>
        <p:nvSpPr>
          <p:cNvPr id="70" name="Shape 70">
            <a:extLst xmlns:a="http://schemas.openxmlformats.org/drawingml/2006/main">
              <a:ext uri="{FF2B5EF4-FFF2-40B4-BE49-F238E27FC236}">
                <a16:creationId xmlns:a16="http://schemas.microsoft.com/office/drawing/2014/main" id="{3E1832E9-BDCA-47C6-AD0B-1EF40FB0229D}"/>
              </a:ext>
            </a:extLst>
          </p:cNvPr>
          <p:cNvSpPr>
            <a:spLocks xmlns:a="http://schemas.openxmlformats.org/drawingml/2006/main" noGrp="1"/>
          </p:cNvSpPr>
          <p:nvPr/>
        </p:nvSpPr>
        <p:spPr>
          <a:xfrm xmlns:a="http://schemas.openxmlformats.org/drawingml/2006/main">
            <a:off x="5753100" y="5124450"/>
            <a:ext cx="5734050" cy="990600"/>
          </a:xfrm>
          <a:prstGeom xmlns:a="http://schemas.openxmlformats.org/drawingml/2006/main" prst="rect">
            <a:avLst/>
          </a:prstGeom>
          <a:solidFill xmlns:a="http://schemas.openxmlformats.org/drawingml/2006/main">
            <a:srgbClr val="FFFFFF"/>
          </a:solidFill>
          <a:ln xmlns:a="http://schemas.openxmlformats.org/drawingml/2006/main" w="12700">
            <a:solidFill>
              <a:srgbClr val="D9DEE3"/>
            </a:solidFill>
          </a:ln>
        </p:spPr>
      </p:sp>
      <p:sp>
        <p:nvSpPr>
          <p:cNvPr id="71" name="Text 71">
            <a:extLst xmlns:a="http://schemas.openxmlformats.org/drawingml/2006/main">
              <a:ext uri="{FF2B5EF4-FFF2-40B4-BE49-F238E27FC236}">
                <a16:creationId xmlns:a16="http://schemas.microsoft.com/office/drawing/2014/main" id="{4C85BBA0-F751-4A00-BCB8-A296DCEE3EE7}"/>
              </a:ext>
            </a:extLst>
          </p:cNvPr>
          <p:cNvSpPr>
            <a:spLocks xmlns:a="http://schemas.openxmlformats.org/drawingml/2006/main" noGrp="1"/>
          </p:cNvSpPr>
          <p:nvPr/>
        </p:nvSpPr>
        <p:spPr>
          <a:xfrm xmlns:a="http://schemas.openxmlformats.org/drawingml/2006/main">
            <a:off x="5962650" y="5238750"/>
            <a:ext cx="531495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1">
                <a:solidFill>
                  <a:srgbClr val="17212B"/>
                </a:solidFill>
                <a:latin typeface="Arial"/>
                <a:ea typeface="Arial"/>
                <a:cs typeface="Arial"/>
              </a:rPr>
              <a:t>Rule R5 = min(μ cross-border, μ source-risk)</a:t>
            </a:r>
            <a:endParaRPr sz="1300"/>
          </a:p>
        </p:txBody>
      </p:sp>
      <p:sp>
        <p:nvSpPr>
          <p:cNvPr id="72" name="Text 72">
            <a:extLst xmlns:a="http://schemas.openxmlformats.org/drawingml/2006/main">
              <a:ext uri="{FF2B5EF4-FFF2-40B4-BE49-F238E27FC236}">
                <a16:creationId xmlns:a16="http://schemas.microsoft.com/office/drawing/2014/main" id="{BE6C7B61-A9B1-4B0A-A9D9-F0180759B952}"/>
              </a:ext>
            </a:extLst>
          </p:cNvPr>
          <p:cNvSpPr>
            <a:spLocks xmlns:a="http://schemas.openxmlformats.org/drawingml/2006/main" noGrp="1"/>
          </p:cNvSpPr>
          <p:nvPr/>
        </p:nvSpPr>
        <p:spPr>
          <a:xfrm xmlns:a="http://schemas.openxmlformats.org/drawingml/2006/main">
            <a:off x="5962650" y="5524500"/>
            <a:ext cx="53149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1">
                <a:solidFill>
                  <a:srgbClr val="17212B"/>
                </a:solidFill>
                <a:latin typeface="Arial"/>
                <a:ea typeface="Arial"/>
                <a:cs typeface="Arial"/>
              </a:rPr>
              <a:t>Output = weighted mean of singleton consequents</a:t>
            </a:r>
            <a:endParaRPr sz="1300"/>
          </a:p>
        </p:txBody>
      </p:sp>
      <p:sp>
        <p:nvSpPr>
          <p:cNvPr id="73" name="Text 73">
            <a:extLst xmlns:a="http://schemas.openxmlformats.org/drawingml/2006/main">
              <a:ext uri="{FF2B5EF4-FFF2-40B4-BE49-F238E27FC236}">
                <a16:creationId xmlns:a16="http://schemas.microsoft.com/office/drawing/2014/main" id="{FE3A8605-29FB-47AA-B57A-4F127F8EED3B}"/>
              </a:ext>
            </a:extLst>
          </p:cNvPr>
          <p:cNvSpPr>
            <a:spLocks xmlns:a="http://schemas.openxmlformats.org/drawingml/2006/main" noGrp="1"/>
          </p:cNvSpPr>
          <p:nvPr/>
        </p:nvSpPr>
        <p:spPr>
          <a:xfrm xmlns:a="http://schemas.openxmlformats.org/drawingml/2006/main">
            <a:off x="5962650" y="5791200"/>
            <a:ext cx="531495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a:solidFill>
                  <a:srgbClr val="981B1E"/>
                </a:solidFill>
                <a:latin typeface="Arial"/>
                <a:ea typeface="Arial"/>
                <a:cs typeface="Arial"/>
              </a:rPr>
              <a:t>Synthetic thresholds for the demonstrator, not validated Swissquote policy</a:t>
            </a:r>
            <a:endParaRPr sz="1100"/>
          </a:p>
        </p:txBody>
      </p:sp>
      <p:sp>
        <p:nvSpPr>
          <p:cNvPr id="74" name="Connector 74">
            <a:extLst xmlns:a="http://schemas.openxmlformats.org/drawingml/2006/main">
              <a:ext uri="{FF2B5EF4-FFF2-40B4-BE49-F238E27FC236}">
                <a16:creationId xmlns:a16="http://schemas.microsoft.com/office/drawing/2014/main" id="{22EE22A9-FA6E-432D-BD24-370A83BB3593}"/>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BFC5CB"/>
            </a:solidFill>
          </a:ln>
        </p:spPr>
      </p:sp>
      <p:sp>
        <p:nvSpPr>
          <p:cNvPr id="75" name="Text 75">
            <a:extLst xmlns:a="http://schemas.openxmlformats.org/drawingml/2006/main">
              <a:ext uri="{FF2B5EF4-FFF2-40B4-BE49-F238E27FC236}">
                <a16:creationId xmlns:a16="http://schemas.microsoft.com/office/drawing/2014/main" id="{46967398-EAE9-4D34-A477-5791FFBA5BD2}"/>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TECHNICAL APPENDIX</a:t>
            </a:r>
            <a:endParaRPr sz="1000"/>
          </a:p>
        </p:txBody>
      </p:sp>
      <p:sp>
        <p:nvSpPr>
          <p:cNvPr id="76" name="Text 76">
            <a:extLst xmlns:a="http://schemas.openxmlformats.org/drawingml/2006/main">
              <a:ext uri="{FF2B5EF4-FFF2-40B4-BE49-F238E27FC236}">
                <a16:creationId xmlns:a16="http://schemas.microsoft.com/office/drawing/2014/main" id="{6B9D6BAD-AC56-40B3-87EE-D076A136DBC4}"/>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D</a:t>
            </a:r>
            <a:endParaRPr sz="1000"/>
          </a:p>
        </p:txBody>
      </p:sp>
    </p:spTree>
    <p:extLst>
      <p:ext uri="{BB962C8B-B14F-4D97-AF65-F5344CB8AC3E}">
        <p14:creationId xmlns:p14="http://schemas.microsoft.com/office/powerpoint/2010/main" val="2016440668"/>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31C0715D-FBFE-4D4C-A672-F8B28632E252}"/>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FUSION SCOPE</a:t>
            </a:r>
            <a:endParaRPr sz="1100"/>
          </a:p>
        </p:txBody>
      </p:sp>
      <p:sp>
        <p:nvSpPr>
          <p:cNvPr id="3" name="Text 3">
            <a:extLst xmlns:a="http://schemas.openxmlformats.org/drawingml/2006/main">
              <a:ext uri="{FF2B5EF4-FFF2-40B4-BE49-F238E27FC236}">
                <a16:creationId xmlns:a16="http://schemas.microsoft.com/office/drawing/2014/main" id="{89F97AED-7DE0-4C33-810B-61F2FE778324}"/>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Calibrated late fusion remains outside the final scope</a:t>
            </a:r>
            <a:endParaRPr sz="3000"/>
          </a:p>
        </p:txBody>
      </p:sp>
      <p:sp>
        <p:nvSpPr>
          <p:cNvPr id="4" name="Text 4">
            <a:extLst xmlns:a="http://schemas.openxmlformats.org/drawingml/2006/main">
              <a:ext uri="{FF2B5EF4-FFF2-40B4-BE49-F238E27FC236}">
                <a16:creationId xmlns:a16="http://schemas.microsoft.com/office/drawing/2014/main" id="{EF47B6E6-52A5-4BAB-980B-1479760ED381}"/>
              </a:ext>
            </a:extLst>
          </p:cNvPr>
          <p:cNvSpPr>
            <a:spLocks xmlns:a="http://schemas.openxmlformats.org/drawingml/2006/main" noGrp="1"/>
          </p:cNvSpPr>
          <p:nvPr/>
        </p:nvSpPr>
        <p:spPr>
          <a:xfrm xmlns:a="http://schemas.openxmlformats.org/drawingml/2006/main">
            <a:off x="8420100" y="1066800"/>
            <a:ext cx="32194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100" b="1" spc="80">
                <a:solidFill>
                  <a:srgbClr val="D71920"/>
                </a:solidFill>
                <a:latin typeface="Arial"/>
                <a:ea typeface="Arial"/>
                <a:cs typeface="Arial"/>
              </a:rPr>
              <a:t>EXCLUDED · DATASET CEILING NO-GO</a:t>
            </a:r>
            <a:endParaRPr sz="1100"/>
          </a:p>
        </p:txBody>
      </p:sp>
      <p:sp>
        <p:nvSpPr>
          <p:cNvPr id="5" name="Shape 5">
            <a:extLst xmlns:a="http://schemas.openxmlformats.org/drawingml/2006/main">
              <a:ext uri="{FF2B5EF4-FFF2-40B4-BE49-F238E27FC236}">
                <a16:creationId xmlns:a16="http://schemas.microsoft.com/office/drawing/2014/main" id="{06454F6F-5E3E-4BD9-884E-935ED80A25AF}"/>
              </a:ext>
            </a:extLst>
          </p:cNvPr>
          <p:cNvSpPr>
            <a:spLocks xmlns:a="http://schemas.openxmlformats.org/drawingml/2006/main" noGrp="1"/>
          </p:cNvSpPr>
          <p:nvPr/>
        </p:nvSpPr>
        <p:spPr>
          <a:xfrm xmlns:a="http://schemas.openxmlformats.org/drawingml/2006/main">
            <a:off x="628650" y="1790700"/>
            <a:ext cx="2571750" cy="609600"/>
          </a:xfrm>
          <a:prstGeom xmlns:a="http://schemas.openxmlformats.org/drawingml/2006/main" prst="rect">
            <a:avLst/>
          </a:prstGeom>
          <a:solidFill xmlns:a="http://schemas.openxmlformats.org/drawingml/2006/main">
            <a:srgbClr val="FFFFFF"/>
          </a:solidFill>
          <a:ln xmlns:a="http://schemas.openxmlformats.org/drawingml/2006/main" w="25400">
            <a:solidFill>
              <a:srgbClr val="17212B"/>
            </a:solidFill>
          </a:ln>
        </p:spPr>
      </p:sp>
      <p:sp>
        <p:nvSpPr>
          <p:cNvPr id="6" name="Shape 6">
            <a:extLst xmlns:a="http://schemas.openxmlformats.org/drawingml/2006/main">
              <a:ext uri="{FF2B5EF4-FFF2-40B4-BE49-F238E27FC236}">
                <a16:creationId xmlns:a16="http://schemas.microsoft.com/office/drawing/2014/main" id="{5390D757-EA4B-45BA-AAD2-63118B115530}"/>
              </a:ext>
            </a:extLst>
          </p:cNvPr>
          <p:cNvSpPr>
            <a:spLocks xmlns:a="http://schemas.openxmlformats.org/drawingml/2006/main" noGrp="1"/>
          </p:cNvSpPr>
          <p:nvPr/>
        </p:nvSpPr>
        <p:spPr>
          <a:xfrm xmlns:a="http://schemas.openxmlformats.org/drawingml/2006/main">
            <a:off x="628650" y="1790700"/>
            <a:ext cx="76200" cy="609600"/>
          </a:xfrm>
          <a:prstGeom xmlns:a="http://schemas.openxmlformats.org/drawingml/2006/main" prst="rect">
            <a:avLst/>
          </a:prstGeom>
          <a:solidFill xmlns:a="http://schemas.openxmlformats.org/drawingml/2006/main">
            <a:srgbClr val="17212B"/>
          </a:solidFill>
          <a:ln xmlns:a="http://schemas.openxmlformats.org/drawingml/2006/main" w="12700">
            <a:solidFill>
              <a:srgbClr val="17212B"/>
            </a:solidFill>
          </a:ln>
        </p:spPr>
      </p:sp>
      <p:sp>
        <p:nvSpPr>
          <p:cNvPr id="7" name="Shape 7">
            <a:extLst xmlns:a="http://schemas.openxmlformats.org/drawingml/2006/main">
              <a:ext uri="{FF2B5EF4-FFF2-40B4-BE49-F238E27FC236}">
                <a16:creationId xmlns:a16="http://schemas.microsoft.com/office/drawing/2014/main" id="{D2D5185F-8E0A-4458-AB99-D4BCF309CACE}"/>
              </a:ext>
            </a:extLst>
          </p:cNvPr>
          <p:cNvSpPr>
            <a:spLocks xmlns:a="http://schemas.openxmlformats.org/drawingml/2006/main" noGrp="1"/>
          </p:cNvSpPr>
          <p:nvPr/>
        </p:nvSpPr>
        <p:spPr>
          <a:xfrm xmlns:a="http://schemas.openxmlformats.org/drawingml/2006/main">
            <a:off x="800100" y="1895475"/>
            <a:ext cx="400050" cy="400050"/>
          </a:xfrm>
          <a:prstGeom xmlns:a="http://schemas.openxmlformats.org/drawingml/2006/main" prst="roundRect">
            <a:avLst/>
          </a:prstGeom>
          <a:solidFill xmlns:a="http://schemas.openxmlformats.org/drawingml/2006/main">
            <a:srgbClr val="F4F6F8"/>
          </a:solidFill>
          <a:ln xmlns:a="http://schemas.openxmlformats.org/drawingml/2006/main" w="19050">
            <a:solidFill>
              <a:srgbClr val="17212B"/>
            </a:solidFill>
          </a:ln>
        </p:spPr>
      </p:sp>
      <p:pic>
        <p:nvPicPr>
          <p:cNvPr id="69" name="Picture 8"/>
          <p:cNvPicPr>
            <a:picLocks xmlns:a="http://schemas.openxmlformats.org/drawingml/2006/main" noChangeAspect="1"/>
          </p:cNvPicPr>
          <p:nvPr/>
        </p:nvPicPr>
        <p:blipFill>
          <a:blip xmlns:r="http://schemas.openxmlformats.org/officeDocument/2006/relationships" xmlns:a="http://schemas.openxmlformats.org/drawingml/2006/main" r:embed="R73a6953ebd924cfc"/>
          <a:stretch xmlns:a="http://schemas.openxmlformats.org/drawingml/2006/main">
            <a:fillRect l="0" t="0" r="0" b="0"/>
          </a:stretch>
        </p:blipFill>
        <p:spPr>
          <a:xfrm xmlns:a="http://schemas.openxmlformats.org/drawingml/2006/main">
            <a:off x="904875" y="2000250"/>
            <a:ext cx="190500" cy="190500"/>
          </a:xfrm>
          <a:prstGeom xmlns:a="http://schemas.openxmlformats.org/drawingml/2006/main" prst="rect">
            <a:avLst/>
          </a:prstGeom>
          <a:ln xmlns:a="http://schemas.openxmlformats.org/drawingml/2006/main">
            <a:noFill/>
          </a:ln>
        </p:spPr>
      </p:pic>
      <p:sp>
        <p:nvSpPr>
          <p:cNvPr id="9" name="Text 9">
            <a:extLst xmlns:a="http://schemas.openxmlformats.org/drawingml/2006/main">
              <a:ext uri="{FF2B5EF4-FFF2-40B4-BE49-F238E27FC236}">
                <a16:creationId xmlns:a16="http://schemas.microsoft.com/office/drawing/2014/main" id="{10CAAE16-CEF6-4176-B238-8B6C80679823}"/>
              </a:ext>
            </a:extLst>
          </p:cNvPr>
          <p:cNvSpPr>
            <a:spLocks xmlns:a="http://schemas.openxmlformats.org/drawingml/2006/main" noGrp="1"/>
          </p:cNvSpPr>
          <p:nvPr/>
        </p:nvSpPr>
        <p:spPr>
          <a:xfrm xmlns:a="http://schemas.openxmlformats.org/drawingml/2006/main">
            <a:off x="1333500" y="1866900"/>
            <a:ext cx="165735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1">
                <a:solidFill>
                  <a:srgbClr val="17212B"/>
                </a:solidFill>
                <a:latin typeface="Arial"/>
                <a:ea typeface="Arial"/>
                <a:cs typeface="Arial"/>
              </a:rPr>
              <a:t>DETERMINISTIC</a:t>
            </a:r>
            <a:endParaRPr sz="1300"/>
          </a:p>
        </p:txBody>
      </p:sp>
      <p:sp>
        <p:nvSpPr>
          <p:cNvPr id="10" name="Text 10">
            <a:extLst xmlns:a="http://schemas.openxmlformats.org/drawingml/2006/main">
              <a:ext uri="{FF2B5EF4-FFF2-40B4-BE49-F238E27FC236}">
                <a16:creationId xmlns:a16="http://schemas.microsoft.com/office/drawing/2014/main" id="{D6D8C9AD-E2B3-4FFE-AD0C-F714E71183DF}"/>
              </a:ext>
            </a:extLst>
          </p:cNvPr>
          <p:cNvSpPr>
            <a:spLocks xmlns:a="http://schemas.openxmlformats.org/drawingml/2006/main" noGrp="1"/>
          </p:cNvSpPr>
          <p:nvPr/>
        </p:nvSpPr>
        <p:spPr>
          <a:xfrm xmlns:a="http://schemas.openxmlformats.org/drawingml/2006/main">
            <a:off x="1333500" y="2114550"/>
            <a:ext cx="16573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0">
                <a:solidFill>
                  <a:srgbClr val="5D6873"/>
                </a:solidFill>
                <a:latin typeface="Arial"/>
                <a:ea typeface="Arial"/>
                <a:cs typeface="Arial"/>
              </a:rPr>
              <a:t>source-shaped baseline</a:t>
            </a:r>
            <a:endParaRPr sz="1200"/>
          </a:p>
        </p:txBody>
      </p:sp>
      <p:sp>
        <p:nvSpPr>
          <p:cNvPr id="11" name="Connector 11">
            <a:extLst xmlns:a="http://schemas.openxmlformats.org/drawingml/2006/main">
              <a:ext uri="{FF2B5EF4-FFF2-40B4-BE49-F238E27FC236}">
                <a16:creationId xmlns:a16="http://schemas.microsoft.com/office/drawing/2014/main" id="{1232B4FD-B024-4661-9DCB-6054E2A6C036}"/>
              </a:ext>
            </a:extLst>
          </p:cNvPr>
          <p:cNvSpPr>
            <a:spLocks xmlns:a="http://schemas.openxmlformats.org/drawingml/2006/main" noGrp="1"/>
          </p:cNvSpPr>
          <p:nvPr/>
        </p:nvSpPr>
        <p:spPr>
          <a:xfrm xmlns:a="http://schemas.openxmlformats.org/drawingml/2006/main">
            <a:off x="3200400" y="2095500"/>
            <a:ext cx="1085850" cy="0"/>
          </a:xfrm>
          <a:prstGeom xmlns:a="http://schemas.openxmlformats.org/drawingml/2006/main" prst="line">
            <a:avLst/>
          </a:prstGeom>
          <a:ln xmlns:a="http://schemas.openxmlformats.org/drawingml/2006/main" w="25400">
            <a:solidFill>
              <a:srgbClr val="17212B"/>
            </a:solidFill>
          </a:ln>
        </p:spPr>
      </p:sp>
      <p:sp>
        <p:nvSpPr>
          <p:cNvPr id="12" name="Shape 12">
            <a:extLst xmlns:a="http://schemas.openxmlformats.org/drawingml/2006/main">
              <a:ext uri="{FF2B5EF4-FFF2-40B4-BE49-F238E27FC236}">
                <a16:creationId xmlns:a16="http://schemas.microsoft.com/office/drawing/2014/main" id="{1D1DF276-87C4-4074-B3D5-254C3016F5DD}"/>
              </a:ext>
            </a:extLst>
          </p:cNvPr>
          <p:cNvSpPr>
            <a:spLocks xmlns:a="http://schemas.openxmlformats.org/drawingml/2006/main" noGrp="1"/>
          </p:cNvSpPr>
          <p:nvPr/>
        </p:nvSpPr>
        <p:spPr>
          <a:xfrm xmlns:a="http://schemas.openxmlformats.org/drawingml/2006/main">
            <a:off x="628650" y="2628900"/>
            <a:ext cx="2571750" cy="609600"/>
          </a:xfrm>
          <a:prstGeom xmlns:a="http://schemas.openxmlformats.org/drawingml/2006/main" prst="rect">
            <a:avLst/>
          </a:prstGeom>
          <a:solidFill xmlns:a="http://schemas.openxmlformats.org/drawingml/2006/main">
            <a:srgbClr val="FFFFFF"/>
          </a:solidFill>
          <a:ln xmlns:a="http://schemas.openxmlformats.org/drawingml/2006/main" w="25400">
            <a:solidFill>
              <a:srgbClr val="2A5B84"/>
            </a:solidFill>
          </a:ln>
        </p:spPr>
      </p:sp>
      <p:sp>
        <p:nvSpPr>
          <p:cNvPr id="13" name="Shape 13">
            <a:extLst xmlns:a="http://schemas.openxmlformats.org/drawingml/2006/main">
              <a:ext uri="{FF2B5EF4-FFF2-40B4-BE49-F238E27FC236}">
                <a16:creationId xmlns:a16="http://schemas.microsoft.com/office/drawing/2014/main" id="{F4A74134-D81C-45DF-9850-11F1B6CF7C91}"/>
              </a:ext>
            </a:extLst>
          </p:cNvPr>
          <p:cNvSpPr>
            <a:spLocks xmlns:a="http://schemas.openxmlformats.org/drawingml/2006/main" noGrp="1"/>
          </p:cNvSpPr>
          <p:nvPr/>
        </p:nvSpPr>
        <p:spPr>
          <a:xfrm xmlns:a="http://schemas.openxmlformats.org/drawingml/2006/main">
            <a:off x="628650" y="2628900"/>
            <a:ext cx="76200" cy="609600"/>
          </a:xfrm>
          <a:prstGeom xmlns:a="http://schemas.openxmlformats.org/drawingml/2006/main" prst="rect">
            <a:avLst/>
          </a:prstGeom>
          <a:solidFill xmlns:a="http://schemas.openxmlformats.org/drawingml/2006/main">
            <a:srgbClr val="2A5B84"/>
          </a:solidFill>
          <a:ln xmlns:a="http://schemas.openxmlformats.org/drawingml/2006/main" w="12700">
            <a:solidFill>
              <a:srgbClr val="2A5B84"/>
            </a:solidFill>
          </a:ln>
        </p:spPr>
      </p:sp>
      <p:sp>
        <p:nvSpPr>
          <p:cNvPr id="14" name="Shape 14">
            <a:extLst xmlns:a="http://schemas.openxmlformats.org/drawingml/2006/main">
              <a:ext uri="{FF2B5EF4-FFF2-40B4-BE49-F238E27FC236}">
                <a16:creationId xmlns:a16="http://schemas.microsoft.com/office/drawing/2014/main" id="{34F487E0-626B-46AC-B72F-66C8D4A43B71}"/>
              </a:ext>
            </a:extLst>
          </p:cNvPr>
          <p:cNvSpPr>
            <a:spLocks xmlns:a="http://schemas.openxmlformats.org/drawingml/2006/main" noGrp="1"/>
          </p:cNvSpPr>
          <p:nvPr/>
        </p:nvSpPr>
        <p:spPr>
          <a:xfrm xmlns:a="http://schemas.openxmlformats.org/drawingml/2006/main">
            <a:off x="800100" y="2733675"/>
            <a:ext cx="400050" cy="400050"/>
          </a:xfrm>
          <a:prstGeom xmlns:a="http://schemas.openxmlformats.org/drawingml/2006/main" prst="roundRect">
            <a:avLst/>
          </a:prstGeom>
          <a:solidFill xmlns:a="http://schemas.openxmlformats.org/drawingml/2006/main">
            <a:srgbClr val="F4F6F8"/>
          </a:solidFill>
          <a:ln xmlns:a="http://schemas.openxmlformats.org/drawingml/2006/main" w="19050">
            <a:solidFill>
              <a:srgbClr val="2A5B84"/>
            </a:solidFill>
          </a:ln>
        </p:spPr>
      </p:sp>
      <p:pic>
        <p:nvPicPr>
          <p:cNvPr id="76" name="Picture 15"/>
          <p:cNvPicPr>
            <a:picLocks xmlns:a="http://schemas.openxmlformats.org/drawingml/2006/main" noChangeAspect="1"/>
          </p:cNvPicPr>
          <p:nvPr/>
        </p:nvPicPr>
        <p:blipFill>
          <a:blip xmlns:r="http://schemas.openxmlformats.org/officeDocument/2006/relationships" xmlns:a="http://schemas.openxmlformats.org/drawingml/2006/main" r:embed="R25a7c550e53c427b"/>
          <a:stretch xmlns:a="http://schemas.openxmlformats.org/drawingml/2006/main">
            <a:fillRect l="0" t="0" r="0" b="0"/>
          </a:stretch>
        </p:blipFill>
        <p:spPr>
          <a:xfrm xmlns:a="http://schemas.openxmlformats.org/drawingml/2006/main">
            <a:off x="904875" y="2838450"/>
            <a:ext cx="190500" cy="190500"/>
          </a:xfrm>
          <a:prstGeom xmlns:a="http://schemas.openxmlformats.org/drawingml/2006/main" prst="rect">
            <a:avLst/>
          </a:prstGeom>
          <a:ln xmlns:a="http://schemas.openxmlformats.org/drawingml/2006/main">
            <a:noFill/>
          </a:ln>
        </p:spPr>
      </p:pic>
      <p:sp>
        <p:nvSpPr>
          <p:cNvPr id="16" name="Text 16">
            <a:extLst xmlns:a="http://schemas.openxmlformats.org/drawingml/2006/main">
              <a:ext uri="{FF2B5EF4-FFF2-40B4-BE49-F238E27FC236}">
                <a16:creationId xmlns:a16="http://schemas.microsoft.com/office/drawing/2014/main" id="{E5BF4306-7C8F-4583-9B8A-807788A98276}"/>
              </a:ext>
            </a:extLst>
          </p:cNvPr>
          <p:cNvSpPr>
            <a:spLocks xmlns:a="http://schemas.openxmlformats.org/drawingml/2006/main" noGrp="1"/>
          </p:cNvSpPr>
          <p:nvPr/>
        </p:nvSpPr>
        <p:spPr>
          <a:xfrm xmlns:a="http://schemas.openxmlformats.org/drawingml/2006/main">
            <a:off x="1333500" y="2705100"/>
            <a:ext cx="165735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1">
                <a:solidFill>
                  <a:srgbClr val="2A5B84"/>
                </a:solidFill>
                <a:latin typeface="Arial"/>
                <a:ea typeface="Arial"/>
                <a:cs typeface="Arial"/>
              </a:rPr>
              <a:t>BAYESIAN</a:t>
            </a:r>
            <a:endParaRPr sz="1300"/>
          </a:p>
        </p:txBody>
      </p:sp>
      <p:sp>
        <p:nvSpPr>
          <p:cNvPr id="17" name="Text 17">
            <a:extLst xmlns:a="http://schemas.openxmlformats.org/drawingml/2006/main">
              <a:ext uri="{FF2B5EF4-FFF2-40B4-BE49-F238E27FC236}">
                <a16:creationId xmlns:a16="http://schemas.microsoft.com/office/drawing/2014/main" id="{93D65E08-29EA-4201-B105-548214589614}"/>
              </a:ext>
            </a:extLst>
          </p:cNvPr>
          <p:cNvSpPr>
            <a:spLocks xmlns:a="http://schemas.openxmlformats.org/drawingml/2006/main" noGrp="1"/>
          </p:cNvSpPr>
          <p:nvPr/>
        </p:nvSpPr>
        <p:spPr>
          <a:xfrm xmlns:a="http://schemas.openxmlformats.org/drawingml/2006/main">
            <a:off x="1333500" y="2952750"/>
            <a:ext cx="16573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0">
                <a:solidFill>
                  <a:srgbClr val="5D6873"/>
                </a:solidFill>
                <a:latin typeface="Arial"/>
                <a:ea typeface="Arial"/>
                <a:cs typeface="Arial"/>
              </a:rPr>
              <a:t>small-sample posterior</a:t>
            </a:r>
            <a:endParaRPr sz="1200"/>
          </a:p>
        </p:txBody>
      </p:sp>
      <p:sp>
        <p:nvSpPr>
          <p:cNvPr id="18" name="Connector 18">
            <a:extLst xmlns:a="http://schemas.openxmlformats.org/drawingml/2006/main">
              <a:ext uri="{FF2B5EF4-FFF2-40B4-BE49-F238E27FC236}">
                <a16:creationId xmlns:a16="http://schemas.microsoft.com/office/drawing/2014/main" id="{24E9838A-7397-4B4A-AA5B-73EE9E89E3CD}"/>
              </a:ext>
            </a:extLst>
          </p:cNvPr>
          <p:cNvSpPr>
            <a:spLocks xmlns:a="http://schemas.openxmlformats.org/drawingml/2006/main" noGrp="1"/>
          </p:cNvSpPr>
          <p:nvPr/>
        </p:nvSpPr>
        <p:spPr>
          <a:xfrm xmlns:a="http://schemas.openxmlformats.org/drawingml/2006/main">
            <a:off x="3200400" y="2933700"/>
            <a:ext cx="1085850" cy="0"/>
          </a:xfrm>
          <a:prstGeom xmlns:a="http://schemas.openxmlformats.org/drawingml/2006/main" prst="line">
            <a:avLst/>
          </a:prstGeom>
          <a:ln xmlns:a="http://schemas.openxmlformats.org/drawingml/2006/main" w="25400">
            <a:solidFill>
              <a:srgbClr val="2A5B84"/>
            </a:solidFill>
          </a:ln>
        </p:spPr>
      </p:sp>
      <p:sp>
        <p:nvSpPr>
          <p:cNvPr id="19" name="Shape 19">
            <a:extLst xmlns:a="http://schemas.openxmlformats.org/drawingml/2006/main">
              <a:ext uri="{FF2B5EF4-FFF2-40B4-BE49-F238E27FC236}">
                <a16:creationId xmlns:a16="http://schemas.microsoft.com/office/drawing/2014/main" id="{1DED7E05-3D6B-4C3D-AF40-69F458022DA5}"/>
              </a:ext>
            </a:extLst>
          </p:cNvPr>
          <p:cNvSpPr>
            <a:spLocks xmlns:a="http://schemas.openxmlformats.org/drawingml/2006/main" noGrp="1"/>
          </p:cNvSpPr>
          <p:nvPr/>
        </p:nvSpPr>
        <p:spPr>
          <a:xfrm xmlns:a="http://schemas.openxmlformats.org/drawingml/2006/main">
            <a:off x="628650" y="3467100"/>
            <a:ext cx="2571750" cy="609600"/>
          </a:xfrm>
          <a:prstGeom xmlns:a="http://schemas.openxmlformats.org/drawingml/2006/main" prst="rect">
            <a:avLst/>
          </a:prstGeom>
          <a:solidFill xmlns:a="http://schemas.openxmlformats.org/drawingml/2006/main">
            <a:srgbClr val="FFFFFF"/>
          </a:solidFill>
          <a:ln xmlns:a="http://schemas.openxmlformats.org/drawingml/2006/main" w="25400">
            <a:solidFill>
              <a:srgbClr val="B46B13"/>
            </a:solidFill>
          </a:ln>
        </p:spPr>
      </p:sp>
      <p:sp>
        <p:nvSpPr>
          <p:cNvPr id="20" name="Shape 20">
            <a:extLst xmlns:a="http://schemas.openxmlformats.org/drawingml/2006/main">
              <a:ext uri="{FF2B5EF4-FFF2-40B4-BE49-F238E27FC236}">
                <a16:creationId xmlns:a16="http://schemas.microsoft.com/office/drawing/2014/main" id="{8BBE500C-2479-492C-8C12-320369E4C8A3}"/>
              </a:ext>
            </a:extLst>
          </p:cNvPr>
          <p:cNvSpPr>
            <a:spLocks xmlns:a="http://schemas.openxmlformats.org/drawingml/2006/main" noGrp="1"/>
          </p:cNvSpPr>
          <p:nvPr/>
        </p:nvSpPr>
        <p:spPr>
          <a:xfrm xmlns:a="http://schemas.openxmlformats.org/drawingml/2006/main">
            <a:off x="628650" y="3467100"/>
            <a:ext cx="76200" cy="609600"/>
          </a:xfrm>
          <a:prstGeom xmlns:a="http://schemas.openxmlformats.org/drawingml/2006/main" prst="rect">
            <a:avLst/>
          </a:prstGeom>
          <a:solidFill xmlns:a="http://schemas.openxmlformats.org/drawingml/2006/main">
            <a:srgbClr val="B46B13"/>
          </a:solidFill>
          <a:ln xmlns:a="http://schemas.openxmlformats.org/drawingml/2006/main" w="12700">
            <a:solidFill>
              <a:srgbClr val="B46B13"/>
            </a:solidFill>
          </a:ln>
        </p:spPr>
      </p:sp>
      <p:sp>
        <p:nvSpPr>
          <p:cNvPr id="21" name="Shape 21">
            <a:extLst xmlns:a="http://schemas.openxmlformats.org/drawingml/2006/main">
              <a:ext uri="{FF2B5EF4-FFF2-40B4-BE49-F238E27FC236}">
                <a16:creationId xmlns:a16="http://schemas.microsoft.com/office/drawing/2014/main" id="{010FA411-182F-4868-8EAE-B25DE7407A0B}"/>
              </a:ext>
            </a:extLst>
          </p:cNvPr>
          <p:cNvSpPr>
            <a:spLocks xmlns:a="http://schemas.openxmlformats.org/drawingml/2006/main" noGrp="1"/>
          </p:cNvSpPr>
          <p:nvPr/>
        </p:nvSpPr>
        <p:spPr>
          <a:xfrm xmlns:a="http://schemas.openxmlformats.org/drawingml/2006/main">
            <a:off x="800100" y="3571875"/>
            <a:ext cx="400050" cy="400050"/>
          </a:xfrm>
          <a:prstGeom xmlns:a="http://schemas.openxmlformats.org/drawingml/2006/main" prst="roundRect">
            <a:avLst/>
          </a:prstGeom>
          <a:solidFill xmlns:a="http://schemas.openxmlformats.org/drawingml/2006/main">
            <a:srgbClr val="F4F6F8"/>
          </a:solidFill>
          <a:ln xmlns:a="http://schemas.openxmlformats.org/drawingml/2006/main" w="19050">
            <a:solidFill>
              <a:srgbClr val="B46B13"/>
            </a:solidFill>
          </a:ln>
        </p:spPr>
      </p:sp>
      <p:pic>
        <p:nvPicPr>
          <p:cNvPr id="83" name="Picture 22"/>
          <p:cNvPicPr>
            <a:picLocks xmlns:a="http://schemas.openxmlformats.org/drawingml/2006/main" noChangeAspect="1"/>
          </p:cNvPicPr>
          <p:nvPr/>
        </p:nvPicPr>
        <p:blipFill>
          <a:blip xmlns:r="http://schemas.openxmlformats.org/officeDocument/2006/relationships" xmlns:a="http://schemas.openxmlformats.org/drawingml/2006/main" r:embed="R67a862dd7afa44ac"/>
          <a:stretch xmlns:a="http://schemas.openxmlformats.org/drawingml/2006/main">
            <a:fillRect l="0" t="0" r="0" b="0"/>
          </a:stretch>
        </p:blipFill>
        <p:spPr>
          <a:xfrm xmlns:a="http://schemas.openxmlformats.org/drawingml/2006/main">
            <a:off x="904875" y="3676650"/>
            <a:ext cx="190500" cy="190500"/>
          </a:xfrm>
          <a:prstGeom xmlns:a="http://schemas.openxmlformats.org/drawingml/2006/main" prst="rect">
            <a:avLst/>
          </a:prstGeom>
          <a:ln xmlns:a="http://schemas.openxmlformats.org/drawingml/2006/main">
            <a:noFill/>
          </a:ln>
        </p:spPr>
      </p:pic>
      <p:sp>
        <p:nvSpPr>
          <p:cNvPr id="23" name="Text 23">
            <a:extLst xmlns:a="http://schemas.openxmlformats.org/drawingml/2006/main">
              <a:ext uri="{FF2B5EF4-FFF2-40B4-BE49-F238E27FC236}">
                <a16:creationId xmlns:a16="http://schemas.microsoft.com/office/drawing/2014/main" id="{7A85A842-ACBB-40FA-BAF7-3CF255AB88F0}"/>
              </a:ext>
            </a:extLst>
          </p:cNvPr>
          <p:cNvSpPr>
            <a:spLocks xmlns:a="http://schemas.openxmlformats.org/drawingml/2006/main" noGrp="1"/>
          </p:cNvSpPr>
          <p:nvPr/>
        </p:nvSpPr>
        <p:spPr>
          <a:xfrm xmlns:a="http://schemas.openxmlformats.org/drawingml/2006/main">
            <a:off x="1333500" y="3543300"/>
            <a:ext cx="165735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1">
                <a:solidFill>
                  <a:srgbClr val="B46B13"/>
                </a:solidFill>
                <a:latin typeface="Arial"/>
                <a:ea typeface="Arial"/>
                <a:cs typeface="Arial"/>
              </a:rPr>
              <a:t>FUZZY</a:t>
            </a:r>
            <a:endParaRPr sz="1300"/>
          </a:p>
        </p:txBody>
      </p:sp>
      <p:sp>
        <p:nvSpPr>
          <p:cNvPr id="24" name="Text 24">
            <a:extLst xmlns:a="http://schemas.openxmlformats.org/drawingml/2006/main">
              <a:ext uri="{FF2B5EF4-FFF2-40B4-BE49-F238E27FC236}">
                <a16:creationId xmlns:a16="http://schemas.microsoft.com/office/drawing/2014/main" id="{5C03D19A-5B32-4946-B2A6-094F7E0041F8}"/>
              </a:ext>
            </a:extLst>
          </p:cNvPr>
          <p:cNvSpPr>
            <a:spLocks xmlns:a="http://schemas.openxmlformats.org/drawingml/2006/main" noGrp="1"/>
          </p:cNvSpPr>
          <p:nvPr/>
        </p:nvSpPr>
        <p:spPr>
          <a:xfrm xmlns:a="http://schemas.openxmlformats.org/drawingml/2006/main">
            <a:off x="1333500" y="3790950"/>
            <a:ext cx="16573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0">
                <a:solidFill>
                  <a:srgbClr val="5D6873"/>
                </a:solidFill>
                <a:latin typeface="Arial"/>
                <a:ea typeface="Arial"/>
                <a:cs typeface="Arial"/>
              </a:rPr>
              <a:t>graded rule activation</a:t>
            </a:r>
            <a:endParaRPr sz="1200"/>
          </a:p>
        </p:txBody>
      </p:sp>
      <p:sp>
        <p:nvSpPr>
          <p:cNvPr id="25" name="Connector 25">
            <a:extLst xmlns:a="http://schemas.openxmlformats.org/drawingml/2006/main">
              <a:ext uri="{FF2B5EF4-FFF2-40B4-BE49-F238E27FC236}">
                <a16:creationId xmlns:a16="http://schemas.microsoft.com/office/drawing/2014/main" id="{CCF0B1DD-DBBE-443E-B23F-E54F4A2DC7F9}"/>
              </a:ext>
            </a:extLst>
          </p:cNvPr>
          <p:cNvSpPr>
            <a:spLocks xmlns:a="http://schemas.openxmlformats.org/drawingml/2006/main" noGrp="1"/>
          </p:cNvSpPr>
          <p:nvPr/>
        </p:nvSpPr>
        <p:spPr>
          <a:xfrm xmlns:a="http://schemas.openxmlformats.org/drawingml/2006/main">
            <a:off x="3200400" y="3771900"/>
            <a:ext cx="1085850" cy="0"/>
          </a:xfrm>
          <a:prstGeom xmlns:a="http://schemas.openxmlformats.org/drawingml/2006/main" prst="line">
            <a:avLst/>
          </a:prstGeom>
          <a:ln xmlns:a="http://schemas.openxmlformats.org/drawingml/2006/main" w="25400">
            <a:solidFill>
              <a:srgbClr val="B46B13"/>
            </a:solidFill>
          </a:ln>
        </p:spPr>
      </p:sp>
      <p:sp>
        <p:nvSpPr>
          <p:cNvPr id="26" name="Shape 26">
            <a:extLst xmlns:a="http://schemas.openxmlformats.org/drawingml/2006/main">
              <a:ext uri="{FF2B5EF4-FFF2-40B4-BE49-F238E27FC236}">
                <a16:creationId xmlns:a16="http://schemas.microsoft.com/office/drawing/2014/main" id="{3CCF401E-F255-4E75-9B57-94776101081B}"/>
              </a:ext>
            </a:extLst>
          </p:cNvPr>
          <p:cNvSpPr>
            <a:spLocks xmlns:a="http://schemas.openxmlformats.org/drawingml/2006/main" noGrp="1"/>
          </p:cNvSpPr>
          <p:nvPr/>
        </p:nvSpPr>
        <p:spPr>
          <a:xfrm xmlns:a="http://schemas.openxmlformats.org/drawingml/2006/main">
            <a:off x="628650" y="4305300"/>
            <a:ext cx="2571750" cy="609600"/>
          </a:xfrm>
          <a:prstGeom xmlns:a="http://schemas.openxmlformats.org/drawingml/2006/main" prst="rect">
            <a:avLst/>
          </a:prstGeom>
          <a:solidFill xmlns:a="http://schemas.openxmlformats.org/drawingml/2006/main">
            <a:srgbClr val="FFFFFF"/>
          </a:solidFill>
          <a:ln xmlns:a="http://schemas.openxmlformats.org/drawingml/2006/main" w="25400">
            <a:solidFill>
              <a:srgbClr val="1F7A5A"/>
            </a:solidFill>
          </a:ln>
        </p:spPr>
      </p:sp>
      <p:sp>
        <p:nvSpPr>
          <p:cNvPr id="27" name="Shape 27">
            <a:extLst xmlns:a="http://schemas.openxmlformats.org/drawingml/2006/main">
              <a:ext uri="{FF2B5EF4-FFF2-40B4-BE49-F238E27FC236}">
                <a16:creationId xmlns:a16="http://schemas.microsoft.com/office/drawing/2014/main" id="{1F06EE7C-40CC-4E8B-A241-370879056166}"/>
              </a:ext>
            </a:extLst>
          </p:cNvPr>
          <p:cNvSpPr>
            <a:spLocks xmlns:a="http://schemas.openxmlformats.org/drawingml/2006/main" noGrp="1"/>
          </p:cNvSpPr>
          <p:nvPr/>
        </p:nvSpPr>
        <p:spPr>
          <a:xfrm xmlns:a="http://schemas.openxmlformats.org/drawingml/2006/main">
            <a:off x="628650" y="4305300"/>
            <a:ext cx="76200" cy="609600"/>
          </a:xfrm>
          <a:prstGeom xmlns:a="http://schemas.openxmlformats.org/drawingml/2006/main" prst="rect">
            <a:avLst/>
          </a:prstGeom>
          <a:solidFill xmlns:a="http://schemas.openxmlformats.org/drawingml/2006/main">
            <a:srgbClr val="1F7A5A"/>
          </a:solidFill>
          <a:ln xmlns:a="http://schemas.openxmlformats.org/drawingml/2006/main" w="12700">
            <a:solidFill>
              <a:srgbClr val="1F7A5A"/>
            </a:solidFill>
          </a:ln>
        </p:spPr>
      </p:sp>
      <p:sp>
        <p:nvSpPr>
          <p:cNvPr id="28" name="Shape 28">
            <a:extLst xmlns:a="http://schemas.openxmlformats.org/drawingml/2006/main">
              <a:ext uri="{FF2B5EF4-FFF2-40B4-BE49-F238E27FC236}">
                <a16:creationId xmlns:a16="http://schemas.microsoft.com/office/drawing/2014/main" id="{60C5ABDF-1F12-4461-A41D-EEEDC9D9702F}"/>
              </a:ext>
            </a:extLst>
          </p:cNvPr>
          <p:cNvSpPr>
            <a:spLocks xmlns:a="http://schemas.openxmlformats.org/drawingml/2006/main" noGrp="1"/>
          </p:cNvSpPr>
          <p:nvPr/>
        </p:nvSpPr>
        <p:spPr>
          <a:xfrm xmlns:a="http://schemas.openxmlformats.org/drawingml/2006/main">
            <a:off x="800100" y="4410075"/>
            <a:ext cx="400050" cy="400050"/>
          </a:xfrm>
          <a:prstGeom xmlns:a="http://schemas.openxmlformats.org/drawingml/2006/main" prst="roundRect">
            <a:avLst/>
          </a:prstGeom>
          <a:solidFill xmlns:a="http://schemas.openxmlformats.org/drawingml/2006/main">
            <a:srgbClr val="F4F6F8"/>
          </a:solidFill>
          <a:ln xmlns:a="http://schemas.openxmlformats.org/drawingml/2006/main" w="19050">
            <a:solidFill>
              <a:srgbClr val="1F7A5A"/>
            </a:solidFill>
          </a:ln>
        </p:spPr>
      </p:sp>
      <p:pic>
        <p:nvPicPr>
          <p:cNvPr id="90" name="Picture 29"/>
          <p:cNvPicPr>
            <a:picLocks xmlns:a="http://schemas.openxmlformats.org/drawingml/2006/main" noChangeAspect="1"/>
          </p:cNvPicPr>
          <p:nvPr/>
        </p:nvPicPr>
        <p:blipFill>
          <a:blip xmlns:r="http://schemas.openxmlformats.org/officeDocument/2006/relationships" xmlns:a="http://schemas.openxmlformats.org/drawingml/2006/main" r:embed="R078dc04c68b44ee1"/>
          <a:stretch xmlns:a="http://schemas.openxmlformats.org/drawingml/2006/main">
            <a:fillRect l="0" t="0" r="0" b="0"/>
          </a:stretch>
        </p:blipFill>
        <p:spPr>
          <a:xfrm xmlns:a="http://schemas.openxmlformats.org/drawingml/2006/main">
            <a:off x="904875" y="4514850"/>
            <a:ext cx="190500" cy="190500"/>
          </a:xfrm>
          <a:prstGeom xmlns:a="http://schemas.openxmlformats.org/drawingml/2006/main" prst="rect">
            <a:avLst/>
          </a:prstGeom>
          <a:ln xmlns:a="http://schemas.openxmlformats.org/drawingml/2006/main">
            <a:noFill/>
          </a:ln>
        </p:spPr>
      </p:pic>
      <p:sp>
        <p:nvSpPr>
          <p:cNvPr id="30" name="Text 30">
            <a:extLst xmlns:a="http://schemas.openxmlformats.org/drawingml/2006/main">
              <a:ext uri="{FF2B5EF4-FFF2-40B4-BE49-F238E27FC236}">
                <a16:creationId xmlns:a16="http://schemas.microsoft.com/office/drawing/2014/main" id="{D68B40C9-3EB4-418D-A1D3-602E281E9285}"/>
              </a:ext>
            </a:extLst>
          </p:cNvPr>
          <p:cNvSpPr>
            <a:spLocks xmlns:a="http://schemas.openxmlformats.org/drawingml/2006/main" noGrp="1"/>
          </p:cNvSpPr>
          <p:nvPr/>
        </p:nvSpPr>
        <p:spPr>
          <a:xfrm xmlns:a="http://schemas.openxmlformats.org/drawingml/2006/main">
            <a:off x="1333500" y="4381500"/>
            <a:ext cx="165735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300" b="1">
                <a:solidFill>
                  <a:srgbClr val="1F7A5A"/>
                </a:solidFill>
                <a:latin typeface="Arial"/>
                <a:ea typeface="Arial"/>
                <a:cs typeface="Arial"/>
              </a:rPr>
              <a:t>RANDOM FOREST</a:t>
            </a:r>
            <a:endParaRPr sz="1300"/>
          </a:p>
        </p:txBody>
      </p:sp>
      <p:sp>
        <p:nvSpPr>
          <p:cNvPr id="31" name="Text 31">
            <a:extLst xmlns:a="http://schemas.openxmlformats.org/drawingml/2006/main">
              <a:ext uri="{FF2B5EF4-FFF2-40B4-BE49-F238E27FC236}">
                <a16:creationId xmlns:a16="http://schemas.microsoft.com/office/drawing/2014/main" id="{8FADBBA8-DDF6-4972-98DE-C7C5FA45A945}"/>
              </a:ext>
            </a:extLst>
          </p:cNvPr>
          <p:cNvSpPr>
            <a:spLocks xmlns:a="http://schemas.openxmlformats.org/drawingml/2006/main" noGrp="1"/>
          </p:cNvSpPr>
          <p:nvPr/>
        </p:nvSpPr>
        <p:spPr>
          <a:xfrm xmlns:a="http://schemas.openxmlformats.org/drawingml/2006/main">
            <a:off x="1333500" y="4629150"/>
            <a:ext cx="16573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0">
                <a:solidFill>
                  <a:srgbClr val="5D6873"/>
                </a:solidFill>
                <a:latin typeface="Arial"/>
                <a:ea typeface="Arial"/>
                <a:cs typeface="Arial"/>
              </a:rPr>
              <a:t>learned tree votes</a:t>
            </a:r>
            <a:endParaRPr sz="1200"/>
          </a:p>
        </p:txBody>
      </p:sp>
      <p:sp>
        <p:nvSpPr>
          <p:cNvPr id="32" name="Connector 32">
            <a:extLst xmlns:a="http://schemas.openxmlformats.org/drawingml/2006/main">
              <a:ext uri="{FF2B5EF4-FFF2-40B4-BE49-F238E27FC236}">
                <a16:creationId xmlns:a16="http://schemas.microsoft.com/office/drawing/2014/main" id="{BC1E5508-B029-4709-9CB7-8C45DDD8AE1D}"/>
              </a:ext>
            </a:extLst>
          </p:cNvPr>
          <p:cNvSpPr>
            <a:spLocks xmlns:a="http://schemas.openxmlformats.org/drawingml/2006/main" noGrp="1"/>
          </p:cNvSpPr>
          <p:nvPr/>
        </p:nvSpPr>
        <p:spPr>
          <a:xfrm xmlns:a="http://schemas.openxmlformats.org/drawingml/2006/main">
            <a:off x="3200400" y="4610100"/>
            <a:ext cx="1085850" cy="0"/>
          </a:xfrm>
          <a:prstGeom xmlns:a="http://schemas.openxmlformats.org/drawingml/2006/main" prst="line">
            <a:avLst/>
          </a:prstGeom>
          <a:ln xmlns:a="http://schemas.openxmlformats.org/drawingml/2006/main" w="25400">
            <a:solidFill>
              <a:srgbClr val="1F7A5A"/>
            </a:solidFill>
          </a:ln>
        </p:spPr>
      </p:sp>
      <p:sp>
        <p:nvSpPr>
          <p:cNvPr id="33" name="Connector 33">
            <a:extLst xmlns:a="http://schemas.openxmlformats.org/drawingml/2006/main">
              <a:ext uri="{FF2B5EF4-FFF2-40B4-BE49-F238E27FC236}">
                <a16:creationId xmlns:a16="http://schemas.microsoft.com/office/drawing/2014/main" id="{83037D6C-DCFB-47B5-801F-452506731740}"/>
              </a:ext>
            </a:extLst>
          </p:cNvPr>
          <p:cNvSpPr>
            <a:spLocks xmlns:a="http://schemas.openxmlformats.org/drawingml/2006/main" noGrp="1"/>
          </p:cNvSpPr>
          <p:nvPr/>
        </p:nvSpPr>
        <p:spPr>
          <a:xfrm xmlns:a="http://schemas.openxmlformats.org/drawingml/2006/main">
            <a:off x="4286250" y="2095500"/>
            <a:ext cx="0" cy="2514600"/>
          </a:xfrm>
          <a:prstGeom xmlns:a="http://schemas.openxmlformats.org/drawingml/2006/main" prst="line">
            <a:avLst/>
          </a:prstGeom>
          <a:ln xmlns:a="http://schemas.openxmlformats.org/drawingml/2006/main" w="38100">
            <a:solidFill>
              <a:srgbClr val="384754"/>
            </a:solidFill>
          </a:ln>
        </p:spPr>
      </p:sp>
      <p:sp>
        <p:nvSpPr>
          <p:cNvPr id="34" name="Connector 34">
            <a:extLst xmlns:a="http://schemas.openxmlformats.org/drawingml/2006/main">
              <a:ext uri="{FF2B5EF4-FFF2-40B4-BE49-F238E27FC236}">
                <a16:creationId xmlns:a16="http://schemas.microsoft.com/office/drawing/2014/main" id="{A319B046-9881-4048-AB57-D9B9C3DCED71}"/>
              </a:ext>
            </a:extLst>
          </p:cNvPr>
          <p:cNvSpPr>
            <a:spLocks xmlns:a="http://schemas.openxmlformats.org/drawingml/2006/main" noGrp="1"/>
          </p:cNvSpPr>
          <p:nvPr/>
        </p:nvSpPr>
        <p:spPr>
          <a:xfrm xmlns:a="http://schemas.openxmlformats.org/drawingml/2006/main">
            <a:off x="4286250" y="3352800"/>
            <a:ext cx="552450" cy="0"/>
          </a:xfrm>
          <a:prstGeom xmlns:a="http://schemas.openxmlformats.org/drawingml/2006/main" prst="line">
            <a:avLst/>
          </a:prstGeom>
          <a:ln xmlns:a="http://schemas.openxmlformats.org/drawingml/2006/main" w="38100">
            <a:solidFill>
              <a:srgbClr val="384754"/>
            </a:solidFill>
            <a:tailEnd type="triangle"/>
          </a:ln>
        </p:spPr>
      </p:sp>
      <p:sp>
        <p:nvSpPr>
          <p:cNvPr id="35" name="Shape 35">
            <a:extLst xmlns:a="http://schemas.openxmlformats.org/drawingml/2006/main">
              <a:ext uri="{FF2B5EF4-FFF2-40B4-BE49-F238E27FC236}">
                <a16:creationId xmlns:a16="http://schemas.microsoft.com/office/drawing/2014/main" id="{3EE33551-2438-4631-BA9A-ACC9AA3A34ED}"/>
              </a:ext>
            </a:extLst>
          </p:cNvPr>
          <p:cNvSpPr>
            <a:spLocks xmlns:a="http://schemas.openxmlformats.org/drawingml/2006/main" noGrp="1"/>
          </p:cNvSpPr>
          <p:nvPr/>
        </p:nvSpPr>
        <p:spPr>
          <a:xfrm xmlns:a="http://schemas.openxmlformats.org/drawingml/2006/main">
            <a:off x="4838700" y="2590800"/>
            <a:ext cx="2076450" cy="1524000"/>
          </a:xfrm>
          <a:prstGeom xmlns:a="http://schemas.openxmlformats.org/drawingml/2006/main" prst="rect">
            <a:avLst/>
          </a:prstGeom>
          <a:solidFill xmlns:a="http://schemas.openxmlformats.org/drawingml/2006/main">
            <a:srgbClr val="F4F6F8"/>
          </a:solidFill>
          <a:ln xmlns:a="http://schemas.openxmlformats.org/drawingml/2006/main" w="25400">
            <a:solidFill>
              <a:srgbClr val="384754"/>
            </a:solidFill>
          </a:ln>
        </p:spPr>
      </p:sp>
      <p:sp>
        <p:nvSpPr>
          <p:cNvPr id="36" name="Shape 36">
            <a:extLst xmlns:a="http://schemas.openxmlformats.org/drawingml/2006/main">
              <a:ext uri="{FF2B5EF4-FFF2-40B4-BE49-F238E27FC236}">
                <a16:creationId xmlns:a16="http://schemas.microsoft.com/office/drawing/2014/main" id="{11760E94-E383-47B9-845D-E4889D5CFDDA}"/>
              </a:ext>
            </a:extLst>
          </p:cNvPr>
          <p:cNvSpPr>
            <a:spLocks xmlns:a="http://schemas.openxmlformats.org/drawingml/2006/main" noGrp="1"/>
          </p:cNvSpPr>
          <p:nvPr/>
        </p:nvSpPr>
        <p:spPr>
          <a:xfrm xmlns:a="http://schemas.openxmlformats.org/drawingml/2006/main">
            <a:off x="5610225" y="2724150"/>
            <a:ext cx="533400" cy="5334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384754"/>
            </a:solidFill>
          </a:ln>
        </p:spPr>
      </p:sp>
      <p:pic>
        <p:nvPicPr>
          <p:cNvPr id="98" name="Picture 37"/>
          <p:cNvPicPr>
            <a:picLocks xmlns:a="http://schemas.openxmlformats.org/drawingml/2006/main" noChangeAspect="1"/>
          </p:cNvPicPr>
          <p:nvPr/>
        </p:nvPicPr>
        <p:blipFill>
          <a:blip xmlns:r="http://schemas.openxmlformats.org/officeDocument/2006/relationships" xmlns:a="http://schemas.openxmlformats.org/drawingml/2006/main" r:embed="R5931ce55fbad4628"/>
          <a:stretch xmlns:a="http://schemas.openxmlformats.org/drawingml/2006/main">
            <a:fillRect l="0" t="0" r="0" b="0"/>
          </a:stretch>
        </p:blipFill>
        <p:spPr>
          <a:xfrm xmlns:a="http://schemas.openxmlformats.org/drawingml/2006/main">
            <a:off x="5743575" y="2857500"/>
            <a:ext cx="266700" cy="266700"/>
          </a:xfrm>
          <a:prstGeom xmlns:a="http://schemas.openxmlformats.org/drawingml/2006/main" prst="rect">
            <a:avLst/>
          </a:prstGeom>
          <a:ln xmlns:a="http://schemas.openxmlformats.org/drawingml/2006/main">
            <a:noFill/>
          </a:ln>
        </p:spPr>
      </p:pic>
      <p:sp>
        <p:nvSpPr>
          <p:cNvPr id="38" name="Text 38">
            <a:extLst xmlns:a="http://schemas.openxmlformats.org/drawingml/2006/main">
              <a:ext uri="{FF2B5EF4-FFF2-40B4-BE49-F238E27FC236}">
                <a16:creationId xmlns:a16="http://schemas.microsoft.com/office/drawing/2014/main" id="{7ACFF613-0501-44DF-8FA7-8DD6B271808B}"/>
              </a:ext>
            </a:extLst>
          </p:cNvPr>
          <p:cNvSpPr>
            <a:spLocks xmlns:a="http://schemas.openxmlformats.org/drawingml/2006/main" noGrp="1"/>
          </p:cNvSpPr>
          <p:nvPr/>
        </p:nvSpPr>
        <p:spPr>
          <a:xfrm xmlns:a="http://schemas.openxmlformats.org/drawingml/2006/main">
            <a:off x="5048250" y="3314700"/>
            <a:ext cx="1657350" cy="400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400" b="1">
                <a:solidFill>
                  <a:srgbClr val="17212B"/>
                </a:solidFill>
                <a:latin typeface="Arial"/>
                <a:ea typeface="Arial"/>
                <a:cs typeface="Arial"/>
              </a:rPr>
              <a:t>SEMANTIC</a:t>
            </a:r>
            <a:endParaRPr sz="1400"/>
          </a:p>
          <a:p xmlns:a="http://schemas.openxmlformats.org/drawingml/2006/main">
            <a:pPr algn="ctr">
              <a:buNone/>
            </a:pPr>
            <a:r>
              <a:rPr sz="1400" b="1">
                <a:solidFill>
                  <a:srgbClr val="17212B"/>
                </a:solidFill>
                <a:latin typeface="Arial"/>
                <a:ea typeface="Arial"/>
                <a:cs typeface="Arial"/>
              </a:rPr>
              <a:t>ALIGNMENT</a:t>
            </a:r>
            <a:endParaRPr sz="1400"/>
          </a:p>
        </p:txBody>
      </p:sp>
      <p:sp>
        <p:nvSpPr>
          <p:cNvPr id="39" name="Text 39">
            <a:extLst xmlns:a="http://schemas.openxmlformats.org/drawingml/2006/main">
              <a:ext uri="{FF2B5EF4-FFF2-40B4-BE49-F238E27FC236}">
                <a16:creationId xmlns:a16="http://schemas.microsoft.com/office/drawing/2014/main" id="{4A64DD69-8208-4302-955A-E07751148C6E}"/>
              </a:ext>
            </a:extLst>
          </p:cNvPr>
          <p:cNvSpPr>
            <a:spLocks xmlns:a="http://schemas.openxmlformats.org/drawingml/2006/main" noGrp="1"/>
          </p:cNvSpPr>
          <p:nvPr/>
        </p:nvSpPr>
        <p:spPr>
          <a:xfrm xmlns:a="http://schemas.openxmlformats.org/drawingml/2006/main">
            <a:off x="5048250" y="3829050"/>
            <a:ext cx="165735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5D6873"/>
                </a:solidFill>
                <a:latin typeface="Arial"/>
                <a:ea typeface="Arial"/>
                <a:cs typeface="Arial"/>
              </a:rPr>
              <a:t>aligned target and scale</a:t>
            </a:r>
            <a:endParaRPr sz="1000"/>
          </a:p>
        </p:txBody>
      </p:sp>
      <p:sp>
        <p:nvSpPr>
          <p:cNvPr id="40" name="Connector 40">
            <a:extLst xmlns:a="http://schemas.openxmlformats.org/drawingml/2006/main">
              <a:ext uri="{FF2B5EF4-FFF2-40B4-BE49-F238E27FC236}">
                <a16:creationId xmlns:a16="http://schemas.microsoft.com/office/drawing/2014/main" id="{AA0F775A-21E3-4202-8D01-DECF3C613503}"/>
              </a:ext>
            </a:extLst>
          </p:cNvPr>
          <p:cNvSpPr>
            <a:spLocks xmlns:a="http://schemas.openxmlformats.org/drawingml/2006/main" noGrp="1"/>
          </p:cNvSpPr>
          <p:nvPr/>
        </p:nvSpPr>
        <p:spPr>
          <a:xfrm xmlns:a="http://schemas.openxmlformats.org/drawingml/2006/main">
            <a:off x="6915150" y="3352800"/>
            <a:ext cx="666750" cy="0"/>
          </a:xfrm>
          <a:prstGeom xmlns:a="http://schemas.openxmlformats.org/drawingml/2006/main" prst="line">
            <a:avLst/>
          </a:prstGeom>
          <a:ln xmlns:a="http://schemas.openxmlformats.org/drawingml/2006/main" w="38100">
            <a:solidFill>
              <a:srgbClr val="D71920"/>
            </a:solidFill>
            <a:tailEnd type="triangle"/>
          </a:ln>
        </p:spPr>
      </p:sp>
      <p:sp>
        <p:nvSpPr>
          <p:cNvPr id="41" name="Shape 41">
            <a:extLst xmlns:a="http://schemas.openxmlformats.org/drawingml/2006/main">
              <a:ext uri="{FF2B5EF4-FFF2-40B4-BE49-F238E27FC236}">
                <a16:creationId xmlns:a16="http://schemas.microsoft.com/office/drawing/2014/main" id="{FFA45AC3-4001-4C20-A462-D42DEED90737}"/>
              </a:ext>
            </a:extLst>
          </p:cNvPr>
          <p:cNvSpPr>
            <a:spLocks xmlns:a="http://schemas.openxmlformats.org/drawingml/2006/main" noGrp="1"/>
          </p:cNvSpPr>
          <p:nvPr/>
        </p:nvSpPr>
        <p:spPr>
          <a:xfrm xmlns:a="http://schemas.openxmlformats.org/drawingml/2006/main">
            <a:off x="7581900" y="2590800"/>
            <a:ext cx="1809750" cy="1524000"/>
          </a:xfrm>
          <a:prstGeom xmlns:a="http://schemas.openxmlformats.org/drawingml/2006/main" prst="rect">
            <a:avLst/>
          </a:prstGeom>
          <a:solidFill xmlns:a="http://schemas.openxmlformats.org/drawingml/2006/main">
            <a:srgbClr val="FCEBEC"/>
          </a:solidFill>
          <a:ln xmlns:a="http://schemas.openxmlformats.org/drawingml/2006/main" w="38100">
            <a:solidFill>
              <a:srgbClr val="D71920"/>
            </a:solidFill>
          </a:ln>
        </p:spPr>
      </p:sp>
      <p:sp>
        <p:nvSpPr>
          <p:cNvPr id="42" name="Shape 42">
            <a:extLst xmlns:a="http://schemas.openxmlformats.org/drawingml/2006/main">
              <a:ext uri="{FF2B5EF4-FFF2-40B4-BE49-F238E27FC236}">
                <a16:creationId xmlns:a16="http://schemas.microsoft.com/office/drawing/2014/main" id="{8C1869A4-3E11-4C2D-9A64-978A2F5FD1D9}"/>
              </a:ext>
            </a:extLst>
          </p:cNvPr>
          <p:cNvSpPr>
            <a:spLocks xmlns:a="http://schemas.openxmlformats.org/drawingml/2006/main" noGrp="1"/>
          </p:cNvSpPr>
          <p:nvPr/>
        </p:nvSpPr>
        <p:spPr>
          <a:xfrm xmlns:a="http://schemas.openxmlformats.org/drawingml/2006/main">
            <a:off x="8220075" y="2743200"/>
            <a:ext cx="533400" cy="5334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981B1E"/>
            </a:solidFill>
          </a:ln>
        </p:spPr>
      </p:sp>
      <p:pic>
        <p:nvPicPr>
          <p:cNvPr id="104" name="Picture 43"/>
          <p:cNvPicPr>
            <a:picLocks xmlns:a="http://schemas.openxmlformats.org/drawingml/2006/main" noChangeAspect="1"/>
          </p:cNvPicPr>
          <p:nvPr/>
        </p:nvPicPr>
        <p:blipFill>
          <a:blip xmlns:r="http://schemas.openxmlformats.org/officeDocument/2006/relationships" xmlns:a="http://schemas.openxmlformats.org/drawingml/2006/main" r:embed="R6356ef378e4e4951"/>
          <a:stretch xmlns:a="http://schemas.openxmlformats.org/drawingml/2006/main">
            <a:fillRect l="0" t="0" r="0" b="0"/>
          </a:stretch>
        </p:blipFill>
        <p:spPr>
          <a:xfrm xmlns:a="http://schemas.openxmlformats.org/drawingml/2006/main">
            <a:off x="8353425" y="2876550"/>
            <a:ext cx="266700" cy="266700"/>
          </a:xfrm>
          <a:prstGeom xmlns:a="http://schemas.openxmlformats.org/drawingml/2006/main" prst="rect">
            <a:avLst/>
          </a:prstGeom>
          <a:ln xmlns:a="http://schemas.openxmlformats.org/drawingml/2006/main">
            <a:noFill/>
          </a:ln>
        </p:spPr>
      </p:pic>
      <p:sp>
        <p:nvSpPr>
          <p:cNvPr id="44" name="Text 44">
            <a:extLst xmlns:a="http://schemas.openxmlformats.org/drawingml/2006/main">
              <a:ext uri="{FF2B5EF4-FFF2-40B4-BE49-F238E27FC236}">
                <a16:creationId xmlns:a16="http://schemas.microsoft.com/office/drawing/2014/main" id="{4E4C0E93-122D-4006-B11D-B67B9739F7C8}"/>
              </a:ext>
            </a:extLst>
          </p:cNvPr>
          <p:cNvSpPr>
            <a:spLocks xmlns:a="http://schemas.openxmlformats.org/drawingml/2006/main" noGrp="1"/>
          </p:cNvSpPr>
          <p:nvPr/>
        </p:nvSpPr>
        <p:spPr>
          <a:xfrm xmlns:a="http://schemas.openxmlformats.org/drawingml/2006/main">
            <a:off x="7791450" y="3314700"/>
            <a:ext cx="1390650" cy="419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500" b="1">
                <a:solidFill>
                  <a:srgbClr val="981B1E"/>
                </a:solidFill>
                <a:latin typeface="Arial"/>
                <a:ea typeface="Arial"/>
                <a:cs typeface="Arial"/>
              </a:rPr>
              <a:t>LATE</a:t>
            </a:r>
            <a:endParaRPr sz="1500"/>
          </a:p>
          <a:p xmlns:a="http://schemas.openxmlformats.org/drawingml/2006/main">
            <a:pPr algn="ctr">
              <a:buNone/>
            </a:pPr>
            <a:r>
              <a:rPr sz="1500" b="1">
                <a:solidFill>
                  <a:srgbClr val="981B1E"/>
                </a:solidFill>
                <a:latin typeface="Arial"/>
                <a:ea typeface="Arial"/>
                <a:cs typeface="Arial"/>
              </a:rPr>
              <a:t>FUSION</a:t>
            </a:r>
            <a:endParaRPr sz="1500"/>
          </a:p>
        </p:txBody>
      </p:sp>
      <p:sp>
        <p:nvSpPr>
          <p:cNvPr id="45" name="Text 45">
            <a:extLst xmlns:a="http://schemas.openxmlformats.org/drawingml/2006/main">
              <a:ext uri="{FF2B5EF4-FFF2-40B4-BE49-F238E27FC236}">
                <a16:creationId xmlns:a16="http://schemas.microsoft.com/office/drawing/2014/main" id="{51D79588-728D-4329-98ED-F4A8BA2DDD94}"/>
              </a:ext>
            </a:extLst>
          </p:cNvPr>
          <p:cNvSpPr>
            <a:spLocks xmlns:a="http://schemas.openxmlformats.org/drawingml/2006/main" noGrp="1"/>
          </p:cNvSpPr>
          <p:nvPr/>
        </p:nvSpPr>
        <p:spPr>
          <a:xfrm xmlns:a="http://schemas.openxmlformats.org/drawingml/2006/main">
            <a:off x="7791450" y="3829050"/>
            <a:ext cx="139065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17212B"/>
                </a:solidFill>
                <a:latin typeface="Arial"/>
                <a:ea typeface="Arial"/>
                <a:cs typeface="Arial"/>
              </a:rPr>
              <a:t>weighting and arbitration</a:t>
            </a:r>
            <a:endParaRPr sz="1000"/>
          </a:p>
        </p:txBody>
      </p:sp>
      <p:sp>
        <p:nvSpPr>
          <p:cNvPr id="46" name="Connector 46">
            <a:extLst xmlns:a="http://schemas.openxmlformats.org/drawingml/2006/main">
              <a:ext uri="{FF2B5EF4-FFF2-40B4-BE49-F238E27FC236}">
                <a16:creationId xmlns:a16="http://schemas.microsoft.com/office/drawing/2014/main" id="{72604BAB-5FF4-4EF6-98C1-D21468C6F3F6}"/>
              </a:ext>
            </a:extLst>
          </p:cNvPr>
          <p:cNvSpPr>
            <a:spLocks xmlns:a="http://schemas.openxmlformats.org/drawingml/2006/main" noGrp="1"/>
          </p:cNvSpPr>
          <p:nvPr/>
        </p:nvSpPr>
        <p:spPr>
          <a:xfrm xmlns:a="http://schemas.openxmlformats.org/drawingml/2006/main">
            <a:off x="9391650" y="3352800"/>
            <a:ext cx="609600" cy="0"/>
          </a:xfrm>
          <a:prstGeom xmlns:a="http://schemas.openxmlformats.org/drawingml/2006/main" prst="line">
            <a:avLst/>
          </a:prstGeom>
          <a:ln xmlns:a="http://schemas.openxmlformats.org/drawingml/2006/main" w="38100">
            <a:solidFill>
              <a:srgbClr val="D71920"/>
            </a:solidFill>
            <a:tailEnd type="triangle"/>
          </a:ln>
        </p:spPr>
      </p:sp>
      <p:sp>
        <p:nvSpPr>
          <p:cNvPr id="47" name="Shape 47">
            <a:extLst xmlns:a="http://schemas.openxmlformats.org/drawingml/2006/main">
              <a:ext uri="{FF2B5EF4-FFF2-40B4-BE49-F238E27FC236}">
                <a16:creationId xmlns:a16="http://schemas.microsoft.com/office/drawing/2014/main" id="{33AC097C-2694-4195-8CF0-B69269541538}"/>
              </a:ext>
            </a:extLst>
          </p:cNvPr>
          <p:cNvSpPr>
            <a:spLocks xmlns:a="http://schemas.openxmlformats.org/drawingml/2006/main" noGrp="1"/>
          </p:cNvSpPr>
          <p:nvPr/>
        </p:nvSpPr>
        <p:spPr>
          <a:xfrm xmlns:a="http://schemas.openxmlformats.org/drawingml/2006/main">
            <a:off x="10001250" y="2781300"/>
            <a:ext cx="1638300" cy="1143000"/>
          </a:xfrm>
          <a:prstGeom xmlns:a="http://schemas.openxmlformats.org/drawingml/2006/main" prst="rect">
            <a:avLst/>
          </a:prstGeom>
          <a:solidFill xmlns:a="http://schemas.openxmlformats.org/drawingml/2006/main">
            <a:srgbClr val="17212B"/>
          </a:solidFill>
          <a:ln xmlns:a="http://schemas.openxmlformats.org/drawingml/2006/main" w="25400">
            <a:solidFill>
              <a:srgbClr val="17212B"/>
            </a:solidFill>
          </a:ln>
        </p:spPr>
      </p:sp>
      <p:pic>
        <p:nvPicPr>
          <p:cNvPr id="109" name="Picture 48"/>
          <p:cNvPicPr>
            <a:picLocks xmlns:a="http://schemas.openxmlformats.org/drawingml/2006/main" noChangeAspect="1"/>
          </p:cNvPicPr>
          <p:nvPr/>
        </p:nvPicPr>
        <p:blipFill>
          <a:blip xmlns:r="http://schemas.openxmlformats.org/officeDocument/2006/relationships" xmlns:a="http://schemas.openxmlformats.org/drawingml/2006/main" r:embed="Ra21b4469d9df496d"/>
          <a:stretch xmlns:a="http://schemas.openxmlformats.org/drawingml/2006/main">
            <a:fillRect l="0" t="0" r="0" b="0"/>
          </a:stretch>
        </p:blipFill>
        <p:spPr>
          <a:xfrm xmlns:a="http://schemas.openxmlformats.org/drawingml/2006/main">
            <a:off x="10591800" y="2914650"/>
            <a:ext cx="457200" cy="457200"/>
          </a:xfrm>
          <a:prstGeom xmlns:a="http://schemas.openxmlformats.org/drawingml/2006/main" prst="rect">
            <a:avLst/>
          </a:prstGeom>
          <a:ln xmlns:a="http://schemas.openxmlformats.org/drawingml/2006/main">
            <a:noFill/>
          </a:ln>
        </p:spPr>
      </p:pic>
      <p:sp>
        <p:nvSpPr>
          <p:cNvPr id="49" name="Text 49">
            <a:extLst xmlns:a="http://schemas.openxmlformats.org/drawingml/2006/main">
              <a:ext uri="{FF2B5EF4-FFF2-40B4-BE49-F238E27FC236}">
                <a16:creationId xmlns:a16="http://schemas.microsoft.com/office/drawing/2014/main" id="{5844F316-1D77-4CFC-B06D-D90FF2F03BE4}"/>
              </a:ext>
            </a:extLst>
          </p:cNvPr>
          <p:cNvSpPr>
            <a:spLocks xmlns:a="http://schemas.openxmlformats.org/drawingml/2006/main" noGrp="1"/>
          </p:cNvSpPr>
          <p:nvPr/>
        </p:nvSpPr>
        <p:spPr>
          <a:xfrm xmlns:a="http://schemas.openxmlformats.org/drawingml/2006/main">
            <a:off x="10191750" y="3409950"/>
            <a:ext cx="12573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500" b="1">
                <a:solidFill>
                  <a:srgbClr val="FFFFFF"/>
                </a:solidFill>
                <a:latin typeface="Arial"/>
                <a:ea typeface="Arial"/>
                <a:cs typeface="Arial"/>
              </a:rPr>
              <a:t>ONE SIGNAL</a:t>
            </a:r>
            <a:endParaRPr sz="1500"/>
          </a:p>
        </p:txBody>
      </p:sp>
      <p:sp>
        <p:nvSpPr>
          <p:cNvPr id="50" name="Text 50">
            <a:extLst xmlns:a="http://schemas.openxmlformats.org/drawingml/2006/main">
              <a:ext uri="{FF2B5EF4-FFF2-40B4-BE49-F238E27FC236}">
                <a16:creationId xmlns:a16="http://schemas.microsoft.com/office/drawing/2014/main" id="{02C21042-339B-499A-AEED-2251432894AD}"/>
              </a:ext>
            </a:extLst>
          </p:cNvPr>
          <p:cNvSpPr>
            <a:spLocks xmlns:a="http://schemas.openxmlformats.org/drawingml/2006/main" noGrp="1"/>
          </p:cNvSpPr>
          <p:nvPr/>
        </p:nvSpPr>
        <p:spPr>
          <a:xfrm xmlns:a="http://schemas.openxmlformats.org/drawingml/2006/main">
            <a:off x="10191750" y="3676650"/>
            <a:ext cx="12573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DDE3E8"/>
                </a:solidFill>
                <a:latin typeface="Arial"/>
                <a:ea typeface="Arial"/>
                <a:cs typeface="Arial"/>
              </a:rPr>
              <a:t>evidence retained</a:t>
            </a:r>
            <a:endParaRPr sz="1000"/>
          </a:p>
        </p:txBody>
      </p:sp>
      <p:sp>
        <p:nvSpPr>
          <p:cNvPr id="51" name="Shape 51">
            <a:extLst xmlns:a="http://schemas.openxmlformats.org/drawingml/2006/main">
              <a:ext uri="{FF2B5EF4-FFF2-40B4-BE49-F238E27FC236}">
                <a16:creationId xmlns:a16="http://schemas.microsoft.com/office/drawing/2014/main" id="{B252F4C5-AB50-4B4E-B9A9-F231EBC270A3}"/>
              </a:ext>
            </a:extLst>
          </p:cNvPr>
          <p:cNvSpPr>
            <a:spLocks xmlns:a="http://schemas.openxmlformats.org/drawingml/2006/main" noGrp="1"/>
          </p:cNvSpPr>
          <p:nvPr/>
        </p:nvSpPr>
        <p:spPr>
          <a:xfrm xmlns:a="http://schemas.openxmlformats.org/drawingml/2006/main">
            <a:off x="3162300" y="5219700"/>
            <a:ext cx="8324850" cy="742950"/>
          </a:xfrm>
          <a:prstGeom xmlns:a="http://schemas.openxmlformats.org/drawingml/2006/main" prst="rect">
            <a:avLst/>
          </a:prstGeom>
          <a:solidFill xmlns:a="http://schemas.openxmlformats.org/drawingml/2006/main">
            <a:srgbClr val="EAF1F7"/>
          </a:solidFill>
          <a:ln xmlns:a="http://schemas.openxmlformats.org/drawingml/2006/main" w="12700">
            <a:solidFill>
              <a:srgbClr val="2A5B84"/>
            </a:solidFill>
          </a:ln>
        </p:spPr>
      </p:sp>
      <p:sp>
        <p:nvSpPr>
          <p:cNvPr id="52" name="Text 52">
            <a:extLst xmlns:a="http://schemas.openxmlformats.org/drawingml/2006/main">
              <a:ext uri="{FF2B5EF4-FFF2-40B4-BE49-F238E27FC236}">
                <a16:creationId xmlns:a16="http://schemas.microsoft.com/office/drawing/2014/main" id="{2612DC21-56A6-4A22-8D3D-A528F6CE8A4A}"/>
              </a:ext>
            </a:extLst>
          </p:cNvPr>
          <p:cNvSpPr>
            <a:spLocks xmlns:a="http://schemas.openxmlformats.org/drawingml/2006/main" noGrp="1"/>
          </p:cNvSpPr>
          <p:nvPr/>
        </p:nvSpPr>
        <p:spPr>
          <a:xfrm xmlns:a="http://schemas.openxmlformats.org/drawingml/2006/main">
            <a:off x="3429000" y="5353050"/>
            <a:ext cx="779145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500" b="1">
                <a:solidFill>
                  <a:srgbClr val="17212B"/>
                </a:solidFill>
                <a:latin typeface="Arial"/>
                <a:ea typeface="Arial"/>
                <a:cs typeface="Arial"/>
              </a:rPr>
              <a:t>The four-scenario fixture cannot identify a fusion gain or production performance ceiling.</a:t>
            </a:r>
            <a:endParaRPr sz="1500"/>
          </a:p>
        </p:txBody>
      </p:sp>
      <p:sp>
        <p:nvSpPr>
          <p:cNvPr id="53" name="Connector 53">
            <a:extLst xmlns:a="http://schemas.openxmlformats.org/drawingml/2006/main">
              <a:ext uri="{FF2B5EF4-FFF2-40B4-BE49-F238E27FC236}">
                <a16:creationId xmlns:a16="http://schemas.microsoft.com/office/drawing/2014/main" id="{A48B5CD6-1EF1-4B34-A118-7B40989A1A16}"/>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BFC5CB"/>
            </a:solidFill>
          </a:ln>
        </p:spPr>
      </p:sp>
      <p:sp>
        <p:nvSpPr>
          <p:cNvPr id="54" name="Text 54">
            <a:extLst xmlns:a="http://schemas.openxmlformats.org/drawingml/2006/main">
              <a:ext uri="{FF2B5EF4-FFF2-40B4-BE49-F238E27FC236}">
                <a16:creationId xmlns:a16="http://schemas.microsoft.com/office/drawing/2014/main" id="{C60831A8-5071-4764-8F4F-9851283404B5}"/>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TECHNICAL APPENDIX</a:t>
            </a:r>
            <a:endParaRPr sz="1000"/>
          </a:p>
        </p:txBody>
      </p:sp>
      <p:sp>
        <p:nvSpPr>
          <p:cNvPr id="55" name="Text 55">
            <a:extLst xmlns:a="http://schemas.openxmlformats.org/drawingml/2006/main">
              <a:ext uri="{FF2B5EF4-FFF2-40B4-BE49-F238E27FC236}">
                <a16:creationId xmlns:a16="http://schemas.microsoft.com/office/drawing/2014/main" id="{311E5187-440D-493D-9972-80ADEA7B6664}"/>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E</a:t>
            </a:r>
            <a:endParaRPr sz="1000"/>
          </a:p>
        </p:txBody>
      </p:sp>
    </p:spTree>
    <p:extLst>
      <p:ext uri="{BB962C8B-B14F-4D97-AF65-F5344CB8AC3E}">
        <p14:creationId xmlns:p14="http://schemas.microsoft.com/office/powerpoint/2010/main" val="396363929"/>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64080AE7-C016-40AE-8AAD-7A4580B971EF}"/>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APPENDIX F · DELIVERED R5 MECHANISM</a:t>
            </a:r>
            <a:endParaRPr sz="1100"/>
          </a:p>
        </p:txBody>
      </p:sp>
      <p:sp>
        <p:nvSpPr>
          <p:cNvPr id="3" name="Text 3">
            <a:extLst xmlns:a="http://schemas.openxmlformats.org/drawingml/2006/main">
              <a:ext uri="{FF2B5EF4-FFF2-40B4-BE49-F238E27FC236}">
                <a16:creationId xmlns:a16="http://schemas.microsoft.com/office/drawing/2014/main" id="{E4B92654-79C1-49D0-AA42-15AEC6A146A5}"/>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The delivered Tribuo forest aggregates 31 bounded tree votes</a:t>
            </a:r>
            <a:endParaRPr sz="3000"/>
          </a:p>
        </p:txBody>
      </p:sp>
      <p:sp>
        <p:nvSpPr>
          <p:cNvPr id="4" name="Text 4">
            <a:extLst xmlns:a="http://schemas.openxmlformats.org/drawingml/2006/main">
              <a:ext uri="{FF2B5EF4-FFF2-40B4-BE49-F238E27FC236}">
                <a16:creationId xmlns:a16="http://schemas.microsoft.com/office/drawing/2014/main" id="{6E3EB44B-56CD-46F0-AE0A-0BA58F519261}"/>
              </a:ext>
            </a:extLst>
          </p:cNvPr>
          <p:cNvSpPr>
            <a:spLocks xmlns:a="http://schemas.openxmlformats.org/drawingml/2006/main" noGrp="1"/>
          </p:cNvSpPr>
          <p:nvPr/>
        </p:nvSpPr>
        <p:spPr>
          <a:xfrm xmlns:a="http://schemas.openxmlformats.org/drawingml/2006/main">
            <a:off x="8420100" y="1066800"/>
            <a:ext cx="32194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100" b="1" spc="70">
                <a:solidFill>
                  <a:srgbClr val="1F7A5A"/>
                </a:solidFill>
                <a:latin typeface="Arial"/>
                <a:ea typeface="Arial"/>
                <a:cs typeface="Arial"/>
              </a:rPr>
              <a:t>DELIVERED · 31 TREES · FIXED MODEL</a:t>
            </a:r>
            <a:endParaRPr sz="1100"/>
          </a:p>
        </p:txBody>
      </p:sp>
      <p:sp>
        <p:nvSpPr>
          <p:cNvPr id="5" name="Connector 5">
            <a:extLst xmlns:a="http://schemas.openxmlformats.org/drawingml/2006/main">
              <a:ext uri="{FF2B5EF4-FFF2-40B4-BE49-F238E27FC236}">
                <a16:creationId xmlns:a16="http://schemas.microsoft.com/office/drawing/2014/main" id="{243E277B-5DFB-4A8A-A944-B717BA9BC54B}"/>
              </a:ext>
            </a:extLst>
          </p:cNvPr>
          <p:cNvSpPr>
            <a:spLocks xmlns:a="http://schemas.openxmlformats.org/drawingml/2006/main" noGrp="1"/>
          </p:cNvSpPr>
          <p:nvPr/>
        </p:nvSpPr>
        <p:spPr>
          <a:xfrm xmlns:a="http://schemas.openxmlformats.org/drawingml/2006/main" flipH="1">
            <a:off x="1314450" y="2533650"/>
            <a:ext cx="742950" cy="685800"/>
          </a:xfrm>
          <a:prstGeom xmlns:a="http://schemas.openxmlformats.org/drawingml/2006/main" prst="line">
            <a:avLst/>
          </a:prstGeom>
          <a:ln xmlns:a="http://schemas.openxmlformats.org/drawingml/2006/main" w="25400">
            <a:solidFill>
              <a:srgbClr val="2A5B84"/>
            </a:solidFill>
            <a:tailEnd type="triangle"/>
          </a:ln>
        </p:spPr>
      </p:sp>
      <p:sp>
        <p:nvSpPr>
          <p:cNvPr id="6" name="Connector 6">
            <a:extLst xmlns:a="http://schemas.openxmlformats.org/drawingml/2006/main">
              <a:ext uri="{FF2B5EF4-FFF2-40B4-BE49-F238E27FC236}">
                <a16:creationId xmlns:a16="http://schemas.microsoft.com/office/drawing/2014/main" id="{FD78AA77-3A9F-4E1D-BDDA-B42F57BC6C19}"/>
              </a:ext>
            </a:extLst>
          </p:cNvPr>
          <p:cNvSpPr>
            <a:spLocks xmlns:a="http://schemas.openxmlformats.org/drawingml/2006/main" noGrp="1"/>
          </p:cNvSpPr>
          <p:nvPr/>
        </p:nvSpPr>
        <p:spPr>
          <a:xfrm xmlns:a="http://schemas.openxmlformats.org/drawingml/2006/main">
            <a:off x="2057400" y="2533650"/>
            <a:ext cx="742950" cy="685800"/>
          </a:xfrm>
          <a:prstGeom xmlns:a="http://schemas.openxmlformats.org/drawingml/2006/main" prst="line">
            <a:avLst/>
          </a:prstGeom>
          <a:ln xmlns:a="http://schemas.openxmlformats.org/drawingml/2006/main" w="25400">
            <a:solidFill>
              <a:srgbClr val="2A5B84"/>
            </a:solidFill>
            <a:tailEnd type="triangle"/>
          </a:ln>
        </p:spPr>
      </p:sp>
      <p:sp>
        <p:nvSpPr>
          <p:cNvPr id="7" name="Connector 7">
            <a:extLst xmlns:a="http://schemas.openxmlformats.org/drawingml/2006/main">
              <a:ext uri="{FF2B5EF4-FFF2-40B4-BE49-F238E27FC236}">
                <a16:creationId xmlns:a16="http://schemas.microsoft.com/office/drawing/2014/main" id="{0C5C8341-CF3D-4922-886C-893575727C89}"/>
              </a:ext>
            </a:extLst>
          </p:cNvPr>
          <p:cNvSpPr>
            <a:spLocks xmlns:a="http://schemas.openxmlformats.org/drawingml/2006/main" noGrp="1"/>
          </p:cNvSpPr>
          <p:nvPr/>
        </p:nvSpPr>
        <p:spPr>
          <a:xfrm xmlns:a="http://schemas.openxmlformats.org/drawingml/2006/main" flipH="1">
            <a:off x="990600" y="3505200"/>
            <a:ext cx="323850" cy="533400"/>
          </a:xfrm>
          <a:prstGeom xmlns:a="http://schemas.openxmlformats.org/drawingml/2006/main" prst="line">
            <a:avLst/>
          </a:prstGeom>
          <a:ln xmlns:a="http://schemas.openxmlformats.org/drawingml/2006/main" w="25400">
            <a:solidFill>
              <a:srgbClr val="2A5B84"/>
            </a:solidFill>
            <a:tailEnd type="triangle"/>
          </a:ln>
        </p:spPr>
      </p:sp>
      <p:sp>
        <p:nvSpPr>
          <p:cNvPr id="8" name="Connector 8">
            <a:extLst xmlns:a="http://schemas.openxmlformats.org/drawingml/2006/main">
              <a:ext uri="{FF2B5EF4-FFF2-40B4-BE49-F238E27FC236}">
                <a16:creationId xmlns:a16="http://schemas.microsoft.com/office/drawing/2014/main" id="{CD09E109-0048-47D3-BD0E-4AD984977333}"/>
              </a:ext>
            </a:extLst>
          </p:cNvPr>
          <p:cNvSpPr>
            <a:spLocks xmlns:a="http://schemas.openxmlformats.org/drawingml/2006/main" noGrp="1"/>
          </p:cNvSpPr>
          <p:nvPr/>
        </p:nvSpPr>
        <p:spPr>
          <a:xfrm xmlns:a="http://schemas.openxmlformats.org/drawingml/2006/main">
            <a:off x="1314450" y="3505200"/>
            <a:ext cx="323850" cy="533400"/>
          </a:xfrm>
          <a:prstGeom xmlns:a="http://schemas.openxmlformats.org/drawingml/2006/main" prst="line">
            <a:avLst/>
          </a:prstGeom>
          <a:ln xmlns:a="http://schemas.openxmlformats.org/drawingml/2006/main" w="25400">
            <a:solidFill>
              <a:srgbClr val="2A5B84"/>
            </a:solidFill>
            <a:tailEnd type="triangle"/>
          </a:ln>
        </p:spPr>
      </p:sp>
      <p:sp>
        <p:nvSpPr>
          <p:cNvPr id="9" name="Shape 9">
            <a:extLst xmlns:a="http://schemas.openxmlformats.org/drawingml/2006/main">
              <a:ext uri="{FF2B5EF4-FFF2-40B4-BE49-F238E27FC236}">
                <a16:creationId xmlns:a16="http://schemas.microsoft.com/office/drawing/2014/main" id="{2BCF8E88-2553-423B-A099-C0936628D532}"/>
              </a:ext>
            </a:extLst>
          </p:cNvPr>
          <p:cNvSpPr>
            <a:spLocks xmlns:a="http://schemas.openxmlformats.org/drawingml/2006/main" noGrp="1"/>
          </p:cNvSpPr>
          <p:nvPr/>
        </p:nvSpPr>
        <p:spPr>
          <a:xfrm xmlns:a="http://schemas.openxmlformats.org/drawingml/2006/main">
            <a:off x="819150" y="2038350"/>
            <a:ext cx="2476500" cy="51435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2A5B84"/>
            </a:solidFill>
          </a:ln>
        </p:spPr>
      </p:sp>
      <p:sp>
        <p:nvSpPr>
          <p:cNvPr id="10" name="Text 10">
            <a:extLst xmlns:a="http://schemas.openxmlformats.org/drawingml/2006/main">
              <a:ext uri="{FF2B5EF4-FFF2-40B4-BE49-F238E27FC236}">
                <a16:creationId xmlns:a16="http://schemas.microsoft.com/office/drawing/2014/main" id="{2D62B816-B334-4A0B-8B71-174ED72DD39C}"/>
              </a:ext>
            </a:extLst>
          </p:cNvPr>
          <p:cNvSpPr>
            <a:spLocks xmlns:a="http://schemas.openxmlformats.org/drawingml/2006/main" noGrp="1"/>
          </p:cNvSpPr>
          <p:nvPr/>
        </p:nvSpPr>
        <p:spPr>
          <a:xfrm xmlns:a="http://schemas.openxmlformats.org/drawingml/2006/main">
            <a:off x="914400" y="2171700"/>
            <a:ext cx="228600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17212B"/>
                </a:solidFill>
                <a:latin typeface="Arial"/>
                <a:ea typeface="Arial"/>
                <a:cs typeface="Arial"/>
              </a:rPr>
              <a:t>cross-border ratio &gt; t₁</a:t>
            </a:r>
            <a:endParaRPr sz="1300"/>
          </a:p>
        </p:txBody>
      </p:sp>
      <p:sp>
        <p:nvSpPr>
          <p:cNvPr id="11" name="Shape 11">
            <a:extLst xmlns:a="http://schemas.openxmlformats.org/drawingml/2006/main">
              <a:ext uri="{FF2B5EF4-FFF2-40B4-BE49-F238E27FC236}">
                <a16:creationId xmlns:a16="http://schemas.microsoft.com/office/drawing/2014/main" id="{93576AF8-7CEB-41FB-B202-81709461DD55}"/>
              </a:ext>
            </a:extLst>
          </p:cNvPr>
          <p:cNvSpPr>
            <a:spLocks xmlns:a="http://schemas.openxmlformats.org/drawingml/2006/main" noGrp="1"/>
          </p:cNvSpPr>
          <p:nvPr/>
        </p:nvSpPr>
        <p:spPr>
          <a:xfrm xmlns:a="http://schemas.openxmlformats.org/drawingml/2006/main">
            <a:off x="628650" y="3219450"/>
            <a:ext cx="1371600" cy="47625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2A5B84"/>
            </a:solidFill>
          </a:ln>
        </p:spPr>
      </p:sp>
      <p:sp>
        <p:nvSpPr>
          <p:cNvPr id="12" name="Text 12">
            <a:extLst xmlns:a="http://schemas.openxmlformats.org/drawingml/2006/main">
              <a:ext uri="{FF2B5EF4-FFF2-40B4-BE49-F238E27FC236}">
                <a16:creationId xmlns:a16="http://schemas.microsoft.com/office/drawing/2014/main" id="{1A8DE75E-F20E-400A-B7C0-7535808919B4}"/>
              </a:ext>
            </a:extLst>
          </p:cNvPr>
          <p:cNvSpPr>
            <a:spLocks xmlns:a="http://schemas.openxmlformats.org/drawingml/2006/main" noGrp="1"/>
          </p:cNvSpPr>
          <p:nvPr/>
        </p:nvSpPr>
        <p:spPr>
          <a:xfrm xmlns:a="http://schemas.openxmlformats.org/drawingml/2006/main">
            <a:off x="704850" y="3343275"/>
            <a:ext cx="1219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17212B"/>
                </a:solidFill>
                <a:latin typeface="Arial"/>
                <a:ea typeface="Arial"/>
                <a:cs typeface="Arial"/>
              </a:rPr>
              <a:t>crypto ratio &gt; t₂</a:t>
            </a:r>
            <a:endParaRPr sz="1100"/>
          </a:p>
        </p:txBody>
      </p:sp>
      <p:sp>
        <p:nvSpPr>
          <p:cNvPr id="13" name="Shape 13">
            <a:extLst xmlns:a="http://schemas.openxmlformats.org/drawingml/2006/main">
              <a:ext uri="{FF2B5EF4-FFF2-40B4-BE49-F238E27FC236}">
                <a16:creationId xmlns:a16="http://schemas.microsoft.com/office/drawing/2014/main" id="{4E91D207-3CF6-455C-8E4E-075541E6ABF8}"/>
              </a:ext>
            </a:extLst>
          </p:cNvPr>
          <p:cNvSpPr>
            <a:spLocks xmlns:a="http://schemas.openxmlformats.org/drawingml/2006/main" noGrp="1"/>
          </p:cNvSpPr>
          <p:nvPr/>
        </p:nvSpPr>
        <p:spPr>
          <a:xfrm xmlns:a="http://schemas.openxmlformats.org/drawingml/2006/main">
            <a:off x="647700" y="4019550"/>
            <a:ext cx="609600" cy="609600"/>
          </a:xfrm>
          <a:prstGeom xmlns:a="http://schemas.openxmlformats.org/drawingml/2006/main" prst="ellipse">
            <a:avLst/>
          </a:prstGeom>
          <a:solidFill xmlns:a="http://schemas.openxmlformats.org/drawingml/2006/main">
            <a:srgbClr val="FFFFFF"/>
          </a:solidFill>
          <a:ln xmlns:a="http://schemas.openxmlformats.org/drawingml/2006/main" w="25400">
            <a:solidFill>
              <a:srgbClr val="2A5B84"/>
            </a:solidFill>
          </a:ln>
        </p:spPr>
      </p:sp>
      <p:sp>
        <p:nvSpPr>
          <p:cNvPr id="14" name="Text 14">
            <a:extLst xmlns:a="http://schemas.openxmlformats.org/drawingml/2006/main">
              <a:ext uri="{FF2B5EF4-FFF2-40B4-BE49-F238E27FC236}">
                <a16:creationId xmlns:a16="http://schemas.microsoft.com/office/drawing/2014/main" id="{66F8C20C-F14E-4AEB-96DA-89B3B32C24E8}"/>
              </a:ext>
            </a:extLst>
          </p:cNvPr>
          <p:cNvSpPr>
            <a:spLocks xmlns:a="http://schemas.openxmlformats.org/drawingml/2006/main" noGrp="1"/>
          </p:cNvSpPr>
          <p:nvPr/>
        </p:nvSpPr>
        <p:spPr>
          <a:xfrm xmlns:a="http://schemas.openxmlformats.org/drawingml/2006/main">
            <a:off x="647700" y="4200525"/>
            <a:ext cx="609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600" b="1">
                <a:solidFill>
                  <a:srgbClr val="2A5B84"/>
                </a:solidFill>
                <a:latin typeface="Arial"/>
                <a:ea typeface="Arial"/>
                <a:cs typeface="Arial"/>
              </a:rPr>
              <a:t>0</a:t>
            </a:r>
            <a:endParaRPr sz="1600"/>
          </a:p>
        </p:txBody>
      </p:sp>
      <p:sp>
        <p:nvSpPr>
          <p:cNvPr id="15" name="Shape 15">
            <a:extLst xmlns:a="http://schemas.openxmlformats.org/drawingml/2006/main">
              <a:ext uri="{FF2B5EF4-FFF2-40B4-BE49-F238E27FC236}">
                <a16:creationId xmlns:a16="http://schemas.microsoft.com/office/drawing/2014/main" id="{AD3E9392-8BDA-40DE-86EC-CF030D8694BE}"/>
              </a:ext>
            </a:extLst>
          </p:cNvPr>
          <p:cNvSpPr>
            <a:spLocks xmlns:a="http://schemas.openxmlformats.org/drawingml/2006/main" noGrp="1"/>
          </p:cNvSpPr>
          <p:nvPr/>
        </p:nvSpPr>
        <p:spPr>
          <a:xfrm xmlns:a="http://schemas.openxmlformats.org/drawingml/2006/main">
            <a:off x="1371600" y="4019550"/>
            <a:ext cx="609600" cy="609600"/>
          </a:xfrm>
          <a:prstGeom xmlns:a="http://schemas.openxmlformats.org/drawingml/2006/main" prst="ellipse">
            <a:avLst/>
          </a:prstGeom>
          <a:solidFill xmlns:a="http://schemas.openxmlformats.org/drawingml/2006/main">
            <a:srgbClr val="2A5B84"/>
          </a:solidFill>
          <a:ln xmlns:a="http://schemas.openxmlformats.org/drawingml/2006/main" w="25400">
            <a:solidFill>
              <a:srgbClr val="2A5B84"/>
            </a:solidFill>
          </a:ln>
        </p:spPr>
      </p:sp>
      <p:sp>
        <p:nvSpPr>
          <p:cNvPr id="16" name="Text 16">
            <a:extLst xmlns:a="http://schemas.openxmlformats.org/drawingml/2006/main">
              <a:ext uri="{FF2B5EF4-FFF2-40B4-BE49-F238E27FC236}">
                <a16:creationId xmlns:a16="http://schemas.microsoft.com/office/drawing/2014/main" id="{353F26BA-B127-4C00-B0EA-271BBD41BD95}"/>
              </a:ext>
            </a:extLst>
          </p:cNvPr>
          <p:cNvSpPr>
            <a:spLocks xmlns:a="http://schemas.openxmlformats.org/drawingml/2006/main" noGrp="1"/>
          </p:cNvSpPr>
          <p:nvPr/>
        </p:nvSpPr>
        <p:spPr>
          <a:xfrm xmlns:a="http://schemas.openxmlformats.org/drawingml/2006/main">
            <a:off x="1371600" y="4200525"/>
            <a:ext cx="609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600" b="1">
                <a:solidFill>
                  <a:srgbClr val="FFFFFF"/>
                </a:solidFill>
                <a:latin typeface="Arial"/>
                <a:ea typeface="Arial"/>
                <a:cs typeface="Arial"/>
              </a:rPr>
              <a:t>1</a:t>
            </a:r>
            <a:endParaRPr sz="1600"/>
          </a:p>
        </p:txBody>
      </p:sp>
      <p:sp>
        <p:nvSpPr>
          <p:cNvPr id="17" name="Shape 17">
            <a:extLst xmlns:a="http://schemas.openxmlformats.org/drawingml/2006/main">
              <a:ext uri="{FF2B5EF4-FFF2-40B4-BE49-F238E27FC236}">
                <a16:creationId xmlns:a16="http://schemas.microsoft.com/office/drawing/2014/main" id="{6CCE17E6-501A-4CFD-9365-F10CE9C4B8BF}"/>
              </a:ext>
            </a:extLst>
          </p:cNvPr>
          <p:cNvSpPr>
            <a:spLocks xmlns:a="http://schemas.openxmlformats.org/drawingml/2006/main" noGrp="1"/>
          </p:cNvSpPr>
          <p:nvPr/>
        </p:nvSpPr>
        <p:spPr>
          <a:xfrm xmlns:a="http://schemas.openxmlformats.org/drawingml/2006/main">
            <a:off x="2495550" y="3219450"/>
            <a:ext cx="609600" cy="609600"/>
          </a:xfrm>
          <a:prstGeom xmlns:a="http://schemas.openxmlformats.org/drawingml/2006/main" prst="ellipse">
            <a:avLst/>
          </a:prstGeom>
          <a:solidFill xmlns:a="http://schemas.openxmlformats.org/drawingml/2006/main">
            <a:srgbClr val="2A5B84"/>
          </a:solidFill>
          <a:ln xmlns:a="http://schemas.openxmlformats.org/drawingml/2006/main" w="25400">
            <a:solidFill>
              <a:srgbClr val="2A5B84"/>
            </a:solidFill>
          </a:ln>
        </p:spPr>
      </p:sp>
      <p:sp>
        <p:nvSpPr>
          <p:cNvPr id="18" name="Text 18">
            <a:extLst xmlns:a="http://schemas.openxmlformats.org/drawingml/2006/main">
              <a:ext uri="{FF2B5EF4-FFF2-40B4-BE49-F238E27FC236}">
                <a16:creationId xmlns:a16="http://schemas.microsoft.com/office/drawing/2014/main" id="{2A2153F8-36D9-455A-ADFA-260B64956C1F}"/>
              </a:ext>
            </a:extLst>
          </p:cNvPr>
          <p:cNvSpPr>
            <a:spLocks xmlns:a="http://schemas.openxmlformats.org/drawingml/2006/main" noGrp="1"/>
          </p:cNvSpPr>
          <p:nvPr/>
        </p:nvSpPr>
        <p:spPr>
          <a:xfrm xmlns:a="http://schemas.openxmlformats.org/drawingml/2006/main">
            <a:off x="2495550" y="3400425"/>
            <a:ext cx="609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600" b="1">
                <a:solidFill>
                  <a:srgbClr val="FFFFFF"/>
                </a:solidFill>
                <a:latin typeface="Arial"/>
                <a:ea typeface="Arial"/>
                <a:cs typeface="Arial"/>
              </a:rPr>
              <a:t>1</a:t>
            </a:r>
            <a:endParaRPr sz="1600"/>
          </a:p>
        </p:txBody>
      </p:sp>
      <p:sp>
        <p:nvSpPr>
          <p:cNvPr id="19" name="Connector 19">
            <a:extLst xmlns:a="http://schemas.openxmlformats.org/drawingml/2006/main">
              <a:ext uri="{FF2B5EF4-FFF2-40B4-BE49-F238E27FC236}">
                <a16:creationId xmlns:a16="http://schemas.microsoft.com/office/drawing/2014/main" id="{7ED208B7-6F93-4C99-87D7-FB950CCEE992}"/>
              </a:ext>
            </a:extLst>
          </p:cNvPr>
          <p:cNvSpPr>
            <a:spLocks xmlns:a="http://schemas.openxmlformats.org/drawingml/2006/main" noGrp="1"/>
          </p:cNvSpPr>
          <p:nvPr/>
        </p:nvSpPr>
        <p:spPr>
          <a:xfrm xmlns:a="http://schemas.openxmlformats.org/drawingml/2006/main" flipH="1">
            <a:off x="4552950" y="2533650"/>
            <a:ext cx="742950" cy="685800"/>
          </a:xfrm>
          <a:prstGeom xmlns:a="http://schemas.openxmlformats.org/drawingml/2006/main" prst="line">
            <a:avLst/>
          </a:prstGeom>
          <a:ln xmlns:a="http://schemas.openxmlformats.org/drawingml/2006/main" w="25400">
            <a:solidFill>
              <a:srgbClr val="B46B13"/>
            </a:solidFill>
            <a:tailEnd type="triangle"/>
          </a:ln>
        </p:spPr>
      </p:sp>
      <p:sp>
        <p:nvSpPr>
          <p:cNvPr id="20" name="Connector 20">
            <a:extLst xmlns:a="http://schemas.openxmlformats.org/drawingml/2006/main">
              <a:ext uri="{FF2B5EF4-FFF2-40B4-BE49-F238E27FC236}">
                <a16:creationId xmlns:a16="http://schemas.microsoft.com/office/drawing/2014/main" id="{62111610-495F-4D3B-930B-01B6755168D6}"/>
              </a:ext>
            </a:extLst>
          </p:cNvPr>
          <p:cNvSpPr>
            <a:spLocks xmlns:a="http://schemas.openxmlformats.org/drawingml/2006/main" noGrp="1"/>
          </p:cNvSpPr>
          <p:nvPr/>
        </p:nvSpPr>
        <p:spPr>
          <a:xfrm xmlns:a="http://schemas.openxmlformats.org/drawingml/2006/main">
            <a:off x="5295900" y="2533650"/>
            <a:ext cx="742950" cy="685800"/>
          </a:xfrm>
          <a:prstGeom xmlns:a="http://schemas.openxmlformats.org/drawingml/2006/main" prst="line">
            <a:avLst/>
          </a:prstGeom>
          <a:ln xmlns:a="http://schemas.openxmlformats.org/drawingml/2006/main" w="25400">
            <a:solidFill>
              <a:srgbClr val="B46B13"/>
            </a:solidFill>
            <a:tailEnd type="triangle"/>
          </a:ln>
        </p:spPr>
      </p:sp>
      <p:sp>
        <p:nvSpPr>
          <p:cNvPr id="21" name="Connector 21">
            <a:extLst xmlns:a="http://schemas.openxmlformats.org/drawingml/2006/main">
              <a:ext uri="{FF2B5EF4-FFF2-40B4-BE49-F238E27FC236}">
                <a16:creationId xmlns:a16="http://schemas.microsoft.com/office/drawing/2014/main" id="{E9038033-50D8-4B46-BAB0-686A91332991}"/>
              </a:ext>
            </a:extLst>
          </p:cNvPr>
          <p:cNvSpPr>
            <a:spLocks xmlns:a="http://schemas.openxmlformats.org/drawingml/2006/main" noGrp="1"/>
          </p:cNvSpPr>
          <p:nvPr/>
        </p:nvSpPr>
        <p:spPr>
          <a:xfrm xmlns:a="http://schemas.openxmlformats.org/drawingml/2006/main" flipH="1">
            <a:off x="4229100" y="3505200"/>
            <a:ext cx="323850" cy="533400"/>
          </a:xfrm>
          <a:prstGeom xmlns:a="http://schemas.openxmlformats.org/drawingml/2006/main" prst="line">
            <a:avLst/>
          </a:prstGeom>
          <a:ln xmlns:a="http://schemas.openxmlformats.org/drawingml/2006/main" w="25400">
            <a:solidFill>
              <a:srgbClr val="B46B13"/>
            </a:solidFill>
            <a:tailEnd type="triangle"/>
          </a:ln>
        </p:spPr>
      </p:sp>
      <p:sp>
        <p:nvSpPr>
          <p:cNvPr id="22" name="Connector 22">
            <a:extLst xmlns:a="http://schemas.openxmlformats.org/drawingml/2006/main">
              <a:ext uri="{FF2B5EF4-FFF2-40B4-BE49-F238E27FC236}">
                <a16:creationId xmlns:a16="http://schemas.microsoft.com/office/drawing/2014/main" id="{8A030D54-EE73-4D00-8B3D-9877DE13CDD6}"/>
              </a:ext>
            </a:extLst>
          </p:cNvPr>
          <p:cNvSpPr>
            <a:spLocks xmlns:a="http://schemas.openxmlformats.org/drawingml/2006/main" noGrp="1"/>
          </p:cNvSpPr>
          <p:nvPr/>
        </p:nvSpPr>
        <p:spPr>
          <a:xfrm xmlns:a="http://schemas.openxmlformats.org/drawingml/2006/main">
            <a:off x="4552950" y="3505200"/>
            <a:ext cx="323850" cy="533400"/>
          </a:xfrm>
          <a:prstGeom xmlns:a="http://schemas.openxmlformats.org/drawingml/2006/main" prst="line">
            <a:avLst/>
          </a:prstGeom>
          <a:ln xmlns:a="http://schemas.openxmlformats.org/drawingml/2006/main" w="25400">
            <a:solidFill>
              <a:srgbClr val="B46B13"/>
            </a:solidFill>
            <a:tailEnd type="triangle"/>
          </a:ln>
        </p:spPr>
      </p:sp>
      <p:sp>
        <p:nvSpPr>
          <p:cNvPr id="23" name="Shape 23">
            <a:extLst xmlns:a="http://schemas.openxmlformats.org/drawingml/2006/main">
              <a:ext uri="{FF2B5EF4-FFF2-40B4-BE49-F238E27FC236}">
                <a16:creationId xmlns:a16="http://schemas.microsoft.com/office/drawing/2014/main" id="{ABDFF34F-67AA-482F-9A7B-5B58E5AFBB14}"/>
              </a:ext>
            </a:extLst>
          </p:cNvPr>
          <p:cNvSpPr>
            <a:spLocks xmlns:a="http://schemas.openxmlformats.org/drawingml/2006/main" noGrp="1"/>
          </p:cNvSpPr>
          <p:nvPr/>
        </p:nvSpPr>
        <p:spPr>
          <a:xfrm xmlns:a="http://schemas.openxmlformats.org/drawingml/2006/main">
            <a:off x="4057650" y="2038350"/>
            <a:ext cx="2476500" cy="51435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B46B13"/>
            </a:solidFill>
          </a:ln>
        </p:spPr>
      </p:sp>
      <p:sp>
        <p:nvSpPr>
          <p:cNvPr id="24" name="Text 24">
            <a:extLst xmlns:a="http://schemas.openxmlformats.org/drawingml/2006/main">
              <a:ext uri="{FF2B5EF4-FFF2-40B4-BE49-F238E27FC236}">
                <a16:creationId xmlns:a16="http://schemas.microsoft.com/office/drawing/2014/main" id="{2EDDA372-B925-46F8-94AF-C08C21BAA169}"/>
              </a:ext>
            </a:extLst>
          </p:cNvPr>
          <p:cNvSpPr>
            <a:spLocks xmlns:a="http://schemas.openxmlformats.org/drawingml/2006/main" noGrp="1"/>
          </p:cNvSpPr>
          <p:nvPr/>
        </p:nvSpPr>
        <p:spPr>
          <a:xfrm xmlns:a="http://schemas.openxmlformats.org/drawingml/2006/main">
            <a:off x="4152900" y="2171700"/>
            <a:ext cx="228600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17212B"/>
                </a:solidFill>
                <a:latin typeface="Arial"/>
                <a:ea typeface="Arial"/>
                <a:cs typeface="Arial"/>
              </a:rPr>
              <a:t>incomplete ratio &gt; t₃</a:t>
            </a:r>
            <a:endParaRPr sz="1300"/>
          </a:p>
        </p:txBody>
      </p:sp>
      <p:sp>
        <p:nvSpPr>
          <p:cNvPr id="25" name="Shape 25">
            <a:extLst xmlns:a="http://schemas.openxmlformats.org/drawingml/2006/main">
              <a:ext uri="{FF2B5EF4-FFF2-40B4-BE49-F238E27FC236}">
                <a16:creationId xmlns:a16="http://schemas.microsoft.com/office/drawing/2014/main" id="{BEC6270C-0D27-427D-823F-3CC7E9C68F15}"/>
              </a:ext>
            </a:extLst>
          </p:cNvPr>
          <p:cNvSpPr>
            <a:spLocks xmlns:a="http://schemas.openxmlformats.org/drawingml/2006/main" noGrp="1"/>
          </p:cNvSpPr>
          <p:nvPr/>
        </p:nvSpPr>
        <p:spPr>
          <a:xfrm xmlns:a="http://schemas.openxmlformats.org/drawingml/2006/main">
            <a:off x="3867150" y="3219450"/>
            <a:ext cx="1371600" cy="47625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B46B13"/>
            </a:solidFill>
          </a:ln>
        </p:spPr>
      </p:sp>
      <p:sp>
        <p:nvSpPr>
          <p:cNvPr id="26" name="Text 26">
            <a:extLst xmlns:a="http://schemas.openxmlformats.org/drawingml/2006/main">
              <a:ext uri="{FF2B5EF4-FFF2-40B4-BE49-F238E27FC236}">
                <a16:creationId xmlns:a16="http://schemas.microsoft.com/office/drawing/2014/main" id="{473BB511-CED2-4972-9C05-4A6A09A49C88}"/>
              </a:ext>
            </a:extLst>
          </p:cNvPr>
          <p:cNvSpPr>
            <a:spLocks xmlns:a="http://schemas.openxmlformats.org/drawingml/2006/main" noGrp="1"/>
          </p:cNvSpPr>
          <p:nvPr/>
        </p:nvSpPr>
        <p:spPr>
          <a:xfrm xmlns:a="http://schemas.openxmlformats.org/drawingml/2006/main">
            <a:off x="3943350" y="3343275"/>
            <a:ext cx="1219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17212B"/>
                </a:solidFill>
                <a:latin typeface="Arial"/>
                <a:ea typeface="Arial"/>
                <a:cs typeface="Arial"/>
              </a:rPr>
              <a:t>activity volume &gt; t₄</a:t>
            </a:r>
            <a:endParaRPr sz="1100"/>
          </a:p>
        </p:txBody>
      </p:sp>
      <p:sp>
        <p:nvSpPr>
          <p:cNvPr id="27" name="Shape 27">
            <a:extLst xmlns:a="http://schemas.openxmlformats.org/drawingml/2006/main">
              <a:ext uri="{FF2B5EF4-FFF2-40B4-BE49-F238E27FC236}">
                <a16:creationId xmlns:a16="http://schemas.microsoft.com/office/drawing/2014/main" id="{FFFC231B-AD5C-4C95-A57F-FBF3539D5DF6}"/>
              </a:ext>
            </a:extLst>
          </p:cNvPr>
          <p:cNvSpPr>
            <a:spLocks xmlns:a="http://schemas.openxmlformats.org/drawingml/2006/main" noGrp="1"/>
          </p:cNvSpPr>
          <p:nvPr/>
        </p:nvSpPr>
        <p:spPr>
          <a:xfrm xmlns:a="http://schemas.openxmlformats.org/drawingml/2006/main">
            <a:off x="3886200" y="4019550"/>
            <a:ext cx="609600" cy="609600"/>
          </a:xfrm>
          <a:prstGeom xmlns:a="http://schemas.openxmlformats.org/drawingml/2006/main" prst="ellipse">
            <a:avLst/>
          </a:prstGeom>
          <a:solidFill xmlns:a="http://schemas.openxmlformats.org/drawingml/2006/main">
            <a:srgbClr val="FFFFFF"/>
          </a:solidFill>
          <a:ln xmlns:a="http://schemas.openxmlformats.org/drawingml/2006/main" w="25400">
            <a:solidFill>
              <a:srgbClr val="B46B13"/>
            </a:solidFill>
          </a:ln>
        </p:spPr>
      </p:sp>
      <p:sp>
        <p:nvSpPr>
          <p:cNvPr id="28" name="Text 28">
            <a:extLst xmlns:a="http://schemas.openxmlformats.org/drawingml/2006/main">
              <a:ext uri="{FF2B5EF4-FFF2-40B4-BE49-F238E27FC236}">
                <a16:creationId xmlns:a16="http://schemas.microsoft.com/office/drawing/2014/main" id="{DEE3C32E-389B-4079-8626-A518523F192D}"/>
              </a:ext>
            </a:extLst>
          </p:cNvPr>
          <p:cNvSpPr>
            <a:spLocks xmlns:a="http://schemas.openxmlformats.org/drawingml/2006/main" noGrp="1"/>
          </p:cNvSpPr>
          <p:nvPr/>
        </p:nvSpPr>
        <p:spPr>
          <a:xfrm xmlns:a="http://schemas.openxmlformats.org/drawingml/2006/main">
            <a:off x="3886200" y="4200525"/>
            <a:ext cx="609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600" b="1">
                <a:solidFill>
                  <a:srgbClr val="B46B13"/>
                </a:solidFill>
                <a:latin typeface="Arial"/>
                <a:ea typeface="Arial"/>
                <a:cs typeface="Arial"/>
              </a:rPr>
              <a:t>0</a:t>
            </a:r>
            <a:endParaRPr sz="1600"/>
          </a:p>
        </p:txBody>
      </p:sp>
      <p:sp>
        <p:nvSpPr>
          <p:cNvPr id="29" name="Shape 29">
            <a:extLst xmlns:a="http://schemas.openxmlformats.org/drawingml/2006/main">
              <a:ext uri="{FF2B5EF4-FFF2-40B4-BE49-F238E27FC236}">
                <a16:creationId xmlns:a16="http://schemas.microsoft.com/office/drawing/2014/main" id="{F1CDDF95-4993-4BD3-BC0E-0C53384BDAF1}"/>
              </a:ext>
            </a:extLst>
          </p:cNvPr>
          <p:cNvSpPr>
            <a:spLocks xmlns:a="http://schemas.openxmlformats.org/drawingml/2006/main" noGrp="1"/>
          </p:cNvSpPr>
          <p:nvPr/>
        </p:nvSpPr>
        <p:spPr>
          <a:xfrm xmlns:a="http://schemas.openxmlformats.org/drawingml/2006/main">
            <a:off x="4610100" y="4019550"/>
            <a:ext cx="609600" cy="609600"/>
          </a:xfrm>
          <a:prstGeom xmlns:a="http://schemas.openxmlformats.org/drawingml/2006/main" prst="ellipse">
            <a:avLst/>
          </a:prstGeom>
          <a:solidFill xmlns:a="http://schemas.openxmlformats.org/drawingml/2006/main">
            <a:srgbClr val="B46B13"/>
          </a:solidFill>
          <a:ln xmlns:a="http://schemas.openxmlformats.org/drawingml/2006/main" w="25400">
            <a:solidFill>
              <a:srgbClr val="B46B13"/>
            </a:solidFill>
          </a:ln>
        </p:spPr>
      </p:sp>
      <p:sp>
        <p:nvSpPr>
          <p:cNvPr id="30" name="Text 30">
            <a:extLst xmlns:a="http://schemas.openxmlformats.org/drawingml/2006/main">
              <a:ext uri="{FF2B5EF4-FFF2-40B4-BE49-F238E27FC236}">
                <a16:creationId xmlns:a16="http://schemas.microsoft.com/office/drawing/2014/main" id="{46A5798A-6FFC-4E80-BADE-6DADE8F6C0A7}"/>
              </a:ext>
            </a:extLst>
          </p:cNvPr>
          <p:cNvSpPr>
            <a:spLocks xmlns:a="http://schemas.openxmlformats.org/drawingml/2006/main" noGrp="1"/>
          </p:cNvSpPr>
          <p:nvPr/>
        </p:nvSpPr>
        <p:spPr>
          <a:xfrm xmlns:a="http://schemas.openxmlformats.org/drawingml/2006/main">
            <a:off x="4610100" y="4200525"/>
            <a:ext cx="609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600" b="1">
                <a:solidFill>
                  <a:srgbClr val="FFFFFF"/>
                </a:solidFill>
                <a:latin typeface="Arial"/>
                <a:ea typeface="Arial"/>
                <a:cs typeface="Arial"/>
              </a:rPr>
              <a:t>1</a:t>
            </a:r>
            <a:endParaRPr sz="1600"/>
          </a:p>
        </p:txBody>
      </p:sp>
      <p:sp>
        <p:nvSpPr>
          <p:cNvPr id="31" name="Shape 31">
            <a:extLst xmlns:a="http://schemas.openxmlformats.org/drawingml/2006/main">
              <a:ext uri="{FF2B5EF4-FFF2-40B4-BE49-F238E27FC236}">
                <a16:creationId xmlns:a16="http://schemas.microsoft.com/office/drawing/2014/main" id="{2617FD47-D685-4B7E-A586-E864696B2019}"/>
              </a:ext>
            </a:extLst>
          </p:cNvPr>
          <p:cNvSpPr>
            <a:spLocks xmlns:a="http://schemas.openxmlformats.org/drawingml/2006/main" noGrp="1"/>
          </p:cNvSpPr>
          <p:nvPr/>
        </p:nvSpPr>
        <p:spPr>
          <a:xfrm xmlns:a="http://schemas.openxmlformats.org/drawingml/2006/main">
            <a:off x="5734050" y="3219450"/>
            <a:ext cx="609600" cy="609600"/>
          </a:xfrm>
          <a:prstGeom xmlns:a="http://schemas.openxmlformats.org/drawingml/2006/main" prst="ellipse">
            <a:avLst/>
          </a:prstGeom>
          <a:solidFill xmlns:a="http://schemas.openxmlformats.org/drawingml/2006/main">
            <a:srgbClr val="B46B13"/>
          </a:solidFill>
          <a:ln xmlns:a="http://schemas.openxmlformats.org/drawingml/2006/main" w="25400">
            <a:solidFill>
              <a:srgbClr val="B46B13"/>
            </a:solidFill>
          </a:ln>
        </p:spPr>
      </p:sp>
      <p:sp>
        <p:nvSpPr>
          <p:cNvPr id="32" name="Text 32">
            <a:extLst xmlns:a="http://schemas.openxmlformats.org/drawingml/2006/main">
              <a:ext uri="{FF2B5EF4-FFF2-40B4-BE49-F238E27FC236}">
                <a16:creationId xmlns:a16="http://schemas.microsoft.com/office/drawing/2014/main" id="{34F3E796-9879-4DEC-8124-BF9201AECD3E}"/>
              </a:ext>
            </a:extLst>
          </p:cNvPr>
          <p:cNvSpPr>
            <a:spLocks xmlns:a="http://schemas.openxmlformats.org/drawingml/2006/main" noGrp="1"/>
          </p:cNvSpPr>
          <p:nvPr/>
        </p:nvSpPr>
        <p:spPr>
          <a:xfrm xmlns:a="http://schemas.openxmlformats.org/drawingml/2006/main">
            <a:off x="5734050" y="3400425"/>
            <a:ext cx="609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600" b="1">
                <a:solidFill>
                  <a:srgbClr val="FFFFFF"/>
                </a:solidFill>
                <a:latin typeface="Arial"/>
                <a:ea typeface="Arial"/>
                <a:cs typeface="Arial"/>
              </a:rPr>
              <a:t>1</a:t>
            </a:r>
            <a:endParaRPr sz="1600"/>
          </a:p>
        </p:txBody>
      </p:sp>
      <p:sp>
        <p:nvSpPr>
          <p:cNvPr id="33" name="Connector 33">
            <a:extLst xmlns:a="http://schemas.openxmlformats.org/drawingml/2006/main">
              <a:ext uri="{FF2B5EF4-FFF2-40B4-BE49-F238E27FC236}">
                <a16:creationId xmlns:a16="http://schemas.microsoft.com/office/drawing/2014/main" id="{60D593D4-2747-4161-A018-4EF29C557B1D}"/>
              </a:ext>
            </a:extLst>
          </p:cNvPr>
          <p:cNvSpPr>
            <a:spLocks xmlns:a="http://schemas.openxmlformats.org/drawingml/2006/main" noGrp="1"/>
          </p:cNvSpPr>
          <p:nvPr/>
        </p:nvSpPr>
        <p:spPr>
          <a:xfrm xmlns:a="http://schemas.openxmlformats.org/drawingml/2006/main" flipH="1">
            <a:off x="7791450" y="2533650"/>
            <a:ext cx="742950" cy="685800"/>
          </a:xfrm>
          <a:prstGeom xmlns:a="http://schemas.openxmlformats.org/drawingml/2006/main" prst="line">
            <a:avLst/>
          </a:prstGeom>
          <a:ln xmlns:a="http://schemas.openxmlformats.org/drawingml/2006/main" w="25400">
            <a:solidFill>
              <a:srgbClr val="1F7A5A"/>
            </a:solidFill>
            <a:tailEnd type="triangle"/>
          </a:ln>
        </p:spPr>
      </p:sp>
      <p:sp>
        <p:nvSpPr>
          <p:cNvPr id="34" name="Connector 34">
            <a:extLst xmlns:a="http://schemas.openxmlformats.org/drawingml/2006/main">
              <a:ext uri="{FF2B5EF4-FFF2-40B4-BE49-F238E27FC236}">
                <a16:creationId xmlns:a16="http://schemas.microsoft.com/office/drawing/2014/main" id="{60D88208-C1DC-44E8-97E3-4F1613DE97F9}"/>
              </a:ext>
            </a:extLst>
          </p:cNvPr>
          <p:cNvSpPr>
            <a:spLocks xmlns:a="http://schemas.openxmlformats.org/drawingml/2006/main" noGrp="1"/>
          </p:cNvSpPr>
          <p:nvPr/>
        </p:nvSpPr>
        <p:spPr>
          <a:xfrm xmlns:a="http://schemas.openxmlformats.org/drawingml/2006/main">
            <a:off x="8534400" y="2533650"/>
            <a:ext cx="742950" cy="685800"/>
          </a:xfrm>
          <a:prstGeom xmlns:a="http://schemas.openxmlformats.org/drawingml/2006/main" prst="line">
            <a:avLst/>
          </a:prstGeom>
          <a:ln xmlns:a="http://schemas.openxmlformats.org/drawingml/2006/main" w="25400">
            <a:solidFill>
              <a:srgbClr val="1F7A5A"/>
            </a:solidFill>
            <a:tailEnd type="triangle"/>
          </a:ln>
        </p:spPr>
      </p:sp>
      <p:sp>
        <p:nvSpPr>
          <p:cNvPr id="35" name="Connector 35">
            <a:extLst xmlns:a="http://schemas.openxmlformats.org/drawingml/2006/main">
              <a:ext uri="{FF2B5EF4-FFF2-40B4-BE49-F238E27FC236}">
                <a16:creationId xmlns:a16="http://schemas.microsoft.com/office/drawing/2014/main" id="{854F52AA-2C52-4A1B-8EC5-C31C4214ECC4}"/>
              </a:ext>
            </a:extLst>
          </p:cNvPr>
          <p:cNvSpPr>
            <a:spLocks xmlns:a="http://schemas.openxmlformats.org/drawingml/2006/main" noGrp="1"/>
          </p:cNvSpPr>
          <p:nvPr/>
        </p:nvSpPr>
        <p:spPr>
          <a:xfrm xmlns:a="http://schemas.openxmlformats.org/drawingml/2006/main" flipH="1">
            <a:off x="7467600" y="3505200"/>
            <a:ext cx="323850" cy="533400"/>
          </a:xfrm>
          <a:prstGeom xmlns:a="http://schemas.openxmlformats.org/drawingml/2006/main" prst="line">
            <a:avLst/>
          </a:prstGeom>
          <a:ln xmlns:a="http://schemas.openxmlformats.org/drawingml/2006/main" w="25400">
            <a:solidFill>
              <a:srgbClr val="1F7A5A"/>
            </a:solidFill>
            <a:tailEnd type="triangle"/>
          </a:ln>
        </p:spPr>
      </p:sp>
      <p:sp>
        <p:nvSpPr>
          <p:cNvPr id="36" name="Connector 36">
            <a:extLst xmlns:a="http://schemas.openxmlformats.org/drawingml/2006/main">
              <a:ext uri="{FF2B5EF4-FFF2-40B4-BE49-F238E27FC236}">
                <a16:creationId xmlns:a16="http://schemas.microsoft.com/office/drawing/2014/main" id="{64AE7FC8-D0C9-45C8-B65E-3606BF0778AA}"/>
              </a:ext>
            </a:extLst>
          </p:cNvPr>
          <p:cNvSpPr>
            <a:spLocks xmlns:a="http://schemas.openxmlformats.org/drawingml/2006/main" noGrp="1"/>
          </p:cNvSpPr>
          <p:nvPr/>
        </p:nvSpPr>
        <p:spPr>
          <a:xfrm xmlns:a="http://schemas.openxmlformats.org/drawingml/2006/main">
            <a:off x="7791450" y="3505200"/>
            <a:ext cx="323850" cy="533400"/>
          </a:xfrm>
          <a:prstGeom xmlns:a="http://schemas.openxmlformats.org/drawingml/2006/main" prst="line">
            <a:avLst/>
          </a:prstGeom>
          <a:ln xmlns:a="http://schemas.openxmlformats.org/drawingml/2006/main" w="25400">
            <a:solidFill>
              <a:srgbClr val="1F7A5A"/>
            </a:solidFill>
            <a:tailEnd type="triangle"/>
          </a:ln>
        </p:spPr>
      </p:sp>
      <p:sp>
        <p:nvSpPr>
          <p:cNvPr id="37" name="Shape 37">
            <a:extLst xmlns:a="http://schemas.openxmlformats.org/drawingml/2006/main">
              <a:ext uri="{FF2B5EF4-FFF2-40B4-BE49-F238E27FC236}">
                <a16:creationId xmlns:a16="http://schemas.microsoft.com/office/drawing/2014/main" id="{D05572DC-3A98-42F1-BA4B-4A455BA21A71}"/>
              </a:ext>
            </a:extLst>
          </p:cNvPr>
          <p:cNvSpPr>
            <a:spLocks xmlns:a="http://schemas.openxmlformats.org/drawingml/2006/main" noGrp="1"/>
          </p:cNvSpPr>
          <p:nvPr/>
        </p:nvSpPr>
        <p:spPr>
          <a:xfrm xmlns:a="http://schemas.openxmlformats.org/drawingml/2006/main">
            <a:off x="7296150" y="2038350"/>
            <a:ext cx="2476500" cy="51435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1F7A5A"/>
            </a:solidFill>
          </a:ln>
        </p:spPr>
      </p:sp>
      <p:sp>
        <p:nvSpPr>
          <p:cNvPr id="38" name="Text 38">
            <a:extLst xmlns:a="http://schemas.openxmlformats.org/drawingml/2006/main">
              <a:ext uri="{FF2B5EF4-FFF2-40B4-BE49-F238E27FC236}">
                <a16:creationId xmlns:a16="http://schemas.microsoft.com/office/drawing/2014/main" id="{4F4C0CE2-FCBB-4928-8FBF-7B33B5A7229A}"/>
              </a:ext>
            </a:extLst>
          </p:cNvPr>
          <p:cNvSpPr>
            <a:spLocks xmlns:a="http://schemas.openxmlformats.org/drawingml/2006/main" noGrp="1"/>
          </p:cNvSpPr>
          <p:nvPr/>
        </p:nvSpPr>
        <p:spPr>
          <a:xfrm xmlns:a="http://schemas.openxmlformats.org/drawingml/2006/main">
            <a:off x="7391400" y="2171700"/>
            <a:ext cx="228600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17212B"/>
                </a:solidFill>
                <a:latin typeface="Arial"/>
                <a:ea typeface="Arial"/>
                <a:cs typeface="Arial"/>
              </a:rPr>
              <a:t>crypto ratio &gt; t₅</a:t>
            </a:r>
            <a:endParaRPr sz="1300"/>
          </a:p>
        </p:txBody>
      </p:sp>
      <p:sp>
        <p:nvSpPr>
          <p:cNvPr id="39" name="Shape 39">
            <a:extLst xmlns:a="http://schemas.openxmlformats.org/drawingml/2006/main">
              <a:ext uri="{FF2B5EF4-FFF2-40B4-BE49-F238E27FC236}">
                <a16:creationId xmlns:a16="http://schemas.microsoft.com/office/drawing/2014/main" id="{6D207D30-28FF-48EC-833F-7E6CD96EE14F}"/>
              </a:ext>
            </a:extLst>
          </p:cNvPr>
          <p:cNvSpPr>
            <a:spLocks xmlns:a="http://schemas.openxmlformats.org/drawingml/2006/main" noGrp="1"/>
          </p:cNvSpPr>
          <p:nvPr/>
        </p:nvSpPr>
        <p:spPr>
          <a:xfrm xmlns:a="http://schemas.openxmlformats.org/drawingml/2006/main">
            <a:off x="7105650" y="3219450"/>
            <a:ext cx="1371600" cy="476250"/>
          </a:xfrm>
          <a:prstGeom xmlns:a="http://schemas.openxmlformats.org/drawingml/2006/main" prst="roundRect">
            <a:avLst/>
          </a:prstGeom>
          <a:solidFill xmlns:a="http://schemas.openxmlformats.org/drawingml/2006/main">
            <a:srgbClr val="F4F6F8"/>
          </a:solidFill>
          <a:ln xmlns:a="http://schemas.openxmlformats.org/drawingml/2006/main" w="12700">
            <a:solidFill>
              <a:srgbClr val="1F7A5A"/>
            </a:solidFill>
          </a:ln>
        </p:spPr>
      </p:sp>
      <p:sp>
        <p:nvSpPr>
          <p:cNvPr id="40" name="Text 40">
            <a:extLst xmlns:a="http://schemas.openxmlformats.org/drawingml/2006/main">
              <a:ext uri="{FF2B5EF4-FFF2-40B4-BE49-F238E27FC236}">
                <a16:creationId xmlns:a16="http://schemas.microsoft.com/office/drawing/2014/main" id="{6AAB4C6D-5C8E-4097-8C22-3B833B6FE803}"/>
              </a:ext>
            </a:extLst>
          </p:cNvPr>
          <p:cNvSpPr>
            <a:spLocks xmlns:a="http://schemas.openxmlformats.org/drawingml/2006/main" noGrp="1"/>
          </p:cNvSpPr>
          <p:nvPr/>
        </p:nvSpPr>
        <p:spPr>
          <a:xfrm xmlns:a="http://schemas.openxmlformats.org/drawingml/2006/main">
            <a:off x="7181850" y="3343275"/>
            <a:ext cx="1219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1">
                <a:solidFill>
                  <a:srgbClr val="17212B"/>
                </a:solidFill>
                <a:latin typeface="Arial"/>
                <a:ea typeface="Arial"/>
                <a:cs typeface="Arial"/>
              </a:rPr>
              <a:t>cross-border ratio &gt; t₆</a:t>
            </a:r>
            <a:endParaRPr sz="1100"/>
          </a:p>
        </p:txBody>
      </p:sp>
      <p:sp>
        <p:nvSpPr>
          <p:cNvPr id="41" name="Shape 41">
            <a:extLst xmlns:a="http://schemas.openxmlformats.org/drawingml/2006/main">
              <a:ext uri="{FF2B5EF4-FFF2-40B4-BE49-F238E27FC236}">
                <a16:creationId xmlns:a16="http://schemas.microsoft.com/office/drawing/2014/main" id="{0E05F639-949C-4474-A826-5F4062EA4DA8}"/>
              </a:ext>
            </a:extLst>
          </p:cNvPr>
          <p:cNvSpPr>
            <a:spLocks xmlns:a="http://schemas.openxmlformats.org/drawingml/2006/main" noGrp="1"/>
          </p:cNvSpPr>
          <p:nvPr/>
        </p:nvSpPr>
        <p:spPr>
          <a:xfrm xmlns:a="http://schemas.openxmlformats.org/drawingml/2006/main">
            <a:off x="7124700" y="4019550"/>
            <a:ext cx="609600" cy="609600"/>
          </a:xfrm>
          <a:prstGeom xmlns:a="http://schemas.openxmlformats.org/drawingml/2006/main" prst="ellipse">
            <a:avLst/>
          </a:prstGeom>
          <a:solidFill xmlns:a="http://schemas.openxmlformats.org/drawingml/2006/main">
            <a:srgbClr val="FFFFFF"/>
          </a:solidFill>
          <a:ln xmlns:a="http://schemas.openxmlformats.org/drawingml/2006/main" w="25400">
            <a:solidFill>
              <a:srgbClr val="1F7A5A"/>
            </a:solidFill>
          </a:ln>
        </p:spPr>
      </p:sp>
      <p:sp>
        <p:nvSpPr>
          <p:cNvPr id="42" name="Text 42">
            <a:extLst xmlns:a="http://schemas.openxmlformats.org/drawingml/2006/main">
              <a:ext uri="{FF2B5EF4-FFF2-40B4-BE49-F238E27FC236}">
                <a16:creationId xmlns:a16="http://schemas.microsoft.com/office/drawing/2014/main" id="{5F7CF35D-3E3D-44A5-92D1-6B9858768B49}"/>
              </a:ext>
            </a:extLst>
          </p:cNvPr>
          <p:cNvSpPr>
            <a:spLocks xmlns:a="http://schemas.openxmlformats.org/drawingml/2006/main" noGrp="1"/>
          </p:cNvSpPr>
          <p:nvPr/>
        </p:nvSpPr>
        <p:spPr>
          <a:xfrm xmlns:a="http://schemas.openxmlformats.org/drawingml/2006/main">
            <a:off x="7124700" y="4200525"/>
            <a:ext cx="609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600" b="1">
                <a:solidFill>
                  <a:srgbClr val="1F7A5A"/>
                </a:solidFill>
                <a:latin typeface="Arial"/>
                <a:ea typeface="Arial"/>
                <a:cs typeface="Arial"/>
              </a:rPr>
              <a:t>0</a:t>
            </a:r>
            <a:endParaRPr sz="1600"/>
          </a:p>
        </p:txBody>
      </p:sp>
      <p:sp>
        <p:nvSpPr>
          <p:cNvPr id="43" name="Shape 43">
            <a:extLst xmlns:a="http://schemas.openxmlformats.org/drawingml/2006/main">
              <a:ext uri="{FF2B5EF4-FFF2-40B4-BE49-F238E27FC236}">
                <a16:creationId xmlns:a16="http://schemas.microsoft.com/office/drawing/2014/main" id="{14F0AE67-26C7-4F60-B814-BB9FC9C9CE5E}"/>
              </a:ext>
            </a:extLst>
          </p:cNvPr>
          <p:cNvSpPr>
            <a:spLocks xmlns:a="http://schemas.openxmlformats.org/drawingml/2006/main" noGrp="1"/>
          </p:cNvSpPr>
          <p:nvPr/>
        </p:nvSpPr>
        <p:spPr>
          <a:xfrm xmlns:a="http://schemas.openxmlformats.org/drawingml/2006/main">
            <a:off x="7848600" y="4019550"/>
            <a:ext cx="609600" cy="609600"/>
          </a:xfrm>
          <a:prstGeom xmlns:a="http://schemas.openxmlformats.org/drawingml/2006/main" prst="ellipse">
            <a:avLst/>
          </a:prstGeom>
          <a:solidFill xmlns:a="http://schemas.openxmlformats.org/drawingml/2006/main">
            <a:srgbClr val="1F7A5A"/>
          </a:solidFill>
          <a:ln xmlns:a="http://schemas.openxmlformats.org/drawingml/2006/main" w="25400">
            <a:solidFill>
              <a:srgbClr val="1F7A5A"/>
            </a:solidFill>
          </a:ln>
        </p:spPr>
      </p:sp>
      <p:sp>
        <p:nvSpPr>
          <p:cNvPr id="44" name="Text 44">
            <a:extLst xmlns:a="http://schemas.openxmlformats.org/drawingml/2006/main">
              <a:ext uri="{FF2B5EF4-FFF2-40B4-BE49-F238E27FC236}">
                <a16:creationId xmlns:a16="http://schemas.microsoft.com/office/drawing/2014/main" id="{ADA40405-4B4D-4F9E-81B0-BE8B1AF0A5D1}"/>
              </a:ext>
            </a:extLst>
          </p:cNvPr>
          <p:cNvSpPr>
            <a:spLocks xmlns:a="http://schemas.openxmlformats.org/drawingml/2006/main" noGrp="1"/>
          </p:cNvSpPr>
          <p:nvPr/>
        </p:nvSpPr>
        <p:spPr>
          <a:xfrm xmlns:a="http://schemas.openxmlformats.org/drawingml/2006/main">
            <a:off x="7848600" y="4200525"/>
            <a:ext cx="609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600" b="1">
                <a:solidFill>
                  <a:srgbClr val="FFFFFF"/>
                </a:solidFill>
                <a:latin typeface="Arial"/>
                <a:ea typeface="Arial"/>
                <a:cs typeface="Arial"/>
              </a:rPr>
              <a:t>1</a:t>
            </a:r>
            <a:endParaRPr sz="1600"/>
          </a:p>
        </p:txBody>
      </p:sp>
      <p:sp>
        <p:nvSpPr>
          <p:cNvPr id="45" name="Shape 45">
            <a:extLst xmlns:a="http://schemas.openxmlformats.org/drawingml/2006/main">
              <a:ext uri="{FF2B5EF4-FFF2-40B4-BE49-F238E27FC236}">
                <a16:creationId xmlns:a16="http://schemas.microsoft.com/office/drawing/2014/main" id="{B001BC04-6D2A-4449-8401-77B725707E39}"/>
              </a:ext>
            </a:extLst>
          </p:cNvPr>
          <p:cNvSpPr>
            <a:spLocks xmlns:a="http://schemas.openxmlformats.org/drawingml/2006/main" noGrp="1"/>
          </p:cNvSpPr>
          <p:nvPr/>
        </p:nvSpPr>
        <p:spPr>
          <a:xfrm xmlns:a="http://schemas.openxmlformats.org/drawingml/2006/main">
            <a:off x="8972550" y="3219450"/>
            <a:ext cx="609600" cy="609600"/>
          </a:xfrm>
          <a:prstGeom xmlns:a="http://schemas.openxmlformats.org/drawingml/2006/main" prst="ellipse">
            <a:avLst/>
          </a:prstGeom>
          <a:solidFill xmlns:a="http://schemas.openxmlformats.org/drawingml/2006/main">
            <a:srgbClr val="1F7A5A"/>
          </a:solidFill>
          <a:ln xmlns:a="http://schemas.openxmlformats.org/drawingml/2006/main" w="25400">
            <a:solidFill>
              <a:srgbClr val="1F7A5A"/>
            </a:solidFill>
          </a:ln>
        </p:spPr>
      </p:sp>
      <p:sp>
        <p:nvSpPr>
          <p:cNvPr id="46" name="Text 46">
            <a:extLst xmlns:a="http://schemas.openxmlformats.org/drawingml/2006/main">
              <a:ext uri="{FF2B5EF4-FFF2-40B4-BE49-F238E27FC236}">
                <a16:creationId xmlns:a16="http://schemas.microsoft.com/office/drawing/2014/main" id="{B1948B35-A143-4D72-BE27-13055B937524}"/>
              </a:ext>
            </a:extLst>
          </p:cNvPr>
          <p:cNvSpPr>
            <a:spLocks xmlns:a="http://schemas.openxmlformats.org/drawingml/2006/main" noGrp="1"/>
          </p:cNvSpPr>
          <p:nvPr/>
        </p:nvSpPr>
        <p:spPr>
          <a:xfrm xmlns:a="http://schemas.openxmlformats.org/drawingml/2006/main">
            <a:off x="8972550" y="3400425"/>
            <a:ext cx="6096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600" b="1">
                <a:solidFill>
                  <a:srgbClr val="FFFFFF"/>
                </a:solidFill>
                <a:latin typeface="Arial"/>
                <a:ea typeface="Arial"/>
                <a:cs typeface="Arial"/>
              </a:rPr>
              <a:t>1</a:t>
            </a:r>
            <a:endParaRPr sz="1600"/>
          </a:p>
        </p:txBody>
      </p:sp>
      <p:sp>
        <p:nvSpPr>
          <p:cNvPr id="47" name="Connector 47">
            <a:extLst xmlns:a="http://schemas.openxmlformats.org/drawingml/2006/main">
              <a:ext uri="{FF2B5EF4-FFF2-40B4-BE49-F238E27FC236}">
                <a16:creationId xmlns:a16="http://schemas.microsoft.com/office/drawing/2014/main" id="{26A389F4-A07D-4A4C-B92A-EBEADF905486}"/>
              </a:ext>
            </a:extLst>
          </p:cNvPr>
          <p:cNvSpPr>
            <a:spLocks xmlns:a="http://schemas.openxmlformats.org/drawingml/2006/main" noGrp="1"/>
          </p:cNvSpPr>
          <p:nvPr/>
        </p:nvSpPr>
        <p:spPr>
          <a:xfrm xmlns:a="http://schemas.openxmlformats.org/drawingml/2006/main">
            <a:off x="2057400" y="4629150"/>
            <a:ext cx="0" cy="514350"/>
          </a:xfrm>
          <a:prstGeom xmlns:a="http://schemas.openxmlformats.org/drawingml/2006/main" prst="line">
            <a:avLst/>
          </a:prstGeom>
          <a:ln xmlns:a="http://schemas.openxmlformats.org/drawingml/2006/main" w="25400">
            <a:solidFill>
              <a:srgbClr val="D71920"/>
            </a:solidFill>
            <a:tailEnd type="triangle"/>
          </a:ln>
        </p:spPr>
      </p:sp>
      <p:sp>
        <p:nvSpPr>
          <p:cNvPr id="48" name="Connector 48">
            <a:extLst xmlns:a="http://schemas.openxmlformats.org/drawingml/2006/main">
              <a:ext uri="{FF2B5EF4-FFF2-40B4-BE49-F238E27FC236}">
                <a16:creationId xmlns:a16="http://schemas.microsoft.com/office/drawing/2014/main" id="{F4547745-7968-46ED-8A47-305E2FA6453E}"/>
              </a:ext>
            </a:extLst>
          </p:cNvPr>
          <p:cNvSpPr>
            <a:spLocks xmlns:a="http://schemas.openxmlformats.org/drawingml/2006/main" noGrp="1"/>
          </p:cNvSpPr>
          <p:nvPr/>
        </p:nvSpPr>
        <p:spPr>
          <a:xfrm xmlns:a="http://schemas.openxmlformats.org/drawingml/2006/main">
            <a:off x="5295900" y="4629150"/>
            <a:ext cx="0" cy="514350"/>
          </a:xfrm>
          <a:prstGeom xmlns:a="http://schemas.openxmlformats.org/drawingml/2006/main" prst="line">
            <a:avLst/>
          </a:prstGeom>
          <a:ln xmlns:a="http://schemas.openxmlformats.org/drawingml/2006/main" w="25400">
            <a:solidFill>
              <a:srgbClr val="D71920"/>
            </a:solidFill>
            <a:tailEnd type="triangle"/>
          </a:ln>
        </p:spPr>
      </p:sp>
      <p:sp>
        <p:nvSpPr>
          <p:cNvPr id="49" name="Connector 49">
            <a:extLst xmlns:a="http://schemas.openxmlformats.org/drawingml/2006/main">
              <a:ext uri="{FF2B5EF4-FFF2-40B4-BE49-F238E27FC236}">
                <a16:creationId xmlns:a16="http://schemas.microsoft.com/office/drawing/2014/main" id="{B2CFA153-65E8-446C-BDFD-2BE7F0AAB111}"/>
              </a:ext>
            </a:extLst>
          </p:cNvPr>
          <p:cNvSpPr>
            <a:spLocks xmlns:a="http://schemas.openxmlformats.org/drawingml/2006/main" noGrp="1"/>
          </p:cNvSpPr>
          <p:nvPr/>
        </p:nvSpPr>
        <p:spPr>
          <a:xfrm xmlns:a="http://schemas.openxmlformats.org/drawingml/2006/main">
            <a:off x="8534400" y="4629150"/>
            <a:ext cx="0" cy="514350"/>
          </a:xfrm>
          <a:prstGeom xmlns:a="http://schemas.openxmlformats.org/drawingml/2006/main" prst="line">
            <a:avLst/>
          </a:prstGeom>
          <a:ln xmlns:a="http://schemas.openxmlformats.org/drawingml/2006/main" w="25400">
            <a:solidFill>
              <a:srgbClr val="D71920"/>
            </a:solidFill>
            <a:tailEnd type="triangle"/>
          </a:ln>
        </p:spPr>
      </p:sp>
      <p:sp>
        <p:nvSpPr>
          <p:cNvPr id="50" name="Shape 50">
            <a:extLst xmlns:a="http://schemas.openxmlformats.org/drawingml/2006/main">
              <a:ext uri="{FF2B5EF4-FFF2-40B4-BE49-F238E27FC236}">
                <a16:creationId xmlns:a16="http://schemas.microsoft.com/office/drawing/2014/main" id="{45526D0A-CC87-46F6-B02D-7286A9F2049D}"/>
              </a:ext>
            </a:extLst>
          </p:cNvPr>
          <p:cNvSpPr>
            <a:spLocks xmlns:a="http://schemas.openxmlformats.org/drawingml/2006/main" noGrp="1"/>
          </p:cNvSpPr>
          <p:nvPr/>
        </p:nvSpPr>
        <p:spPr>
          <a:xfrm xmlns:a="http://schemas.openxmlformats.org/drawingml/2006/main">
            <a:off x="1676400" y="5143500"/>
            <a:ext cx="8001000" cy="685800"/>
          </a:xfrm>
          <a:prstGeom xmlns:a="http://schemas.openxmlformats.org/drawingml/2006/main" prst="roundRect">
            <a:avLst/>
          </a:prstGeom>
          <a:solidFill xmlns:a="http://schemas.openxmlformats.org/drawingml/2006/main">
            <a:srgbClr val="17212B"/>
          </a:solidFill>
          <a:ln xmlns:a="http://schemas.openxmlformats.org/drawingml/2006/main" w="12700">
            <a:solidFill>
              <a:srgbClr val="17212B"/>
            </a:solidFill>
          </a:ln>
        </p:spPr>
      </p:sp>
      <p:sp>
        <p:nvSpPr>
          <p:cNvPr id="51" name="Text 51">
            <a:extLst xmlns:a="http://schemas.openxmlformats.org/drawingml/2006/main">
              <a:ext uri="{FF2B5EF4-FFF2-40B4-BE49-F238E27FC236}">
                <a16:creationId xmlns:a16="http://schemas.microsoft.com/office/drawing/2014/main" id="{FEC62622-F2E3-4D66-99F3-98DAD2367812}"/>
              </a:ext>
            </a:extLst>
          </p:cNvPr>
          <p:cNvSpPr>
            <a:spLocks xmlns:a="http://schemas.openxmlformats.org/drawingml/2006/main" noGrp="1"/>
          </p:cNvSpPr>
          <p:nvPr/>
        </p:nvSpPr>
        <p:spPr>
          <a:xfrm xmlns:a="http://schemas.openxmlformats.org/drawingml/2006/main">
            <a:off x="1943100" y="5276850"/>
            <a:ext cx="7467600" cy="419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700" b="1">
                <a:solidFill>
                  <a:srgbClr val="FFFFFF"/>
                </a:solidFill>
                <a:latin typeface="Arial"/>
                <a:ea typeface="Arial"/>
                <a:cs typeface="Arial"/>
              </a:rPr>
              <a:t>Forest output = mean of 31 uniform tree votes for REVIEW_ELEVATED</a:t>
            </a:r>
            <a:endParaRPr sz="1700"/>
          </a:p>
        </p:txBody>
      </p:sp>
      <p:sp>
        <p:nvSpPr>
          <p:cNvPr id="52" name="Text 52">
            <a:extLst xmlns:a="http://schemas.openxmlformats.org/drawingml/2006/main">
              <a:ext uri="{FF2B5EF4-FFF2-40B4-BE49-F238E27FC236}">
                <a16:creationId xmlns:a16="http://schemas.microsoft.com/office/drawing/2014/main" id="{BA949CD2-CA47-4920-85EF-0C788A508735}"/>
              </a:ext>
            </a:extLst>
          </p:cNvPr>
          <p:cNvSpPr>
            <a:spLocks xmlns:a="http://schemas.openxmlformats.org/drawingml/2006/main" noGrp="1"/>
          </p:cNvSpPr>
          <p:nvPr/>
        </p:nvSpPr>
        <p:spPr>
          <a:xfrm xmlns:a="http://schemas.openxmlformats.org/drawingml/2006/main">
            <a:off x="819150" y="4705350"/>
            <a:ext cx="22860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1">
                <a:solidFill>
                  <a:srgbClr val="5D6873"/>
                </a:solidFill>
                <a:latin typeface="Arial"/>
                <a:ea typeface="Arial"/>
                <a:cs typeface="Arial"/>
              </a:rPr>
              <a:t>Three representative trees shown</a:t>
            </a:r>
            <a:endParaRPr sz="1000"/>
          </a:p>
        </p:txBody>
      </p:sp>
      <p:sp>
        <p:nvSpPr>
          <p:cNvPr id="53" name="Text 53">
            <a:extLst xmlns:a="http://schemas.openxmlformats.org/drawingml/2006/main">
              <a:ext uri="{FF2B5EF4-FFF2-40B4-BE49-F238E27FC236}">
                <a16:creationId xmlns:a16="http://schemas.microsoft.com/office/drawing/2014/main" id="{86B0036F-EFBE-42B8-BB55-900FB6F83F52}"/>
              </a:ext>
            </a:extLst>
          </p:cNvPr>
          <p:cNvSpPr>
            <a:spLocks xmlns:a="http://schemas.openxmlformats.org/drawingml/2006/main" noGrp="1"/>
          </p:cNvSpPr>
          <p:nvPr/>
        </p:nvSpPr>
        <p:spPr>
          <a:xfrm xmlns:a="http://schemas.openxmlformats.org/drawingml/2006/main">
            <a:off x="1676400" y="5943600"/>
            <a:ext cx="8001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400" b="1">
                <a:solidFill>
                  <a:srgbClr val="981B1E"/>
                </a:solidFill>
                <a:latin typeface="Arial"/>
                <a:ea typeface="Arial"/>
                <a:cs typeface="Arial"/>
              </a:rPr>
              <a:t>Vote share, not a calibrated probability · synthetic training only</a:t>
            </a:r>
            <a:endParaRPr sz="1400"/>
          </a:p>
        </p:txBody>
      </p:sp>
      <p:sp>
        <p:nvSpPr>
          <p:cNvPr id="54" name="Connector 54">
            <a:extLst xmlns:a="http://schemas.openxmlformats.org/drawingml/2006/main">
              <a:ext uri="{FF2B5EF4-FFF2-40B4-BE49-F238E27FC236}">
                <a16:creationId xmlns:a16="http://schemas.microsoft.com/office/drawing/2014/main" id="{41EECCDC-538E-4DA3-936B-374870D653C2}"/>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BFC5CB"/>
            </a:solidFill>
          </a:ln>
        </p:spPr>
      </p:sp>
      <p:sp>
        <p:nvSpPr>
          <p:cNvPr id="55" name="Text 55">
            <a:extLst xmlns:a="http://schemas.openxmlformats.org/drawingml/2006/main">
              <a:ext uri="{FF2B5EF4-FFF2-40B4-BE49-F238E27FC236}">
                <a16:creationId xmlns:a16="http://schemas.microsoft.com/office/drawing/2014/main" id="{73E4A172-7D1A-49E8-BEC5-BB72020691B9}"/>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TECHNICAL APPENDIX</a:t>
            </a:r>
            <a:endParaRPr sz="1000"/>
          </a:p>
        </p:txBody>
      </p:sp>
      <p:sp>
        <p:nvSpPr>
          <p:cNvPr id="56" name="Text 56">
            <a:extLst xmlns:a="http://schemas.openxmlformats.org/drawingml/2006/main">
              <a:ext uri="{FF2B5EF4-FFF2-40B4-BE49-F238E27FC236}">
                <a16:creationId xmlns:a16="http://schemas.microsoft.com/office/drawing/2014/main" id="{5F763BC4-6939-41B8-9BF7-A965066AF326}"/>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F</a:t>
            </a:r>
            <a:endParaRPr sz="1000"/>
          </a:p>
        </p:txBody>
      </p:sp>
    </p:spTree>
    <p:extLst>
      <p:ext uri="{BB962C8B-B14F-4D97-AF65-F5344CB8AC3E}">
        <p14:creationId xmlns:p14="http://schemas.microsoft.com/office/powerpoint/2010/main" val="925192112"/>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65561096-4010-4461-BFA2-A3778B96D663}"/>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APPENDIX G</a:t>
            </a:r>
            <a:endParaRPr sz="1100"/>
          </a:p>
        </p:txBody>
      </p:sp>
      <p:sp>
        <p:nvSpPr>
          <p:cNvPr id="3" name="Text 3">
            <a:extLst xmlns:a="http://schemas.openxmlformats.org/drawingml/2006/main">
              <a:ext uri="{FF2B5EF4-FFF2-40B4-BE49-F238E27FC236}">
                <a16:creationId xmlns:a16="http://schemas.microsoft.com/office/drawing/2014/main" id="{9C1D6BD5-DC68-4164-A631-024A6F7EBBAD}"/>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Stage 3 backend choice changes execution while preserving context and output contracts</a:t>
            </a:r>
            <a:endParaRPr sz="3000"/>
          </a:p>
        </p:txBody>
      </p:sp>
      <p:sp>
        <p:nvSpPr>
          <p:cNvPr id="4" name="Text 4">
            <a:extLst xmlns:a="http://schemas.openxmlformats.org/drawingml/2006/main">
              <a:ext uri="{FF2B5EF4-FFF2-40B4-BE49-F238E27FC236}">
                <a16:creationId xmlns:a16="http://schemas.microsoft.com/office/drawing/2014/main" id="{DAE73A85-64D7-49B7-9146-2FEB2292F16F}"/>
              </a:ext>
            </a:extLst>
          </p:cNvPr>
          <p:cNvSpPr>
            <a:spLocks xmlns:a="http://schemas.openxmlformats.org/drawingml/2006/main" noGrp="1"/>
          </p:cNvSpPr>
          <p:nvPr/>
        </p:nvSpPr>
        <p:spPr>
          <a:xfrm xmlns:a="http://schemas.openxmlformats.org/drawingml/2006/main">
            <a:off x="8420100" y="1066800"/>
            <a:ext cx="32194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100" b="1" spc="90">
                <a:solidFill>
                  <a:srgbClr val="1F7A5A"/>
                </a:solidFill>
                <a:latin typeface="Arial"/>
                <a:ea typeface="Arial"/>
                <a:cs typeface="Arial"/>
              </a:rPr>
              <a:t>TYPED SELECTION · DELIVERED</a:t>
            </a:r>
            <a:endParaRPr sz="1100"/>
          </a:p>
        </p:txBody>
      </p:sp>
      <p:sp>
        <p:nvSpPr>
          <p:cNvPr id="5" name="Connector 5">
            <a:extLst xmlns:a="http://schemas.openxmlformats.org/drawingml/2006/main">
              <a:ext uri="{FF2B5EF4-FFF2-40B4-BE49-F238E27FC236}">
                <a16:creationId xmlns:a16="http://schemas.microsoft.com/office/drawing/2014/main" id="{E917715A-9B74-41F6-A48A-6007EE61504A}"/>
              </a:ext>
            </a:extLst>
          </p:cNvPr>
          <p:cNvSpPr>
            <a:spLocks xmlns:a="http://schemas.openxmlformats.org/drawingml/2006/main" noGrp="1"/>
          </p:cNvSpPr>
          <p:nvPr/>
        </p:nvSpPr>
        <p:spPr>
          <a:xfrm xmlns:a="http://schemas.openxmlformats.org/drawingml/2006/main">
            <a:off x="2571750" y="3257550"/>
            <a:ext cx="876300" cy="0"/>
          </a:xfrm>
          <a:prstGeom xmlns:a="http://schemas.openxmlformats.org/drawingml/2006/main" prst="line">
            <a:avLst/>
          </a:prstGeom>
          <a:ln xmlns:a="http://schemas.openxmlformats.org/drawingml/2006/main" w="38100">
            <a:solidFill>
              <a:srgbClr val="D71920"/>
            </a:solidFill>
            <a:tailEnd type="triangle"/>
          </a:ln>
        </p:spPr>
      </p:sp>
      <p:sp>
        <p:nvSpPr>
          <p:cNvPr id="6" name="Connector 6">
            <a:extLst xmlns:a="http://schemas.openxmlformats.org/drawingml/2006/main">
              <a:ext uri="{FF2B5EF4-FFF2-40B4-BE49-F238E27FC236}">
                <a16:creationId xmlns:a16="http://schemas.microsoft.com/office/drawing/2014/main" id="{5FCBE4B9-63B8-44E8-BCC2-5DF14482FA60}"/>
              </a:ext>
            </a:extLst>
          </p:cNvPr>
          <p:cNvSpPr>
            <a:spLocks xmlns:a="http://schemas.openxmlformats.org/drawingml/2006/main" noGrp="1"/>
          </p:cNvSpPr>
          <p:nvPr/>
        </p:nvSpPr>
        <p:spPr>
          <a:xfrm xmlns:a="http://schemas.openxmlformats.org/drawingml/2006/main" flipV="1">
            <a:off x="5429250" y="2247900"/>
            <a:ext cx="781050" cy="1009650"/>
          </a:xfrm>
          <a:prstGeom xmlns:a="http://schemas.openxmlformats.org/drawingml/2006/main" prst="line">
            <a:avLst/>
          </a:prstGeom>
          <a:ln xmlns:a="http://schemas.openxmlformats.org/drawingml/2006/main" w="25400">
            <a:solidFill>
              <a:srgbClr val="1F7A5A"/>
            </a:solidFill>
            <a:tailEnd type="triangle"/>
          </a:ln>
        </p:spPr>
      </p:sp>
      <p:sp>
        <p:nvSpPr>
          <p:cNvPr id="7" name="Connector 7">
            <a:extLst xmlns:a="http://schemas.openxmlformats.org/drawingml/2006/main">
              <a:ext uri="{FF2B5EF4-FFF2-40B4-BE49-F238E27FC236}">
                <a16:creationId xmlns:a16="http://schemas.microsoft.com/office/drawing/2014/main" id="{3070BA17-21FC-4743-AB6F-1971EED03234}"/>
              </a:ext>
            </a:extLst>
          </p:cNvPr>
          <p:cNvSpPr>
            <a:spLocks xmlns:a="http://schemas.openxmlformats.org/drawingml/2006/main" noGrp="1"/>
          </p:cNvSpPr>
          <p:nvPr/>
        </p:nvSpPr>
        <p:spPr>
          <a:xfrm xmlns:a="http://schemas.openxmlformats.org/drawingml/2006/main">
            <a:off x="5429250" y="3257550"/>
            <a:ext cx="781050" cy="0"/>
          </a:xfrm>
          <a:prstGeom xmlns:a="http://schemas.openxmlformats.org/drawingml/2006/main" prst="line">
            <a:avLst/>
          </a:prstGeom>
          <a:ln xmlns:a="http://schemas.openxmlformats.org/drawingml/2006/main" w="25400">
            <a:solidFill>
              <a:srgbClr val="2A5B84"/>
            </a:solidFill>
            <a:tailEnd type="triangle"/>
          </a:ln>
        </p:spPr>
      </p:sp>
      <p:sp>
        <p:nvSpPr>
          <p:cNvPr id="8" name="Connector 8">
            <a:extLst xmlns:a="http://schemas.openxmlformats.org/drawingml/2006/main">
              <a:ext uri="{FF2B5EF4-FFF2-40B4-BE49-F238E27FC236}">
                <a16:creationId xmlns:a16="http://schemas.microsoft.com/office/drawing/2014/main" id="{F8B1839B-F335-4754-9899-54C67925024E}"/>
              </a:ext>
            </a:extLst>
          </p:cNvPr>
          <p:cNvSpPr>
            <a:spLocks xmlns:a="http://schemas.openxmlformats.org/drawingml/2006/main" noGrp="1"/>
          </p:cNvSpPr>
          <p:nvPr/>
        </p:nvSpPr>
        <p:spPr>
          <a:xfrm xmlns:a="http://schemas.openxmlformats.org/drawingml/2006/main">
            <a:off x="5429250" y="3257550"/>
            <a:ext cx="781050" cy="1009650"/>
          </a:xfrm>
          <a:prstGeom xmlns:a="http://schemas.openxmlformats.org/drawingml/2006/main" prst="line">
            <a:avLst/>
          </a:prstGeom>
          <a:ln xmlns:a="http://schemas.openxmlformats.org/drawingml/2006/main" w="25400">
            <a:solidFill>
              <a:srgbClr val="B46B13"/>
            </a:solidFill>
            <a:tailEnd type="triangle"/>
          </a:ln>
        </p:spPr>
      </p:sp>
      <p:sp>
        <p:nvSpPr>
          <p:cNvPr id="9" name="Connector 9">
            <a:extLst xmlns:a="http://schemas.openxmlformats.org/drawingml/2006/main">
              <a:ext uri="{FF2B5EF4-FFF2-40B4-BE49-F238E27FC236}">
                <a16:creationId xmlns:a16="http://schemas.microsoft.com/office/drawing/2014/main" id="{A2C08099-D0BB-4715-9784-5AD31A93B068}"/>
              </a:ext>
            </a:extLst>
          </p:cNvPr>
          <p:cNvSpPr>
            <a:spLocks xmlns:a="http://schemas.openxmlformats.org/drawingml/2006/main" noGrp="1"/>
          </p:cNvSpPr>
          <p:nvPr/>
        </p:nvSpPr>
        <p:spPr>
          <a:xfrm xmlns:a="http://schemas.openxmlformats.org/drawingml/2006/main">
            <a:off x="8591550" y="2247900"/>
            <a:ext cx="666750" cy="1009650"/>
          </a:xfrm>
          <a:prstGeom xmlns:a="http://schemas.openxmlformats.org/drawingml/2006/main" prst="line">
            <a:avLst/>
          </a:prstGeom>
          <a:ln xmlns:a="http://schemas.openxmlformats.org/drawingml/2006/main" w="25400">
            <a:solidFill>
              <a:srgbClr val="1F7A5A"/>
            </a:solidFill>
            <a:tailEnd type="triangle"/>
          </a:ln>
        </p:spPr>
      </p:sp>
      <p:sp>
        <p:nvSpPr>
          <p:cNvPr id="10" name="Connector 10">
            <a:extLst xmlns:a="http://schemas.openxmlformats.org/drawingml/2006/main">
              <a:ext uri="{FF2B5EF4-FFF2-40B4-BE49-F238E27FC236}">
                <a16:creationId xmlns:a16="http://schemas.microsoft.com/office/drawing/2014/main" id="{18C8C400-ACA7-4354-A9B0-8C17C085FF84}"/>
              </a:ext>
            </a:extLst>
          </p:cNvPr>
          <p:cNvSpPr>
            <a:spLocks xmlns:a="http://schemas.openxmlformats.org/drawingml/2006/main" noGrp="1"/>
          </p:cNvSpPr>
          <p:nvPr/>
        </p:nvSpPr>
        <p:spPr>
          <a:xfrm xmlns:a="http://schemas.openxmlformats.org/drawingml/2006/main">
            <a:off x="8591550" y="3257550"/>
            <a:ext cx="666750" cy="0"/>
          </a:xfrm>
          <a:prstGeom xmlns:a="http://schemas.openxmlformats.org/drawingml/2006/main" prst="line">
            <a:avLst/>
          </a:prstGeom>
          <a:ln xmlns:a="http://schemas.openxmlformats.org/drawingml/2006/main" w="25400">
            <a:solidFill>
              <a:srgbClr val="2A5B84"/>
            </a:solidFill>
            <a:tailEnd type="triangle"/>
          </a:ln>
        </p:spPr>
      </p:sp>
      <p:sp>
        <p:nvSpPr>
          <p:cNvPr id="11" name="Connector 11">
            <a:extLst xmlns:a="http://schemas.openxmlformats.org/drawingml/2006/main">
              <a:ext uri="{FF2B5EF4-FFF2-40B4-BE49-F238E27FC236}">
                <a16:creationId xmlns:a16="http://schemas.microsoft.com/office/drawing/2014/main" id="{A310AF5C-E75B-4487-9CC8-488062C745C0}"/>
              </a:ext>
            </a:extLst>
          </p:cNvPr>
          <p:cNvSpPr>
            <a:spLocks xmlns:a="http://schemas.openxmlformats.org/drawingml/2006/main" noGrp="1"/>
          </p:cNvSpPr>
          <p:nvPr/>
        </p:nvSpPr>
        <p:spPr>
          <a:xfrm xmlns:a="http://schemas.openxmlformats.org/drawingml/2006/main" flipV="1">
            <a:off x="8591550" y="3257550"/>
            <a:ext cx="666750" cy="1009650"/>
          </a:xfrm>
          <a:prstGeom xmlns:a="http://schemas.openxmlformats.org/drawingml/2006/main" prst="line">
            <a:avLst/>
          </a:prstGeom>
          <a:ln xmlns:a="http://schemas.openxmlformats.org/drawingml/2006/main" w="25400">
            <a:solidFill>
              <a:srgbClr val="B46B13"/>
            </a:solidFill>
            <a:tailEnd type="triangle"/>
          </a:ln>
        </p:spPr>
      </p:sp>
      <p:sp>
        <p:nvSpPr>
          <p:cNvPr id="12" name="Shape 12">
            <a:extLst xmlns:a="http://schemas.openxmlformats.org/drawingml/2006/main">
              <a:ext uri="{FF2B5EF4-FFF2-40B4-BE49-F238E27FC236}">
                <a16:creationId xmlns:a16="http://schemas.microsoft.com/office/drawing/2014/main" id="{25A88B1C-0876-4867-9FC2-B703B025EA2B}"/>
              </a:ext>
            </a:extLst>
          </p:cNvPr>
          <p:cNvSpPr>
            <a:spLocks xmlns:a="http://schemas.openxmlformats.org/drawingml/2006/main" noGrp="1"/>
          </p:cNvSpPr>
          <p:nvPr/>
        </p:nvSpPr>
        <p:spPr>
          <a:xfrm xmlns:a="http://schemas.openxmlformats.org/drawingml/2006/main">
            <a:off x="571500" y="2495550"/>
            <a:ext cx="2000250" cy="1524000"/>
          </a:xfrm>
          <a:prstGeom xmlns:a="http://schemas.openxmlformats.org/drawingml/2006/main" prst="roundRect">
            <a:avLst/>
          </a:prstGeom>
          <a:solidFill xmlns:a="http://schemas.openxmlformats.org/drawingml/2006/main">
            <a:srgbClr val="F4F6F8"/>
          </a:solidFill>
          <a:ln xmlns:a="http://schemas.openxmlformats.org/drawingml/2006/main" w="25400">
            <a:solidFill>
              <a:srgbClr val="17212B"/>
            </a:solidFill>
          </a:ln>
        </p:spPr>
      </p:sp>
      <p:sp>
        <p:nvSpPr>
          <p:cNvPr id="13" name="Shape 13">
            <a:extLst xmlns:a="http://schemas.openxmlformats.org/drawingml/2006/main">
              <a:ext uri="{FF2B5EF4-FFF2-40B4-BE49-F238E27FC236}">
                <a16:creationId xmlns:a16="http://schemas.microsoft.com/office/drawing/2014/main" id="{2D17DB3D-612F-4D67-91FD-3B0A5814A49C}"/>
              </a:ext>
            </a:extLst>
          </p:cNvPr>
          <p:cNvSpPr>
            <a:spLocks xmlns:a="http://schemas.openxmlformats.org/drawingml/2006/main" noGrp="1"/>
          </p:cNvSpPr>
          <p:nvPr/>
        </p:nvSpPr>
        <p:spPr>
          <a:xfrm xmlns:a="http://schemas.openxmlformats.org/drawingml/2006/main">
            <a:off x="1276350" y="2647950"/>
            <a:ext cx="590550" cy="59055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7212B"/>
            </a:solidFill>
          </a:ln>
        </p:spPr>
      </p:sp>
      <p:pic>
        <p:nvPicPr>
          <p:cNvPr id="70" name="Picture 14"/>
          <p:cNvPicPr>
            <a:picLocks xmlns:a="http://schemas.openxmlformats.org/drawingml/2006/main" noChangeAspect="1"/>
          </p:cNvPicPr>
          <p:nvPr/>
        </p:nvPicPr>
        <p:blipFill>
          <a:blip xmlns:r="http://schemas.openxmlformats.org/officeDocument/2006/relationships" xmlns:a="http://schemas.openxmlformats.org/drawingml/2006/main" r:embed="R543c0a042d5f4df4"/>
          <a:stretch xmlns:a="http://schemas.openxmlformats.org/drawingml/2006/main">
            <a:fillRect l="0" t="0" r="0" b="0"/>
          </a:stretch>
        </p:blipFill>
        <p:spPr>
          <a:xfrm xmlns:a="http://schemas.openxmlformats.org/drawingml/2006/main">
            <a:off x="1428750" y="2800350"/>
            <a:ext cx="285750" cy="285750"/>
          </a:xfrm>
          <a:prstGeom xmlns:a="http://schemas.openxmlformats.org/drawingml/2006/main" prst="rect">
            <a:avLst/>
          </a:prstGeom>
          <a:ln xmlns:a="http://schemas.openxmlformats.org/drawingml/2006/main">
            <a:noFill/>
          </a:ln>
        </p:spPr>
      </p:pic>
      <p:sp>
        <p:nvSpPr>
          <p:cNvPr id="15" name="Text 15">
            <a:extLst xmlns:a="http://schemas.openxmlformats.org/drawingml/2006/main">
              <a:ext uri="{FF2B5EF4-FFF2-40B4-BE49-F238E27FC236}">
                <a16:creationId xmlns:a16="http://schemas.microsoft.com/office/drawing/2014/main" id="{C0DB3E7A-04DB-49AD-8901-D2700CFD8176}"/>
              </a:ext>
            </a:extLst>
          </p:cNvPr>
          <p:cNvSpPr>
            <a:spLocks xmlns:a="http://schemas.openxmlformats.org/drawingml/2006/main" noGrp="1"/>
          </p:cNvSpPr>
          <p:nvPr/>
        </p:nvSpPr>
        <p:spPr>
          <a:xfrm xmlns:a="http://schemas.openxmlformats.org/drawingml/2006/main">
            <a:off x="762000" y="3314700"/>
            <a:ext cx="1619250" cy="400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400" b="1">
                <a:solidFill>
                  <a:srgbClr val="17212B"/>
                </a:solidFill>
                <a:latin typeface="Arial"/>
                <a:ea typeface="Arial"/>
                <a:cs typeface="Arial"/>
              </a:rPr>
              <a:t>EVIDENCE</a:t>
            </a:r>
            <a:endParaRPr sz="1400"/>
          </a:p>
          <a:p xmlns:a="http://schemas.openxmlformats.org/drawingml/2006/main">
            <a:pPr algn="ctr">
              <a:buNone/>
            </a:pPr>
            <a:r>
              <a:rPr sz="1400" b="1">
                <a:solidFill>
                  <a:srgbClr val="17212B"/>
                </a:solidFill>
                <a:latin typeface="Arial"/>
                <a:ea typeface="Arial"/>
                <a:cs typeface="Arial"/>
              </a:rPr>
              <a:t>ENVELOPE</a:t>
            </a:r>
            <a:endParaRPr sz="1400"/>
          </a:p>
        </p:txBody>
      </p:sp>
      <p:sp>
        <p:nvSpPr>
          <p:cNvPr id="16" name="Text 16">
            <a:extLst xmlns:a="http://schemas.openxmlformats.org/drawingml/2006/main">
              <a:ext uri="{FF2B5EF4-FFF2-40B4-BE49-F238E27FC236}">
                <a16:creationId xmlns:a16="http://schemas.microsoft.com/office/drawing/2014/main" id="{275624B2-6C0D-47BF-B166-93B1C8B806BD}"/>
              </a:ext>
            </a:extLst>
          </p:cNvPr>
          <p:cNvSpPr>
            <a:spLocks xmlns:a="http://schemas.openxmlformats.org/drawingml/2006/main" noGrp="1"/>
          </p:cNvSpPr>
          <p:nvPr/>
        </p:nvSpPr>
        <p:spPr>
          <a:xfrm xmlns:a="http://schemas.openxmlformats.org/drawingml/2006/main">
            <a:off x="762000" y="3790950"/>
            <a:ext cx="1619250" cy="152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5D6873"/>
                </a:solidFill>
                <a:latin typeface="Arial"/>
                <a:ea typeface="Arial"/>
                <a:cs typeface="Arial"/>
              </a:rPr>
              <a:t>source, detector and policy</a:t>
            </a:r>
            <a:endParaRPr sz="1000"/>
          </a:p>
        </p:txBody>
      </p:sp>
      <p:sp>
        <p:nvSpPr>
          <p:cNvPr id="17" name="Shape 17">
            <a:extLst xmlns:a="http://schemas.openxmlformats.org/drawingml/2006/main">
              <a:ext uri="{FF2B5EF4-FFF2-40B4-BE49-F238E27FC236}">
                <a16:creationId xmlns:a16="http://schemas.microsoft.com/office/drawing/2014/main" id="{E7F0D678-FB26-4828-9034-3962A6517CBA}"/>
              </a:ext>
            </a:extLst>
          </p:cNvPr>
          <p:cNvSpPr>
            <a:spLocks xmlns:a="http://schemas.openxmlformats.org/drawingml/2006/main" noGrp="1"/>
          </p:cNvSpPr>
          <p:nvPr/>
        </p:nvSpPr>
        <p:spPr>
          <a:xfrm xmlns:a="http://schemas.openxmlformats.org/drawingml/2006/main">
            <a:off x="3448050" y="2495550"/>
            <a:ext cx="1981200" cy="1524000"/>
          </a:xfrm>
          <a:prstGeom xmlns:a="http://schemas.openxmlformats.org/drawingml/2006/main" prst="roundRect">
            <a:avLst/>
          </a:prstGeom>
          <a:solidFill xmlns:a="http://schemas.openxmlformats.org/drawingml/2006/main">
            <a:srgbClr val="FCEBEC"/>
          </a:solidFill>
          <a:ln xmlns:a="http://schemas.openxmlformats.org/drawingml/2006/main" w="25400">
            <a:solidFill>
              <a:srgbClr val="D71920"/>
            </a:solidFill>
          </a:ln>
        </p:spPr>
      </p:sp>
      <p:sp>
        <p:nvSpPr>
          <p:cNvPr id="18" name="Shape 18">
            <a:extLst xmlns:a="http://schemas.openxmlformats.org/drawingml/2006/main">
              <a:ext uri="{FF2B5EF4-FFF2-40B4-BE49-F238E27FC236}">
                <a16:creationId xmlns:a16="http://schemas.microsoft.com/office/drawing/2014/main" id="{B1EADC9A-4873-496F-AD90-39396D1CE760}"/>
              </a:ext>
            </a:extLst>
          </p:cNvPr>
          <p:cNvSpPr>
            <a:spLocks xmlns:a="http://schemas.openxmlformats.org/drawingml/2006/main" noGrp="1"/>
          </p:cNvSpPr>
          <p:nvPr/>
        </p:nvSpPr>
        <p:spPr>
          <a:xfrm xmlns:a="http://schemas.openxmlformats.org/drawingml/2006/main">
            <a:off x="4143375" y="2647950"/>
            <a:ext cx="590550" cy="59055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981B1E"/>
            </a:solidFill>
          </a:ln>
        </p:spPr>
      </p:sp>
      <p:pic>
        <p:nvPicPr>
          <p:cNvPr id="75" name="Picture 19"/>
          <p:cNvPicPr>
            <a:picLocks xmlns:a="http://schemas.openxmlformats.org/drawingml/2006/main" noChangeAspect="1"/>
          </p:cNvPicPr>
          <p:nvPr/>
        </p:nvPicPr>
        <p:blipFill>
          <a:blip xmlns:r="http://schemas.openxmlformats.org/officeDocument/2006/relationships" xmlns:a="http://schemas.openxmlformats.org/drawingml/2006/main" r:embed="Rb99676a33f0b4249"/>
          <a:stretch xmlns:a="http://schemas.openxmlformats.org/drawingml/2006/main">
            <a:fillRect l="0" t="0" r="0" b="0"/>
          </a:stretch>
        </p:blipFill>
        <p:spPr>
          <a:xfrm xmlns:a="http://schemas.openxmlformats.org/drawingml/2006/main">
            <a:off x="4295775" y="2800350"/>
            <a:ext cx="285750" cy="285750"/>
          </a:xfrm>
          <a:prstGeom xmlns:a="http://schemas.openxmlformats.org/drawingml/2006/main" prst="rect">
            <a:avLst/>
          </a:prstGeom>
          <a:ln xmlns:a="http://schemas.openxmlformats.org/drawingml/2006/main">
            <a:noFill/>
          </a:ln>
        </p:spPr>
      </p:pic>
      <p:sp>
        <p:nvSpPr>
          <p:cNvPr id="20" name="Text 20">
            <a:extLst xmlns:a="http://schemas.openxmlformats.org/drawingml/2006/main">
              <a:ext uri="{FF2B5EF4-FFF2-40B4-BE49-F238E27FC236}">
                <a16:creationId xmlns:a16="http://schemas.microsoft.com/office/drawing/2014/main" id="{0A4D3125-598D-4BB8-88C3-06BD79111D5B}"/>
              </a:ext>
            </a:extLst>
          </p:cNvPr>
          <p:cNvSpPr>
            <a:spLocks xmlns:a="http://schemas.openxmlformats.org/drawingml/2006/main" noGrp="1"/>
          </p:cNvSpPr>
          <p:nvPr/>
        </p:nvSpPr>
        <p:spPr>
          <a:xfrm xmlns:a="http://schemas.openxmlformats.org/drawingml/2006/main">
            <a:off x="3638550" y="3333750"/>
            <a:ext cx="16002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400" b="1">
                <a:solidFill>
                  <a:srgbClr val="981B1E"/>
                </a:solidFill>
                <a:latin typeface="Arial"/>
                <a:ea typeface="Arial"/>
                <a:cs typeface="Arial"/>
              </a:rPr>
              <a:t>TYPED FACTORY</a:t>
            </a:r>
            <a:endParaRPr sz="1400"/>
          </a:p>
        </p:txBody>
      </p:sp>
      <p:sp>
        <p:nvSpPr>
          <p:cNvPr id="21" name="Text 21">
            <a:extLst xmlns:a="http://schemas.openxmlformats.org/drawingml/2006/main">
              <a:ext uri="{FF2B5EF4-FFF2-40B4-BE49-F238E27FC236}">
                <a16:creationId xmlns:a16="http://schemas.microsoft.com/office/drawing/2014/main" id="{20FA07AC-F382-4F05-A08E-1CA98719736D}"/>
              </a:ext>
            </a:extLst>
          </p:cNvPr>
          <p:cNvSpPr>
            <a:spLocks xmlns:a="http://schemas.openxmlformats.org/drawingml/2006/main" noGrp="1"/>
          </p:cNvSpPr>
          <p:nvPr/>
        </p:nvSpPr>
        <p:spPr>
          <a:xfrm xmlns:a="http://schemas.openxmlformats.org/drawingml/2006/main">
            <a:off x="3638550" y="3676650"/>
            <a:ext cx="160020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000" b="0">
                <a:solidFill>
                  <a:srgbClr val="17212B"/>
                </a:solidFill>
                <a:latin typeface="Arial"/>
                <a:ea typeface="Arial"/>
                <a:cs typeface="Arial"/>
              </a:rPr>
              <a:t>identity and capability checks</a:t>
            </a:r>
            <a:endParaRPr sz="1000"/>
          </a:p>
        </p:txBody>
      </p:sp>
      <p:sp>
        <p:nvSpPr>
          <p:cNvPr id="22" name="Shape 22">
            <a:extLst xmlns:a="http://schemas.openxmlformats.org/drawingml/2006/main">
              <a:ext uri="{FF2B5EF4-FFF2-40B4-BE49-F238E27FC236}">
                <a16:creationId xmlns:a16="http://schemas.microsoft.com/office/drawing/2014/main" id="{20C651CD-43D8-477A-B030-8832F7B2DCD3}"/>
              </a:ext>
            </a:extLst>
          </p:cNvPr>
          <p:cNvSpPr>
            <a:spLocks xmlns:a="http://schemas.openxmlformats.org/drawingml/2006/main" noGrp="1"/>
          </p:cNvSpPr>
          <p:nvPr/>
        </p:nvSpPr>
        <p:spPr>
          <a:xfrm xmlns:a="http://schemas.openxmlformats.org/drawingml/2006/main">
            <a:off x="6210300" y="1866900"/>
            <a:ext cx="2381250" cy="76200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1F7A5A"/>
            </a:solidFill>
          </a:ln>
        </p:spPr>
      </p:sp>
      <p:sp>
        <p:nvSpPr>
          <p:cNvPr id="23" name="Shape 23">
            <a:extLst xmlns:a="http://schemas.openxmlformats.org/drawingml/2006/main">
              <a:ext uri="{FF2B5EF4-FFF2-40B4-BE49-F238E27FC236}">
                <a16:creationId xmlns:a16="http://schemas.microsoft.com/office/drawing/2014/main" id="{E6FE0F5B-D05B-4846-B2BD-8611D4F5D1B2}"/>
              </a:ext>
            </a:extLst>
          </p:cNvPr>
          <p:cNvSpPr>
            <a:spLocks xmlns:a="http://schemas.openxmlformats.org/drawingml/2006/main" noGrp="1"/>
          </p:cNvSpPr>
          <p:nvPr/>
        </p:nvSpPr>
        <p:spPr>
          <a:xfrm xmlns:a="http://schemas.openxmlformats.org/drawingml/2006/main">
            <a:off x="6343650" y="2009775"/>
            <a:ext cx="476250" cy="476250"/>
          </a:xfrm>
          <a:prstGeom xmlns:a="http://schemas.openxmlformats.org/drawingml/2006/main" prst="roundRect">
            <a:avLst/>
          </a:prstGeom>
          <a:solidFill xmlns:a="http://schemas.openxmlformats.org/drawingml/2006/main">
            <a:srgbClr val="F4F6F8"/>
          </a:solidFill>
          <a:ln xmlns:a="http://schemas.openxmlformats.org/drawingml/2006/main" w="19050">
            <a:solidFill>
              <a:srgbClr val="1F7A5A"/>
            </a:solidFill>
          </a:ln>
        </p:spPr>
      </p:sp>
      <p:pic>
        <p:nvPicPr>
          <p:cNvPr id="80" name="Picture 24"/>
          <p:cNvPicPr>
            <a:picLocks xmlns:a="http://schemas.openxmlformats.org/drawingml/2006/main" noChangeAspect="1"/>
          </p:cNvPicPr>
          <p:nvPr/>
        </p:nvPicPr>
        <p:blipFill>
          <a:blip xmlns:r="http://schemas.openxmlformats.org/officeDocument/2006/relationships" xmlns:a="http://schemas.openxmlformats.org/drawingml/2006/main" r:embed="R2bc73e93ab9b465f"/>
          <a:stretch xmlns:a="http://schemas.openxmlformats.org/drawingml/2006/main">
            <a:fillRect l="0" t="0" r="0" b="0"/>
          </a:stretch>
        </p:blipFill>
        <p:spPr>
          <a:xfrm xmlns:a="http://schemas.openxmlformats.org/drawingml/2006/main">
            <a:off x="6467475" y="2133600"/>
            <a:ext cx="228600" cy="228600"/>
          </a:xfrm>
          <a:prstGeom xmlns:a="http://schemas.openxmlformats.org/drawingml/2006/main" prst="rect">
            <a:avLst/>
          </a:prstGeom>
          <a:ln xmlns:a="http://schemas.openxmlformats.org/drawingml/2006/main">
            <a:noFill/>
          </a:ln>
        </p:spPr>
      </p:pic>
      <p:sp>
        <p:nvSpPr>
          <p:cNvPr id="25" name="Text 25">
            <a:extLst xmlns:a="http://schemas.openxmlformats.org/drawingml/2006/main">
              <a:ext uri="{FF2B5EF4-FFF2-40B4-BE49-F238E27FC236}">
                <a16:creationId xmlns:a16="http://schemas.microsoft.com/office/drawing/2014/main" id="{0A9789A0-2B41-4843-90B4-A6C41EFED601}"/>
              </a:ext>
            </a:extLst>
          </p:cNvPr>
          <p:cNvSpPr>
            <a:spLocks xmlns:a="http://schemas.openxmlformats.org/drawingml/2006/main" noGrp="1"/>
          </p:cNvSpPr>
          <p:nvPr/>
        </p:nvSpPr>
        <p:spPr>
          <a:xfrm xmlns:a="http://schemas.openxmlformats.org/drawingml/2006/main">
            <a:off x="6972300" y="1962150"/>
            <a:ext cx="14478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1">
                <a:solidFill>
                  <a:srgbClr val="1F7A5A"/>
                </a:solidFill>
                <a:latin typeface="Arial"/>
                <a:ea typeface="Arial"/>
                <a:cs typeface="Arial"/>
              </a:rPr>
              <a:t>DETERMINISTIC</a:t>
            </a:r>
            <a:endParaRPr sz="1400"/>
          </a:p>
        </p:txBody>
      </p:sp>
      <p:sp>
        <p:nvSpPr>
          <p:cNvPr id="26" name="Text 26">
            <a:extLst xmlns:a="http://schemas.openxmlformats.org/drawingml/2006/main">
              <a:ext uri="{FF2B5EF4-FFF2-40B4-BE49-F238E27FC236}">
                <a16:creationId xmlns:a16="http://schemas.microsoft.com/office/drawing/2014/main" id="{CE14C945-6F55-4C23-A2CE-4451B48D0735}"/>
              </a:ext>
            </a:extLst>
          </p:cNvPr>
          <p:cNvSpPr>
            <a:spLocks xmlns:a="http://schemas.openxmlformats.org/drawingml/2006/main" noGrp="1"/>
          </p:cNvSpPr>
          <p:nvPr/>
        </p:nvSpPr>
        <p:spPr>
          <a:xfrm xmlns:a="http://schemas.openxmlformats.org/drawingml/2006/main">
            <a:off x="6972300" y="2266950"/>
            <a:ext cx="14478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0">
                <a:solidFill>
                  <a:srgbClr val="5D6873"/>
                </a:solidFill>
                <a:latin typeface="Arial"/>
                <a:ea typeface="Arial"/>
                <a:cs typeface="Arial"/>
              </a:rPr>
              <a:t>acceptance baseline</a:t>
            </a:r>
            <a:endParaRPr sz="1200"/>
          </a:p>
        </p:txBody>
      </p:sp>
      <p:sp>
        <p:nvSpPr>
          <p:cNvPr id="27" name="Shape 27">
            <a:extLst xmlns:a="http://schemas.openxmlformats.org/drawingml/2006/main">
              <a:ext uri="{FF2B5EF4-FFF2-40B4-BE49-F238E27FC236}">
                <a16:creationId xmlns:a16="http://schemas.microsoft.com/office/drawing/2014/main" id="{01BF6CCE-9667-47E5-ACE1-A7A7FAC85618}"/>
              </a:ext>
            </a:extLst>
          </p:cNvPr>
          <p:cNvSpPr>
            <a:spLocks xmlns:a="http://schemas.openxmlformats.org/drawingml/2006/main" noGrp="1"/>
          </p:cNvSpPr>
          <p:nvPr/>
        </p:nvSpPr>
        <p:spPr>
          <a:xfrm xmlns:a="http://schemas.openxmlformats.org/drawingml/2006/main">
            <a:off x="6210300" y="2876550"/>
            <a:ext cx="2381250" cy="76200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2A5B84"/>
            </a:solidFill>
          </a:ln>
        </p:spPr>
      </p:sp>
      <p:sp>
        <p:nvSpPr>
          <p:cNvPr id="28" name="Shape 28">
            <a:extLst xmlns:a="http://schemas.openxmlformats.org/drawingml/2006/main">
              <a:ext uri="{FF2B5EF4-FFF2-40B4-BE49-F238E27FC236}">
                <a16:creationId xmlns:a16="http://schemas.microsoft.com/office/drawing/2014/main" id="{4D0703F2-248F-4A41-80C5-2E9176A1CFC8}"/>
              </a:ext>
            </a:extLst>
          </p:cNvPr>
          <p:cNvSpPr>
            <a:spLocks xmlns:a="http://schemas.openxmlformats.org/drawingml/2006/main" noGrp="1"/>
          </p:cNvSpPr>
          <p:nvPr/>
        </p:nvSpPr>
        <p:spPr>
          <a:xfrm xmlns:a="http://schemas.openxmlformats.org/drawingml/2006/main">
            <a:off x="6343650" y="3019425"/>
            <a:ext cx="476250" cy="476250"/>
          </a:xfrm>
          <a:prstGeom xmlns:a="http://schemas.openxmlformats.org/drawingml/2006/main" prst="roundRect">
            <a:avLst/>
          </a:prstGeom>
          <a:solidFill xmlns:a="http://schemas.openxmlformats.org/drawingml/2006/main">
            <a:srgbClr val="F4F6F8"/>
          </a:solidFill>
          <a:ln xmlns:a="http://schemas.openxmlformats.org/drawingml/2006/main" w="19050">
            <a:solidFill>
              <a:srgbClr val="2A5B84"/>
            </a:solidFill>
          </a:ln>
        </p:spPr>
      </p:sp>
      <p:pic>
        <p:nvPicPr>
          <p:cNvPr id="85" name="Picture 29"/>
          <p:cNvPicPr>
            <a:picLocks xmlns:a="http://schemas.openxmlformats.org/drawingml/2006/main" noChangeAspect="1"/>
          </p:cNvPicPr>
          <p:nvPr/>
        </p:nvPicPr>
        <p:blipFill>
          <a:blip xmlns:r="http://schemas.openxmlformats.org/officeDocument/2006/relationships" xmlns:a="http://schemas.openxmlformats.org/drawingml/2006/main" r:embed="R28110473f87241d8"/>
          <a:stretch xmlns:a="http://schemas.openxmlformats.org/drawingml/2006/main">
            <a:fillRect l="0" t="0" r="0" b="0"/>
          </a:stretch>
        </p:blipFill>
        <p:spPr>
          <a:xfrm xmlns:a="http://schemas.openxmlformats.org/drawingml/2006/main">
            <a:off x="6467475" y="3143250"/>
            <a:ext cx="228600" cy="228600"/>
          </a:xfrm>
          <a:prstGeom xmlns:a="http://schemas.openxmlformats.org/drawingml/2006/main" prst="rect">
            <a:avLst/>
          </a:prstGeom>
          <a:ln xmlns:a="http://schemas.openxmlformats.org/drawingml/2006/main">
            <a:noFill/>
          </a:ln>
        </p:spPr>
      </p:pic>
      <p:sp>
        <p:nvSpPr>
          <p:cNvPr id="30" name="Text 30">
            <a:extLst xmlns:a="http://schemas.openxmlformats.org/drawingml/2006/main">
              <a:ext uri="{FF2B5EF4-FFF2-40B4-BE49-F238E27FC236}">
                <a16:creationId xmlns:a16="http://schemas.microsoft.com/office/drawing/2014/main" id="{6F31A969-3DDE-4CBC-9358-9D7D4882AE89}"/>
              </a:ext>
            </a:extLst>
          </p:cNvPr>
          <p:cNvSpPr>
            <a:spLocks xmlns:a="http://schemas.openxmlformats.org/drawingml/2006/main" noGrp="1"/>
          </p:cNvSpPr>
          <p:nvPr/>
        </p:nvSpPr>
        <p:spPr>
          <a:xfrm xmlns:a="http://schemas.openxmlformats.org/drawingml/2006/main">
            <a:off x="6972300" y="2971800"/>
            <a:ext cx="14478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1">
                <a:solidFill>
                  <a:srgbClr val="2A5B84"/>
                </a:solidFill>
                <a:latin typeface="Arial"/>
                <a:ea typeface="Arial"/>
                <a:cs typeface="Arial"/>
              </a:rPr>
              <a:t>OPENAI</a:t>
            </a:r>
            <a:endParaRPr sz="1400"/>
          </a:p>
        </p:txBody>
      </p:sp>
      <p:sp>
        <p:nvSpPr>
          <p:cNvPr id="31" name="Text 31">
            <a:extLst xmlns:a="http://schemas.openxmlformats.org/drawingml/2006/main">
              <a:ext uri="{FF2B5EF4-FFF2-40B4-BE49-F238E27FC236}">
                <a16:creationId xmlns:a16="http://schemas.microsoft.com/office/drawing/2014/main" id="{BE8B4178-E4F3-4DD5-BA42-4579D63C7717}"/>
              </a:ext>
            </a:extLst>
          </p:cNvPr>
          <p:cNvSpPr>
            <a:spLocks xmlns:a="http://schemas.openxmlformats.org/drawingml/2006/main" noGrp="1"/>
          </p:cNvSpPr>
          <p:nvPr/>
        </p:nvSpPr>
        <p:spPr>
          <a:xfrm xmlns:a="http://schemas.openxmlformats.org/drawingml/2006/main">
            <a:off x="6972300" y="3276600"/>
            <a:ext cx="14478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0">
                <a:solidFill>
                  <a:srgbClr val="5D6873"/>
                </a:solidFill>
                <a:latin typeface="Arial"/>
                <a:ea typeface="Arial"/>
                <a:cs typeface="Arial"/>
              </a:rPr>
              <a:t>explicit external opt-in</a:t>
            </a:r>
            <a:endParaRPr sz="1200"/>
          </a:p>
        </p:txBody>
      </p:sp>
      <p:sp>
        <p:nvSpPr>
          <p:cNvPr id="32" name="Shape 32">
            <a:extLst xmlns:a="http://schemas.openxmlformats.org/drawingml/2006/main">
              <a:ext uri="{FF2B5EF4-FFF2-40B4-BE49-F238E27FC236}">
                <a16:creationId xmlns:a16="http://schemas.microsoft.com/office/drawing/2014/main" id="{FD92184F-AA39-4614-9383-7726FA62C632}"/>
              </a:ext>
            </a:extLst>
          </p:cNvPr>
          <p:cNvSpPr>
            <a:spLocks xmlns:a="http://schemas.openxmlformats.org/drawingml/2006/main" noGrp="1"/>
          </p:cNvSpPr>
          <p:nvPr/>
        </p:nvSpPr>
        <p:spPr>
          <a:xfrm xmlns:a="http://schemas.openxmlformats.org/drawingml/2006/main">
            <a:off x="6210300" y="3886200"/>
            <a:ext cx="2381250" cy="762000"/>
          </a:xfrm>
          <a:prstGeom xmlns:a="http://schemas.openxmlformats.org/drawingml/2006/main" prst="roundRect">
            <a:avLst/>
          </a:prstGeom>
          <a:solidFill xmlns:a="http://schemas.openxmlformats.org/drawingml/2006/main">
            <a:srgbClr val="FFFFFF"/>
          </a:solidFill>
          <a:ln xmlns:a="http://schemas.openxmlformats.org/drawingml/2006/main" w="25400">
            <a:solidFill>
              <a:srgbClr val="1F7A5A"/>
            </a:solidFill>
          </a:ln>
        </p:spPr>
      </p:sp>
      <p:sp>
        <p:nvSpPr>
          <p:cNvPr id="33" name="Shape 33">
            <a:extLst xmlns:a="http://schemas.openxmlformats.org/drawingml/2006/main">
              <a:ext uri="{FF2B5EF4-FFF2-40B4-BE49-F238E27FC236}">
                <a16:creationId xmlns:a16="http://schemas.microsoft.com/office/drawing/2014/main" id="{57301652-EBE4-4D1A-8109-03A8B56F3F77}"/>
              </a:ext>
            </a:extLst>
          </p:cNvPr>
          <p:cNvSpPr>
            <a:spLocks xmlns:a="http://schemas.openxmlformats.org/drawingml/2006/main" noGrp="1"/>
          </p:cNvSpPr>
          <p:nvPr/>
        </p:nvSpPr>
        <p:spPr>
          <a:xfrm xmlns:a="http://schemas.openxmlformats.org/drawingml/2006/main">
            <a:off x="6343650" y="4029075"/>
            <a:ext cx="476250" cy="476250"/>
          </a:xfrm>
          <a:prstGeom xmlns:a="http://schemas.openxmlformats.org/drawingml/2006/main" prst="roundRect">
            <a:avLst/>
          </a:prstGeom>
          <a:solidFill xmlns:a="http://schemas.openxmlformats.org/drawingml/2006/main">
            <a:srgbClr val="F4F6F8"/>
          </a:solidFill>
          <a:ln xmlns:a="http://schemas.openxmlformats.org/drawingml/2006/main" w="19050">
            <a:solidFill>
              <a:srgbClr val="1F7A5A"/>
            </a:solidFill>
          </a:ln>
        </p:spPr>
      </p:sp>
      <p:pic>
        <p:nvPicPr>
          <p:cNvPr id="90" name="Picture 34"/>
          <p:cNvPicPr>
            <a:picLocks xmlns:a="http://schemas.openxmlformats.org/drawingml/2006/main" noChangeAspect="1"/>
          </p:cNvPicPr>
          <p:nvPr/>
        </p:nvPicPr>
        <p:blipFill>
          <a:blip xmlns:r="http://schemas.openxmlformats.org/officeDocument/2006/relationships" xmlns:a="http://schemas.openxmlformats.org/drawingml/2006/main" r:embed="R5fd439eb04054fcf"/>
          <a:stretch xmlns:a="http://schemas.openxmlformats.org/drawingml/2006/main">
            <a:fillRect l="0" t="0" r="0" b="0"/>
          </a:stretch>
        </p:blipFill>
        <p:spPr>
          <a:xfrm xmlns:a="http://schemas.openxmlformats.org/drawingml/2006/main">
            <a:off x="6467475" y="4152900"/>
            <a:ext cx="228600" cy="228600"/>
          </a:xfrm>
          <a:prstGeom xmlns:a="http://schemas.openxmlformats.org/drawingml/2006/main" prst="rect">
            <a:avLst/>
          </a:prstGeom>
          <a:ln xmlns:a="http://schemas.openxmlformats.org/drawingml/2006/main">
            <a:noFill/>
          </a:ln>
        </p:spPr>
      </p:pic>
      <p:sp>
        <p:nvSpPr>
          <p:cNvPr id="35" name="Text 35">
            <a:extLst xmlns:a="http://schemas.openxmlformats.org/drawingml/2006/main">
              <a:ext uri="{FF2B5EF4-FFF2-40B4-BE49-F238E27FC236}">
                <a16:creationId xmlns:a16="http://schemas.microsoft.com/office/drawing/2014/main" id="{7E07746A-DBD8-4779-B999-791F20D84B4E}"/>
              </a:ext>
            </a:extLst>
          </p:cNvPr>
          <p:cNvSpPr>
            <a:spLocks xmlns:a="http://schemas.openxmlformats.org/drawingml/2006/main" noGrp="1"/>
          </p:cNvSpPr>
          <p:nvPr/>
        </p:nvSpPr>
        <p:spPr>
          <a:xfrm xmlns:a="http://schemas.openxmlformats.org/drawingml/2006/main">
            <a:off x="6972300" y="3981450"/>
            <a:ext cx="14478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1">
                <a:solidFill>
                  <a:srgbClr val="1F7A5A"/>
                </a:solidFill>
                <a:latin typeface="Arial"/>
                <a:ea typeface="Arial"/>
                <a:cs typeface="Arial"/>
              </a:rPr>
              <a:t>LM STUDIO</a:t>
            </a:r>
            <a:endParaRPr sz="1400"/>
          </a:p>
        </p:txBody>
      </p:sp>
      <p:sp>
        <p:nvSpPr>
          <p:cNvPr id="36" name="Text 36">
            <a:extLst xmlns:a="http://schemas.openxmlformats.org/drawingml/2006/main">
              <a:ext uri="{FF2B5EF4-FFF2-40B4-BE49-F238E27FC236}">
                <a16:creationId xmlns:a16="http://schemas.microsoft.com/office/drawing/2014/main" id="{7D530929-8720-45D0-91F5-E20489514924}"/>
              </a:ext>
            </a:extLst>
          </p:cNvPr>
          <p:cNvSpPr>
            <a:spLocks xmlns:a="http://schemas.openxmlformats.org/drawingml/2006/main" noGrp="1"/>
          </p:cNvSpPr>
          <p:nvPr/>
        </p:nvSpPr>
        <p:spPr>
          <a:xfrm xmlns:a="http://schemas.openxmlformats.org/drawingml/2006/main">
            <a:off x="6972300" y="4286250"/>
            <a:ext cx="14478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200" b="0">
                <a:solidFill>
                  <a:srgbClr val="5D6873"/>
                </a:solidFill>
                <a:latin typeface="Arial"/>
                <a:ea typeface="Arial"/>
                <a:cs typeface="Arial"/>
              </a:rPr>
              <a:t>R5 interview path</a:t>
            </a:r>
            <a:endParaRPr sz="1200"/>
          </a:p>
        </p:txBody>
      </p:sp>
      <p:sp>
        <p:nvSpPr>
          <p:cNvPr id="37" name="Shape 37">
            <a:extLst xmlns:a="http://schemas.openxmlformats.org/drawingml/2006/main">
              <a:ext uri="{FF2B5EF4-FFF2-40B4-BE49-F238E27FC236}">
                <a16:creationId xmlns:a16="http://schemas.microsoft.com/office/drawing/2014/main" id="{2C055F6C-D774-4A63-8133-02877064816D}"/>
              </a:ext>
            </a:extLst>
          </p:cNvPr>
          <p:cNvSpPr>
            <a:spLocks xmlns:a="http://schemas.openxmlformats.org/drawingml/2006/main" noGrp="1"/>
          </p:cNvSpPr>
          <p:nvPr/>
        </p:nvSpPr>
        <p:spPr>
          <a:xfrm xmlns:a="http://schemas.openxmlformats.org/drawingml/2006/main">
            <a:off x="9258300" y="2495550"/>
            <a:ext cx="2381250" cy="1524000"/>
          </a:xfrm>
          <a:prstGeom xmlns:a="http://schemas.openxmlformats.org/drawingml/2006/main" prst="roundRect">
            <a:avLst/>
          </a:prstGeom>
          <a:solidFill xmlns:a="http://schemas.openxmlformats.org/drawingml/2006/main">
            <a:srgbClr val="17212B"/>
          </a:solidFill>
          <a:ln xmlns:a="http://schemas.openxmlformats.org/drawingml/2006/main" w="12700">
            <a:solidFill>
              <a:srgbClr val="17212B"/>
            </a:solidFill>
          </a:ln>
        </p:spPr>
      </p:sp>
      <p:pic>
        <p:nvPicPr>
          <p:cNvPr id="94" name="Picture 38"/>
          <p:cNvPicPr>
            <a:picLocks xmlns:a="http://schemas.openxmlformats.org/drawingml/2006/main" noChangeAspect="1"/>
          </p:cNvPicPr>
          <p:nvPr/>
        </p:nvPicPr>
        <p:blipFill>
          <a:blip xmlns:r="http://schemas.openxmlformats.org/officeDocument/2006/relationships" xmlns:a="http://schemas.openxmlformats.org/drawingml/2006/main" r:embed="R0f13e61e35e24334"/>
          <a:stretch xmlns:a="http://schemas.openxmlformats.org/drawingml/2006/main">
            <a:fillRect l="0" t="0" r="0" b="0"/>
          </a:stretch>
        </p:blipFill>
        <p:spPr>
          <a:xfrm xmlns:a="http://schemas.openxmlformats.org/drawingml/2006/main">
            <a:off x="10201275" y="2647950"/>
            <a:ext cx="495300" cy="495300"/>
          </a:xfrm>
          <a:prstGeom xmlns:a="http://schemas.openxmlformats.org/drawingml/2006/main" prst="rect">
            <a:avLst/>
          </a:prstGeom>
          <a:ln xmlns:a="http://schemas.openxmlformats.org/drawingml/2006/main">
            <a:noFill/>
          </a:ln>
        </p:spPr>
      </p:pic>
      <p:sp>
        <p:nvSpPr>
          <p:cNvPr id="39" name="Text 39">
            <a:extLst xmlns:a="http://schemas.openxmlformats.org/drawingml/2006/main">
              <a:ext uri="{FF2B5EF4-FFF2-40B4-BE49-F238E27FC236}">
                <a16:creationId xmlns:a16="http://schemas.microsoft.com/office/drawing/2014/main" id="{D4DA37D1-0313-4D56-839F-6A47A80C7B5D}"/>
              </a:ext>
            </a:extLst>
          </p:cNvPr>
          <p:cNvSpPr>
            <a:spLocks xmlns:a="http://schemas.openxmlformats.org/drawingml/2006/main" noGrp="1"/>
          </p:cNvSpPr>
          <p:nvPr/>
        </p:nvSpPr>
        <p:spPr>
          <a:xfrm xmlns:a="http://schemas.openxmlformats.org/drawingml/2006/main">
            <a:off x="9467850" y="3238500"/>
            <a:ext cx="19621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600" b="1">
                <a:solidFill>
                  <a:srgbClr val="FFFFFF"/>
                </a:solidFill>
                <a:latin typeface="Arial"/>
                <a:ea typeface="Arial"/>
                <a:cs typeface="Arial"/>
              </a:rPr>
              <a:t>ONE OUTPUT</a:t>
            </a:r>
            <a:endParaRPr sz="1600"/>
          </a:p>
        </p:txBody>
      </p:sp>
      <p:sp>
        <p:nvSpPr>
          <p:cNvPr id="40" name="Text 40">
            <a:extLst xmlns:a="http://schemas.openxmlformats.org/drawingml/2006/main">
              <a:ext uri="{FF2B5EF4-FFF2-40B4-BE49-F238E27FC236}">
                <a16:creationId xmlns:a16="http://schemas.microsoft.com/office/drawing/2014/main" id="{695581B3-B777-49C4-9F7D-D726247F61A3}"/>
              </a:ext>
            </a:extLst>
          </p:cNvPr>
          <p:cNvSpPr>
            <a:spLocks xmlns:a="http://schemas.openxmlformats.org/drawingml/2006/main" noGrp="1"/>
          </p:cNvSpPr>
          <p:nvPr/>
        </p:nvSpPr>
        <p:spPr>
          <a:xfrm xmlns:a="http://schemas.openxmlformats.org/drawingml/2006/main">
            <a:off x="9467850" y="3600450"/>
            <a:ext cx="1962150" cy="266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100" b="0">
                <a:solidFill>
                  <a:srgbClr val="DDE3E8"/>
                </a:solidFill>
                <a:latin typeface="Arial"/>
                <a:ea typeface="Arial"/>
                <a:cs typeface="Arial"/>
              </a:rPr>
              <a:t>severity, findings and provenance</a:t>
            </a:r>
            <a:endParaRPr sz="1100"/>
          </a:p>
        </p:txBody>
      </p:sp>
      <p:sp>
        <p:nvSpPr>
          <p:cNvPr id="41" name="Connector 41">
            <a:extLst xmlns:a="http://schemas.openxmlformats.org/drawingml/2006/main">
              <a:ext uri="{FF2B5EF4-FFF2-40B4-BE49-F238E27FC236}">
                <a16:creationId xmlns:a16="http://schemas.microsoft.com/office/drawing/2014/main" id="{2419CCD0-74E7-4EC7-8564-DCC7B1E79ED6}"/>
              </a:ext>
            </a:extLst>
          </p:cNvPr>
          <p:cNvSpPr>
            <a:spLocks xmlns:a="http://schemas.openxmlformats.org/drawingml/2006/main" noGrp="1"/>
          </p:cNvSpPr>
          <p:nvPr/>
        </p:nvSpPr>
        <p:spPr>
          <a:xfrm xmlns:a="http://schemas.openxmlformats.org/drawingml/2006/main">
            <a:off x="10448925" y="4019550"/>
            <a:ext cx="0" cy="628650"/>
          </a:xfrm>
          <a:prstGeom xmlns:a="http://schemas.openxmlformats.org/drawingml/2006/main" prst="line">
            <a:avLst/>
          </a:prstGeom>
          <a:ln xmlns:a="http://schemas.openxmlformats.org/drawingml/2006/main" w="38100">
            <a:solidFill>
              <a:srgbClr val="D71920"/>
            </a:solidFill>
            <a:tailEnd type="triangle"/>
          </a:ln>
        </p:spPr>
      </p:sp>
      <p:sp>
        <p:nvSpPr>
          <p:cNvPr id="42" name="Shape 42">
            <a:extLst xmlns:a="http://schemas.openxmlformats.org/drawingml/2006/main">
              <a:ext uri="{FF2B5EF4-FFF2-40B4-BE49-F238E27FC236}">
                <a16:creationId xmlns:a16="http://schemas.microsoft.com/office/drawing/2014/main" id="{AF130D3B-AEE8-4911-A3E2-09C71F8A793D}"/>
              </a:ext>
            </a:extLst>
          </p:cNvPr>
          <p:cNvSpPr>
            <a:spLocks xmlns:a="http://schemas.openxmlformats.org/drawingml/2006/main" noGrp="1"/>
          </p:cNvSpPr>
          <p:nvPr/>
        </p:nvSpPr>
        <p:spPr>
          <a:xfrm xmlns:a="http://schemas.openxmlformats.org/drawingml/2006/main">
            <a:off x="8896350" y="4648200"/>
            <a:ext cx="3105150" cy="952500"/>
          </a:xfrm>
          <a:prstGeom xmlns:a="http://schemas.openxmlformats.org/drawingml/2006/main" prst="roundRect">
            <a:avLst/>
          </a:prstGeom>
          <a:solidFill xmlns:a="http://schemas.openxmlformats.org/drawingml/2006/main">
            <a:srgbClr val="EAF1F7"/>
          </a:solidFill>
          <a:ln xmlns:a="http://schemas.openxmlformats.org/drawingml/2006/main" w="25400">
            <a:solidFill>
              <a:srgbClr val="2A5B84"/>
            </a:solidFill>
          </a:ln>
        </p:spPr>
      </p:sp>
      <p:sp>
        <p:nvSpPr>
          <p:cNvPr id="43" name="Shape 43">
            <a:extLst xmlns:a="http://schemas.openxmlformats.org/drawingml/2006/main">
              <a:ext uri="{FF2B5EF4-FFF2-40B4-BE49-F238E27FC236}">
                <a16:creationId xmlns:a16="http://schemas.microsoft.com/office/drawing/2014/main" id="{952121F2-CCA4-4FBF-B3F7-4D2F4055EEA0}"/>
              </a:ext>
            </a:extLst>
          </p:cNvPr>
          <p:cNvSpPr>
            <a:spLocks xmlns:a="http://schemas.openxmlformats.org/drawingml/2006/main" noGrp="1"/>
          </p:cNvSpPr>
          <p:nvPr/>
        </p:nvSpPr>
        <p:spPr>
          <a:xfrm xmlns:a="http://schemas.openxmlformats.org/drawingml/2006/main">
            <a:off x="9086850" y="4876800"/>
            <a:ext cx="495300" cy="4953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2A5B84"/>
            </a:solidFill>
          </a:ln>
        </p:spPr>
      </p:sp>
      <p:pic>
        <p:nvPicPr>
          <p:cNvPr id="100" name="Picture 44"/>
          <p:cNvPicPr>
            <a:picLocks xmlns:a="http://schemas.openxmlformats.org/drawingml/2006/main" noChangeAspect="1"/>
          </p:cNvPicPr>
          <p:nvPr/>
        </p:nvPicPr>
        <p:blipFill>
          <a:blip xmlns:r="http://schemas.openxmlformats.org/officeDocument/2006/relationships" xmlns:a="http://schemas.openxmlformats.org/drawingml/2006/main" r:embed="Rafb8037baca14985"/>
          <a:stretch xmlns:a="http://schemas.openxmlformats.org/drawingml/2006/main">
            <a:fillRect l="0" t="0" r="0" b="0"/>
          </a:stretch>
        </p:blipFill>
        <p:spPr>
          <a:xfrm xmlns:a="http://schemas.openxmlformats.org/drawingml/2006/main">
            <a:off x="9210675" y="5000625"/>
            <a:ext cx="247650" cy="247650"/>
          </a:xfrm>
          <a:prstGeom xmlns:a="http://schemas.openxmlformats.org/drawingml/2006/main" prst="rect">
            <a:avLst/>
          </a:prstGeom>
          <a:ln xmlns:a="http://schemas.openxmlformats.org/drawingml/2006/main">
            <a:noFill/>
          </a:ln>
        </p:spPr>
      </p:pic>
      <p:sp>
        <p:nvSpPr>
          <p:cNvPr id="45" name="Text 45">
            <a:extLst xmlns:a="http://schemas.openxmlformats.org/drawingml/2006/main">
              <a:ext uri="{FF2B5EF4-FFF2-40B4-BE49-F238E27FC236}">
                <a16:creationId xmlns:a16="http://schemas.microsoft.com/office/drawing/2014/main" id="{A0977349-608C-4986-840D-183FF4DDA5FE}"/>
              </a:ext>
            </a:extLst>
          </p:cNvPr>
          <p:cNvSpPr>
            <a:spLocks xmlns:a="http://schemas.openxmlformats.org/drawingml/2006/main" noGrp="1"/>
          </p:cNvSpPr>
          <p:nvPr/>
        </p:nvSpPr>
        <p:spPr>
          <a:xfrm xmlns:a="http://schemas.openxmlformats.org/drawingml/2006/main">
            <a:off x="9753600" y="4819650"/>
            <a:ext cx="2000250" cy="590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ctr">
              <a:buNone/>
            </a:pPr>
            <a:r>
              <a:rPr sz="1500" b="1">
                <a:solidFill>
                  <a:srgbClr val="17212B"/>
                </a:solidFill>
                <a:latin typeface="Arial"/>
                <a:ea typeface="Arial"/>
                <a:cs typeface="Arial"/>
              </a:rPr>
              <a:t>Grounding validator</a:t>
            </a:r>
            <a:endParaRPr sz="1500"/>
          </a:p>
          <a:p xmlns:a="http://schemas.openxmlformats.org/drawingml/2006/main">
            <a:pPr algn="ctr">
              <a:buNone/>
            </a:pPr>
            <a:r>
              <a:rPr sz="1500" b="1">
                <a:solidFill>
                  <a:srgbClr val="17212B"/>
                </a:solidFill>
                <a:latin typeface="Arial"/>
                <a:ea typeface="Arial"/>
                <a:cs typeface="Arial"/>
              </a:rPr>
              <a:t>and persisted history</a:t>
            </a:r>
            <a:endParaRPr sz="1500"/>
          </a:p>
        </p:txBody>
      </p:sp>
      <p:sp>
        <p:nvSpPr>
          <p:cNvPr id="46" name="Text 46">
            <a:extLst xmlns:a="http://schemas.openxmlformats.org/drawingml/2006/main">
              <a:ext uri="{FF2B5EF4-FFF2-40B4-BE49-F238E27FC236}">
                <a16:creationId xmlns:a16="http://schemas.microsoft.com/office/drawing/2014/main" id="{60E02F8B-2248-4F7B-98D2-464594D7A152}"/>
              </a:ext>
            </a:extLst>
          </p:cNvPr>
          <p:cNvSpPr>
            <a:spLocks xmlns:a="http://schemas.openxmlformats.org/drawingml/2006/main" noGrp="1"/>
          </p:cNvSpPr>
          <p:nvPr/>
        </p:nvSpPr>
        <p:spPr>
          <a:xfrm xmlns:a="http://schemas.openxmlformats.org/drawingml/2006/main">
            <a:off x="1028700" y="5734050"/>
            <a:ext cx="7620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400" b="1">
                <a:solidFill>
                  <a:srgbClr val="5D6873"/>
                </a:solidFill>
                <a:latin typeface="Arial"/>
                <a:ea typeface="Arial"/>
                <a:cs typeface="Arial"/>
              </a:rPr>
              <a:t>R5 local path sends no customer or policy content to an external provider</a:t>
            </a:r>
            <a:endParaRPr sz="1400"/>
          </a:p>
        </p:txBody>
      </p:sp>
      <p:sp>
        <p:nvSpPr>
          <p:cNvPr id="47" name="Text 47">
            <a:extLst xmlns:a="http://schemas.openxmlformats.org/drawingml/2006/main">
              <a:ext uri="{FF2B5EF4-FFF2-40B4-BE49-F238E27FC236}">
                <a16:creationId xmlns:a16="http://schemas.microsoft.com/office/drawing/2014/main" id="{7E3F8CED-A5DA-4497-BB02-ADE13AC60677}"/>
              </a:ext>
            </a:extLst>
          </p:cNvPr>
          <p:cNvSpPr>
            <a:spLocks xmlns:a="http://schemas.openxmlformats.org/drawingml/2006/main" noGrp="1"/>
          </p:cNvSpPr>
          <p:nvPr/>
        </p:nvSpPr>
        <p:spPr>
          <a:xfrm xmlns:a="http://schemas.openxmlformats.org/drawingml/2006/main">
            <a:off x="1028700" y="5981700"/>
            <a:ext cx="76200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a:solidFill>
                  <a:srgbClr val="981B1E"/>
                </a:solidFill>
                <a:latin typeface="Arial"/>
                <a:ea typeface="Arial"/>
                <a:cs typeface="Arial"/>
              </a:rPr>
              <a:t>Token estimate uses CL100K + 25% + margin, not the exact Ministral tokenizer</a:t>
            </a:r>
            <a:endParaRPr sz="1100"/>
          </a:p>
        </p:txBody>
      </p:sp>
      <p:sp>
        <p:nvSpPr>
          <p:cNvPr id="48" name="Connector 48">
            <a:extLst xmlns:a="http://schemas.openxmlformats.org/drawingml/2006/main">
              <a:ext uri="{FF2B5EF4-FFF2-40B4-BE49-F238E27FC236}">
                <a16:creationId xmlns:a16="http://schemas.microsoft.com/office/drawing/2014/main" id="{D368FB5C-C02D-4498-AC7C-95C6264751D8}"/>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BFC5CB"/>
            </a:solidFill>
          </a:ln>
        </p:spPr>
      </p:sp>
      <p:sp>
        <p:nvSpPr>
          <p:cNvPr id="49" name="Text 49">
            <a:extLst xmlns:a="http://schemas.openxmlformats.org/drawingml/2006/main">
              <a:ext uri="{FF2B5EF4-FFF2-40B4-BE49-F238E27FC236}">
                <a16:creationId xmlns:a16="http://schemas.microsoft.com/office/drawing/2014/main" id="{DCA65EAB-9087-439F-A39D-5C115DD7E17C}"/>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TECHNICAL APPENDIX</a:t>
            </a:r>
            <a:endParaRPr sz="1000"/>
          </a:p>
        </p:txBody>
      </p:sp>
      <p:sp>
        <p:nvSpPr>
          <p:cNvPr id="50" name="Text 50">
            <a:extLst xmlns:a="http://schemas.openxmlformats.org/drawingml/2006/main">
              <a:ext uri="{FF2B5EF4-FFF2-40B4-BE49-F238E27FC236}">
                <a16:creationId xmlns:a16="http://schemas.microsoft.com/office/drawing/2014/main" id="{9C9DAA7F-7F17-45E1-AD4A-D5CC6C2F2A6D}"/>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G</a:t>
            </a:r>
            <a:endParaRPr sz="1000"/>
          </a:p>
        </p:txBody>
      </p:sp>
    </p:spTree>
    <p:extLst>
      <p:ext uri="{BB962C8B-B14F-4D97-AF65-F5344CB8AC3E}">
        <p14:creationId xmlns:p14="http://schemas.microsoft.com/office/powerpoint/2010/main" val="410723953"/>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sp>
        <p:nvSpPr>
          <p:cNvPr id="2" name="Text 2">
            <a:extLst xmlns:a="http://schemas.openxmlformats.org/drawingml/2006/main">
              <a:ext uri="{FF2B5EF4-FFF2-40B4-BE49-F238E27FC236}">
                <a16:creationId xmlns:a16="http://schemas.microsoft.com/office/drawing/2014/main" id="{60AD7740-9F1A-48EE-83F3-56F8B450C683}"/>
              </a:ext>
            </a:extLst>
          </p:cNvPr>
          <p:cNvSpPr>
            <a:spLocks xmlns:a="http://schemas.openxmlformats.org/drawingml/2006/main" noGrp="1"/>
          </p:cNvSpPr>
          <p:nvPr/>
        </p:nvSpPr>
        <p:spPr>
          <a:xfrm xmlns:a="http://schemas.openxmlformats.org/drawingml/2006/main">
            <a:off x="571500" y="304800"/>
            <a:ext cx="1104900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180">
                <a:solidFill>
                  <a:srgbClr val="D71920"/>
                </a:solidFill>
                <a:latin typeface="Arial"/>
                <a:ea typeface="Arial"/>
                <a:cs typeface="Arial"/>
              </a:rPr>
              <a:t>APPENDIX H · VERIFICATION EVIDENCE</a:t>
            </a:r>
            <a:endParaRPr sz="1100"/>
          </a:p>
        </p:txBody>
      </p:sp>
      <p:sp>
        <p:nvSpPr>
          <p:cNvPr id="3" name="Text 3">
            <a:extLst xmlns:a="http://schemas.openxmlformats.org/drawingml/2006/main">
              <a:ext uri="{FF2B5EF4-FFF2-40B4-BE49-F238E27FC236}">
                <a16:creationId xmlns:a16="http://schemas.microsoft.com/office/drawing/2014/main" id="{5546CEED-7B94-4ADA-8114-60E2EBFC0CD1}"/>
              </a:ext>
            </a:extLst>
          </p:cNvPr>
          <p:cNvSpPr>
            <a:spLocks xmlns:a="http://schemas.openxmlformats.org/drawingml/2006/main" noGrp="1"/>
          </p:cNvSpPr>
          <p:nvPr/>
        </p:nvSpPr>
        <p:spPr>
          <a:xfrm xmlns:a="http://schemas.openxmlformats.org/drawingml/2006/main">
            <a:off x="552450" y="552450"/>
            <a:ext cx="11087100" cy="781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3000" b="1">
                <a:solidFill>
                  <a:srgbClr val="17212B"/>
                </a:solidFill>
                <a:latin typeface="Arial"/>
                <a:ea typeface="Arial"/>
                <a:cs typeface="Arial"/>
              </a:rPr>
              <a:t>Each behavior maps to the highest boundary that can prove it</a:t>
            </a:r>
            <a:endParaRPr sz="3000"/>
          </a:p>
        </p:txBody>
      </p:sp>
      <p:sp>
        <p:nvSpPr>
          <p:cNvPr id="4" name="Text 4">
            <a:extLst xmlns:a="http://schemas.openxmlformats.org/drawingml/2006/main">
              <a:ext uri="{FF2B5EF4-FFF2-40B4-BE49-F238E27FC236}">
                <a16:creationId xmlns:a16="http://schemas.microsoft.com/office/drawing/2014/main" id="{1D56F64B-146B-460F-9515-6EF0CBDD7836}"/>
              </a:ext>
            </a:extLst>
          </p:cNvPr>
          <p:cNvSpPr>
            <a:spLocks xmlns:a="http://schemas.openxmlformats.org/drawingml/2006/main" noGrp="1"/>
          </p:cNvSpPr>
          <p:nvPr/>
        </p:nvSpPr>
        <p:spPr>
          <a:xfrm xmlns:a="http://schemas.openxmlformats.org/drawingml/2006/main">
            <a:off x="666750" y="1562100"/>
            <a:ext cx="40957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90">
                <a:solidFill>
                  <a:srgbClr val="5D6873"/>
                </a:solidFill>
                <a:latin typeface="Arial"/>
                <a:ea typeface="Arial"/>
                <a:cs typeface="Arial"/>
              </a:rPr>
              <a:t>REVIEWER-VISIBLE BEHAVIOR</a:t>
            </a:r>
            <a:endParaRPr sz="1100"/>
          </a:p>
        </p:txBody>
      </p:sp>
      <p:sp>
        <p:nvSpPr>
          <p:cNvPr id="5" name="Text 5">
            <a:extLst xmlns:a="http://schemas.openxmlformats.org/drawingml/2006/main">
              <a:ext uri="{FF2B5EF4-FFF2-40B4-BE49-F238E27FC236}">
                <a16:creationId xmlns:a16="http://schemas.microsoft.com/office/drawing/2014/main" id="{BFE39C73-AE42-4432-90DC-29F1B021A444}"/>
              </a:ext>
            </a:extLst>
          </p:cNvPr>
          <p:cNvSpPr>
            <a:spLocks xmlns:a="http://schemas.openxmlformats.org/drawingml/2006/main" noGrp="1"/>
          </p:cNvSpPr>
          <p:nvPr/>
        </p:nvSpPr>
        <p:spPr>
          <a:xfrm xmlns:a="http://schemas.openxmlformats.org/drawingml/2006/main">
            <a:off x="6858000" y="1562100"/>
            <a:ext cx="4667250" cy="2095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100" b="1" spc="90">
                <a:solidFill>
                  <a:srgbClr val="5D6873"/>
                </a:solidFill>
                <a:latin typeface="Arial"/>
                <a:ea typeface="Arial"/>
                <a:cs typeface="Arial"/>
              </a:rPr>
              <a:t>EVIDENCE BOUNDARY</a:t>
            </a:r>
            <a:endParaRPr sz="1100"/>
          </a:p>
        </p:txBody>
      </p:sp>
      <p:sp>
        <p:nvSpPr>
          <p:cNvPr id="6" name="Shape 6">
            <a:extLst xmlns:a="http://schemas.openxmlformats.org/drawingml/2006/main">
              <a:ext uri="{FF2B5EF4-FFF2-40B4-BE49-F238E27FC236}">
                <a16:creationId xmlns:a16="http://schemas.microsoft.com/office/drawing/2014/main" id="{4DBEF421-309B-4E82-A0CF-AB1C65C77499}"/>
              </a:ext>
            </a:extLst>
          </p:cNvPr>
          <p:cNvSpPr>
            <a:spLocks xmlns:a="http://schemas.openxmlformats.org/drawingml/2006/main" noGrp="1"/>
          </p:cNvSpPr>
          <p:nvPr/>
        </p:nvSpPr>
        <p:spPr>
          <a:xfrm xmlns:a="http://schemas.openxmlformats.org/drawingml/2006/main">
            <a:off x="666750" y="1943100"/>
            <a:ext cx="4095750" cy="609600"/>
          </a:xfrm>
          <a:prstGeom xmlns:a="http://schemas.openxmlformats.org/drawingml/2006/main" prst="rect">
            <a:avLst/>
          </a:prstGeom>
          <a:solidFill xmlns:a="http://schemas.openxmlformats.org/drawingml/2006/main">
            <a:srgbClr val="FFFFFF"/>
          </a:solidFill>
          <a:ln xmlns:a="http://schemas.openxmlformats.org/drawingml/2006/main" w="25400">
            <a:solidFill>
              <a:srgbClr val="D71920"/>
            </a:solidFill>
          </a:ln>
        </p:spPr>
      </p:sp>
      <p:sp>
        <p:nvSpPr>
          <p:cNvPr id="7" name="Shape 7">
            <a:extLst xmlns:a="http://schemas.openxmlformats.org/drawingml/2006/main">
              <a:ext uri="{FF2B5EF4-FFF2-40B4-BE49-F238E27FC236}">
                <a16:creationId xmlns:a16="http://schemas.microsoft.com/office/drawing/2014/main" id="{D9BAF798-47E3-4067-9D37-CC2EFB0CA1D3}"/>
              </a:ext>
            </a:extLst>
          </p:cNvPr>
          <p:cNvSpPr>
            <a:spLocks xmlns:a="http://schemas.openxmlformats.org/drawingml/2006/main" noGrp="1"/>
          </p:cNvSpPr>
          <p:nvPr/>
        </p:nvSpPr>
        <p:spPr>
          <a:xfrm xmlns:a="http://schemas.openxmlformats.org/drawingml/2006/main">
            <a:off x="666750" y="1943100"/>
            <a:ext cx="76200" cy="609600"/>
          </a:xfrm>
          <a:prstGeom xmlns:a="http://schemas.openxmlformats.org/drawingml/2006/main" prst="rect">
            <a:avLst/>
          </a:prstGeom>
          <a:solidFill xmlns:a="http://schemas.openxmlformats.org/drawingml/2006/main">
            <a:srgbClr val="D71920"/>
          </a:solidFill>
          <a:ln xmlns:a="http://schemas.openxmlformats.org/drawingml/2006/main" w="12700">
            <a:solidFill>
              <a:srgbClr val="D71920"/>
            </a:solidFill>
          </a:ln>
        </p:spPr>
      </p:sp>
      <p:sp>
        <p:nvSpPr>
          <p:cNvPr id="8" name="Shape 8">
            <a:extLst xmlns:a="http://schemas.openxmlformats.org/drawingml/2006/main">
              <a:ext uri="{FF2B5EF4-FFF2-40B4-BE49-F238E27FC236}">
                <a16:creationId xmlns:a16="http://schemas.microsoft.com/office/drawing/2014/main" id="{F84DC279-D79A-4A79-95DC-882697C8E0DE}"/>
              </a:ext>
            </a:extLst>
          </p:cNvPr>
          <p:cNvSpPr>
            <a:spLocks xmlns:a="http://schemas.openxmlformats.org/drawingml/2006/main" noGrp="1"/>
          </p:cNvSpPr>
          <p:nvPr/>
        </p:nvSpPr>
        <p:spPr>
          <a:xfrm xmlns:a="http://schemas.openxmlformats.org/drawingml/2006/main">
            <a:off x="876300" y="2038350"/>
            <a:ext cx="419100" cy="419100"/>
          </a:xfrm>
          <a:prstGeom xmlns:a="http://schemas.openxmlformats.org/drawingml/2006/main" prst="roundRect">
            <a:avLst/>
          </a:prstGeom>
          <a:solidFill xmlns:a="http://schemas.openxmlformats.org/drawingml/2006/main">
            <a:srgbClr val="F4F6F8"/>
          </a:solidFill>
          <a:ln xmlns:a="http://schemas.openxmlformats.org/drawingml/2006/main" w="19050">
            <a:solidFill>
              <a:srgbClr val="D71920"/>
            </a:solidFill>
          </a:ln>
        </p:spPr>
      </p:sp>
      <p:pic>
        <p:nvPicPr>
          <p:cNvPr id="66" name="Picture 9"/>
          <p:cNvPicPr>
            <a:picLocks xmlns:a="http://schemas.openxmlformats.org/drawingml/2006/main" noChangeAspect="1"/>
          </p:cNvPicPr>
          <p:nvPr/>
        </p:nvPicPr>
        <p:blipFill>
          <a:blip xmlns:r="http://schemas.openxmlformats.org/officeDocument/2006/relationships" xmlns:a="http://schemas.openxmlformats.org/drawingml/2006/main" r:embed="R3beb39e18f974365"/>
          <a:stretch xmlns:a="http://schemas.openxmlformats.org/drawingml/2006/main">
            <a:fillRect l="0" t="0" r="0" b="0"/>
          </a:stretch>
        </p:blipFill>
        <p:spPr>
          <a:xfrm xmlns:a="http://schemas.openxmlformats.org/drawingml/2006/main">
            <a:off x="981075" y="2143125"/>
            <a:ext cx="209550" cy="209550"/>
          </a:xfrm>
          <a:prstGeom xmlns:a="http://schemas.openxmlformats.org/drawingml/2006/main" prst="rect">
            <a:avLst/>
          </a:prstGeom>
          <a:ln xmlns:a="http://schemas.openxmlformats.org/drawingml/2006/main">
            <a:noFill/>
          </a:ln>
        </p:spPr>
      </p:pic>
      <p:sp>
        <p:nvSpPr>
          <p:cNvPr id="10" name="Text 10">
            <a:extLst xmlns:a="http://schemas.openxmlformats.org/drawingml/2006/main">
              <a:ext uri="{FF2B5EF4-FFF2-40B4-BE49-F238E27FC236}">
                <a16:creationId xmlns:a16="http://schemas.microsoft.com/office/drawing/2014/main" id="{FC053F1D-A48D-4C93-8DA4-B871B5DF547C}"/>
              </a:ext>
            </a:extLst>
          </p:cNvPr>
          <p:cNvSpPr>
            <a:spLocks xmlns:a="http://schemas.openxmlformats.org/drawingml/2006/main" noGrp="1"/>
          </p:cNvSpPr>
          <p:nvPr/>
        </p:nvSpPr>
        <p:spPr>
          <a:xfrm xmlns:a="http://schemas.openxmlformats.org/drawingml/2006/main">
            <a:off x="1447800" y="2057400"/>
            <a:ext cx="308610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400" b="1">
                <a:solidFill>
                  <a:srgbClr val="17212B"/>
                </a:solidFill>
                <a:latin typeface="Arial"/>
                <a:ea typeface="Arial"/>
                <a:cs typeface="Arial"/>
              </a:rPr>
              <a:t>Operator can log in and reopen history</a:t>
            </a:r>
            <a:endParaRPr sz="1400"/>
          </a:p>
        </p:txBody>
      </p:sp>
      <p:sp>
        <p:nvSpPr>
          <p:cNvPr id="11" name="Connector 11">
            <a:extLst xmlns:a="http://schemas.openxmlformats.org/drawingml/2006/main">
              <a:ext uri="{FF2B5EF4-FFF2-40B4-BE49-F238E27FC236}">
                <a16:creationId xmlns:a16="http://schemas.microsoft.com/office/drawing/2014/main" id="{D5EB03E2-2C1E-45F5-98D5-CFB8B4F70E96}"/>
              </a:ext>
            </a:extLst>
          </p:cNvPr>
          <p:cNvSpPr>
            <a:spLocks xmlns:a="http://schemas.openxmlformats.org/drawingml/2006/main" noGrp="1"/>
          </p:cNvSpPr>
          <p:nvPr/>
        </p:nvSpPr>
        <p:spPr>
          <a:xfrm xmlns:a="http://schemas.openxmlformats.org/drawingml/2006/main">
            <a:off x="4762500" y="2247900"/>
            <a:ext cx="2095500" cy="0"/>
          </a:xfrm>
          <a:prstGeom xmlns:a="http://schemas.openxmlformats.org/drawingml/2006/main" prst="line">
            <a:avLst/>
          </a:prstGeom>
          <a:ln xmlns:a="http://schemas.openxmlformats.org/drawingml/2006/main" w="38100">
            <a:solidFill>
              <a:srgbClr val="D71920"/>
            </a:solidFill>
            <a:tailEnd type="triangle"/>
          </a:ln>
        </p:spPr>
      </p:sp>
      <p:sp>
        <p:nvSpPr>
          <p:cNvPr id="12" name="Shape 12">
            <a:extLst xmlns:a="http://schemas.openxmlformats.org/drawingml/2006/main">
              <a:ext uri="{FF2B5EF4-FFF2-40B4-BE49-F238E27FC236}">
                <a16:creationId xmlns:a16="http://schemas.microsoft.com/office/drawing/2014/main" id="{8A52BA45-B227-4422-BD39-A5848A5D0FA9}"/>
              </a:ext>
            </a:extLst>
          </p:cNvPr>
          <p:cNvSpPr>
            <a:spLocks xmlns:a="http://schemas.openxmlformats.org/drawingml/2006/main" noGrp="1"/>
          </p:cNvSpPr>
          <p:nvPr/>
        </p:nvSpPr>
        <p:spPr>
          <a:xfrm xmlns:a="http://schemas.openxmlformats.org/drawingml/2006/main">
            <a:off x="6858000" y="1943100"/>
            <a:ext cx="4667250" cy="609600"/>
          </a:xfrm>
          <a:prstGeom xmlns:a="http://schemas.openxmlformats.org/drawingml/2006/main" prst="rect">
            <a:avLst/>
          </a:prstGeom>
          <a:solidFill xmlns:a="http://schemas.openxmlformats.org/drawingml/2006/main">
            <a:srgbClr val="F4F6F8"/>
          </a:solidFill>
          <a:ln xmlns:a="http://schemas.openxmlformats.org/drawingml/2006/main" w="25400">
            <a:solidFill>
              <a:srgbClr val="D71920"/>
            </a:solidFill>
          </a:ln>
        </p:spPr>
      </p:sp>
      <p:sp>
        <p:nvSpPr>
          <p:cNvPr id="13" name="Shape 13">
            <a:extLst xmlns:a="http://schemas.openxmlformats.org/drawingml/2006/main">
              <a:ext uri="{FF2B5EF4-FFF2-40B4-BE49-F238E27FC236}">
                <a16:creationId xmlns:a16="http://schemas.microsoft.com/office/drawing/2014/main" id="{808753B9-AAEA-44E8-AAB0-208639C1B792}"/>
              </a:ext>
            </a:extLst>
          </p:cNvPr>
          <p:cNvSpPr>
            <a:spLocks xmlns:a="http://schemas.openxmlformats.org/drawingml/2006/main" noGrp="1"/>
          </p:cNvSpPr>
          <p:nvPr/>
        </p:nvSpPr>
        <p:spPr>
          <a:xfrm xmlns:a="http://schemas.openxmlformats.org/drawingml/2006/main">
            <a:off x="7067550" y="2038350"/>
            <a:ext cx="419100" cy="4191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D71920"/>
            </a:solidFill>
          </a:ln>
        </p:spPr>
      </p:sp>
      <p:pic>
        <p:nvPicPr>
          <p:cNvPr id="71" name="Picture 14"/>
          <p:cNvPicPr>
            <a:picLocks xmlns:a="http://schemas.openxmlformats.org/drawingml/2006/main" noChangeAspect="1"/>
          </p:cNvPicPr>
          <p:nvPr/>
        </p:nvPicPr>
        <p:blipFill>
          <a:blip xmlns:r="http://schemas.openxmlformats.org/officeDocument/2006/relationships" xmlns:a="http://schemas.openxmlformats.org/drawingml/2006/main" r:embed="Rc6570cc5721649c8"/>
          <a:stretch xmlns:a="http://schemas.openxmlformats.org/drawingml/2006/main">
            <a:fillRect l="0" t="0" r="0" b="0"/>
          </a:stretch>
        </p:blipFill>
        <p:spPr>
          <a:xfrm xmlns:a="http://schemas.openxmlformats.org/drawingml/2006/main">
            <a:off x="7172325" y="2143125"/>
            <a:ext cx="209550" cy="209550"/>
          </a:xfrm>
          <a:prstGeom xmlns:a="http://schemas.openxmlformats.org/drawingml/2006/main" prst="rect">
            <a:avLst/>
          </a:prstGeom>
          <a:ln xmlns:a="http://schemas.openxmlformats.org/drawingml/2006/main">
            <a:noFill/>
          </a:ln>
        </p:spPr>
      </p:pic>
      <p:sp>
        <p:nvSpPr>
          <p:cNvPr id="15" name="Text 15">
            <a:extLst xmlns:a="http://schemas.openxmlformats.org/drawingml/2006/main">
              <a:ext uri="{FF2B5EF4-FFF2-40B4-BE49-F238E27FC236}">
                <a16:creationId xmlns:a16="http://schemas.microsoft.com/office/drawing/2014/main" id="{04E485DC-477A-4C84-910D-33F81991248D}"/>
              </a:ext>
            </a:extLst>
          </p:cNvPr>
          <p:cNvSpPr>
            <a:spLocks xmlns:a="http://schemas.openxmlformats.org/drawingml/2006/main" noGrp="1"/>
          </p:cNvSpPr>
          <p:nvPr/>
        </p:nvSpPr>
        <p:spPr>
          <a:xfrm xmlns:a="http://schemas.openxmlformats.org/drawingml/2006/main">
            <a:off x="7639050" y="2057400"/>
            <a:ext cx="363855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400" b="1">
                <a:solidFill>
                  <a:srgbClr val="D71920"/>
                </a:solidFill>
                <a:latin typeface="Arial"/>
                <a:ea typeface="Arial"/>
                <a:cs typeface="Arial"/>
              </a:rPr>
              <a:t>Playwright against the packaged topology</a:t>
            </a:r>
            <a:endParaRPr sz="1400"/>
          </a:p>
        </p:txBody>
      </p:sp>
      <p:sp>
        <p:nvSpPr>
          <p:cNvPr id="16" name="Shape 16">
            <a:extLst xmlns:a="http://schemas.openxmlformats.org/drawingml/2006/main">
              <a:ext uri="{FF2B5EF4-FFF2-40B4-BE49-F238E27FC236}">
                <a16:creationId xmlns:a16="http://schemas.microsoft.com/office/drawing/2014/main" id="{32BF1AF3-7AA2-4A10-97DB-37A94AEC9F31}"/>
              </a:ext>
            </a:extLst>
          </p:cNvPr>
          <p:cNvSpPr>
            <a:spLocks xmlns:a="http://schemas.openxmlformats.org/drawingml/2006/main" noGrp="1"/>
          </p:cNvSpPr>
          <p:nvPr/>
        </p:nvSpPr>
        <p:spPr>
          <a:xfrm xmlns:a="http://schemas.openxmlformats.org/drawingml/2006/main">
            <a:off x="666750" y="2857500"/>
            <a:ext cx="4095750" cy="609600"/>
          </a:xfrm>
          <a:prstGeom xmlns:a="http://schemas.openxmlformats.org/drawingml/2006/main" prst="rect">
            <a:avLst/>
          </a:prstGeom>
          <a:solidFill xmlns:a="http://schemas.openxmlformats.org/drawingml/2006/main">
            <a:srgbClr val="FFFFFF"/>
          </a:solidFill>
          <a:ln xmlns:a="http://schemas.openxmlformats.org/drawingml/2006/main" w="25400">
            <a:solidFill>
              <a:srgbClr val="1F7A5A"/>
            </a:solidFill>
          </a:ln>
        </p:spPr>
      </p:sp>
      <p:sp>
        <p:nvSpPr>
          <p:cNvPr id="17" name="Shape 17">
            <a:extLst xmlns:a="http://schemas.openxmlformats.org/drawingml/2006/main">
              <a:ext uri="{FF2B5EF4-FFF2-40B4-BE49-F238E27FC236}">
                <a16:creationId xmlns:a16="http://schemas.microsoft.com/office/drawing/2014/main" id="{4658BA9D-C837-418D-AB64-0BFC5B9A861D}"/>
              </a:ext>
            </a:extLst>
          </p:cNvPr>
          <p:cNvSpPr>
            <a:spLocks xmlns:a="http://schemas.openxmlformats.org/drawingml/2006/main" noGrp="1"/>
          </p:cNvSpPr>
          <p:nvPr/>
        </p:nvSpPr>
        <p:spPr>
          <a:xfrm xmlns:a="http://schemas.openxmlformats.org/drawingml/2006/main">
            <a:off x="666750" y="2857500"/>
            <a:ext cx="76200" cy="609600"/>
          </a:xfrm>
          <a:prstGeom xmlns:a="http://schemas.openxmlformats.org/drawingml/2006/main" prst="rect">
            <a:avLst/>
          </a:prstGeom>
          <a:solidFill xmlns:a="http://schemas.openxmlformats.org/drawingml/2006/main">
            <a:srgbClr val="1F7A5A"/>
          </a:solidFill>
          <a:ln xmlns:a="http://schemas.openxmlformats.org/drawingml/2006/main" w="12700">
            <a:solidFill>
              <a:srgbClr val="1F7A5A"/>
            </a:solidFill>
          </a:ln>
        </p:spPr>
      </p:sp>
      <p:sp>
        <p:nvSpPr>
          <p:cNvPr id="18" name="Shape 18">
            <a:extLst xmlns:a="http://schemas.openxmlformats.org/drawingml/2006/main">
              <a:ext uri="{FF2B5EF4-FFF2-40B4-BE49-F238E27FC236}">
                <a16:creationId xmlns:a16="http://schemas.microsoft.com/office/drawing/2014/main" id="{BC0B39AD-1D66-40FA-8A20-99F69063E84C}"/>
              </a:ext>
            </a:extLst>
          </p:cNvPr>
          <p:cNvSpPr>
            <a:spLocks xmlns:a="http://schemas.openxmlformats.org/drawingml/2006/main" noGrp="1"/>
          </p:cNvSpPr>
          <p:nvPr/>
        </p:nvSpPr>
        <p:spPr>
          <a:xfrm xmlns:a="http://schemas.openxmlformats.org/drawingml/2006/main">
            <a:off x="876300" y="2952750"/>
            <a:ext cx="419100" cy="419100"/>
          </a:xfrm>
          <a:prstGeom xmlns:a="http://schemas.openxmlformats.org/drawingml/2006/main" prst="roundRect">
            <a:avLst/>
          </a:prstGeom>
          <a:solidFill xmlns:a="http://schemas.openxmlformats.org/drawingml/2006/main">
            <a:srgbClr val="F4F6F8"/>
          </a:solidFill>
          <a:ln xmlns:a="http://schemas.openxmlformats.org/drawingml/2006/main" w="19050">
            <a:solidFill>
              <a:srgbClr val="1F7A5A"/>
            </a:solidFill>
          </a:ln>
        </p:spPr>
      </p:sp>
      <p:pic>
        <p:nvPicPr>
          <p:cNvPr id="76" name="Picture 19"/>
          <p:cNvPicPr>
            <a:picLocks xmlns:a="http://schemas.openxmlformats.org/drawingml/2006/main" noChangeAspect="1"/>
          </p:cNvPicPr>
          <p:nvPr/>
        </p:nvPicPr>
        <p:blipFill>
          <a:blip xmlns:r="http://schemas.openxmlformats.org/officeDocument/2006/relationships" xmlns:a="http://schemas.openxmlformats.org/drawingml/2006/main" r:embed="Rc5db7b392cf64dcb"/>
          <a:stretch xmlns:a="http://schemas.openxmlformats.org/drawingml/2006/main">
            <a:fillRect l="0" t="0" r="0" b="0"/>
          </a:stretch>
        </p:blipFill>
        <p:spPr>
          <a:xfrm xmlns:a="http://schemas.openxmlformats.org/drawingml/2006/main">
            <a:off x="981075" y="3057525"/>
            <a:ext cx="209550" cy="209550"/>
          </a:xfrm>
          <a:prstGeom xmlns:a="http://schemas.openxmlformats.org/drawingml/2006/main" prst="rect">
            <a:avLst/>
          </a:prstGeom>
          <a:ln xmlns:a="http://schemas.openxmlformats.org/drawingml/2006/main">
            <a:noFill/>
          </a:ln>
        </p:spPr>
      </p:pic>
      <p:sp>
        <p:nvSpPr>
          <p:cNvPr id="20" name="Text 20">
            <a:extLst xmlns:a="http://schemas.openxmlformats.org/drawingml/2006/main">
              <a:ext uri="{FF2B5EF4-FFF2-40B4-BE49-F238E27FC236}">
                <a16:creationId xmlns:a16="http://schemas.microsoft.com/office/drawing/2014/main" id="{7A44EE92-52E9-4B20-9D9A-195E95A8067A}"/>
              </a:ext>
            </a:extLst>
          </p:cNvPr>
          <p:cNvSpPr>
            <a:spLocks xmlns:a="http://schemas.openxmlformats.org/drawingml/2006/main" noGrp="1"/>
          </p:cNvSpPr>
          <p:nvPr/>
        </p:nvSpPr>
        <p:spPr>
          <a:xfrm xmlns:a="http://schemas.openxmlformats.org/drawingml/2006/main">
            <a:off x="1447800" y="2971800"/>
            <a:ext cx="308610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400" b="1">
                <a:solidFill>
                  <a:srgbClr val="17212B"/>
                </a:solidFill>
                <a:latin typeface="Arial"/>
                <a:ea typeface="Arial"/>
                <a:cs typeface="Arial"/>
              </a:rPr>
              <a:t>Retrieved policy chunks remain attributable</a:t>
            </a:r>
            <a:endParaRPr sz="1400"/>
          </a:p>
        </p:txBody>
      </p:sp>
      <p:sp>
        <p:nvSpPr>
          <p:cNvPr id="21" name="Connector 21">
            <a:extLst xmlns:a="http://schemas.openxmlformats.org/drawingml/2006/main">
              <a:ext uri="{FF2B5EF4-FFF2-40B4-BE49-F238E27FC236}">
                <a16:creationId xmlns:a16="http://schemas.microsoft.com/office/drawing/2014/main" id="{E21B4BDB-B5B3-4504-B8AE-73ADA79C2FCC}"/>
              </a:ext>
            </a:extLst>
          </p:cNvPr>
          <p:cNvSpPr>
            <a:spLocks xmlns:a="http://schemas.openxmlformats.org/drawingml/2006/main" noGrp="1"/>
          </p:cNvSpPr>
          <p:nvPr/>
        </p:nvSpPr>
        <p:spPr>
          <a:xfrm xmlns:a="http://schemas.openxmlformats.org/drawingml/2006/main">
            <a:off x="4762500" y="3162300"/>
            <a:ext cx="2095500" cy="0"/>
          </a:xfrm>
          <a:prstGeom xmlns:a="http://schemas.openxmlformats.org/drawingml/2006/main" prst="line">
            <a:avLst/>
          </a:prstGeom>
          <a:ln xmlns:a="http://schemas.openxmlformats.org/drawingml/2006/main" w="38100">
            <a:solidFill>
              <a:srgbClr val="1F7A5A"/>
            </a:solidFill>
            <a:tailEnd type="triangle"/>
          </a:ln>
        </p:spPr>
      </p:sp>
      <p:sp>
        <p:nvSpPr>
          <p:cNvPr id="22" name="Shape 22">
            <a:extLst xmlns:a="http://schemas.openxmlformats.org/drawingml/2006/main">
              <a:ext uri="{FF2B5EF4-FFF2-40B4-BE49-F238E27FC236}">
                <a16:creationId xmlns:a16="http://schemas.microsoft.com/office/drawing/2014/main" id="{555990F8-B8AE-4973-854E-94F895B1DEC9}"/>
              </a:ext>
            </a:extLst>
          </p:cNvPr>
          <p:cNvSpPr>
            <a:spLocks xmlns:a="http://schemas.openxmlformats.org/drawingml/2006/main" noGrp="1"/>
          </p:cNvSpPr>
          <p:nvPr/>
        </p:nvSpPr>
        <p:spPr>
          <a:xfrm xmlns:a="http://schemas.openxmlformats.org/drawingml/2006/main">
            <a:off x="6858000" y="2857500"/>
            <a:ext cx="4667250" cy="609600"/>
          </a:xfrm>
          <a:prstGeom xmlns:a="http://schemas.openxmlformats.org/drawingml/2006/main" prst="rect">
            <a:avLst/>
          </a:prstGeom>
          <a:solidFill xmlns:a="http://schemas.openxmlformats.org/drawingml/2006/main">
            <a:srgbClr val="F4F6F8"/>
          </a:solidFill>
          <a:ln xmlns:a="http://schemas.openxmlformats.org/drawingml/2006/main" w="25400">
            <a:solidFill>
              <a:srgbClr val="1F7A5A"/>
            </a:solidFill>
          </a:ln>
        </p:spPr>
      </p:sp>
      <p:sp>
        <p:nvSpPr>
          <p:cNvPr id="23" name="Shape 23">
            <a:extLst xmlns:a="http://schemas.openxmlformats.org/drawingml/2006/main">
              <a:ext uri="{FF2B5EF4-FFF2-40B4-BE49-F238E27FC236}">
                <a16:creationId xmlns:a16="http://schemas.microsoft.com/office/drawing/2014/main" id="{C9D83159-B29B-4C42-BC1E-07450CB23C7B}"/>
              </a:ext>
            </a:extLst>
          </p:cNvPr>
          <p:cNvSpPr>
            <a:spLocks xmlns:a="http://schemas.openxmlformats.org/drawingml/2006/main" noGrp="1"/>
          </p:cNvSpPr>
          <p:nvPr/>
        </p:nvSpPr>
        <p:spPr>
          <a:xfrm xmlns:a="http://schemas.openxmlformats.org/drawingml/2006/main">
            <a:off x="7067550" y="2952750"/>
            <a:ext cx="419100" cy="4191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F7A5A"/>
            </a:solidFill>
          </a:ln>
        </p:spPr>
      </p:sp>
      <p:pic>
        <p:nvPicPr>
          <p:cNvPr id="81" name="Picture 24"/>
          <p:cNvPicPr>
            <a:picLocks xmlns:a="http://schemas.openxmlformats.org/drawingml/2006/main" noChangeAspect="1"/>
          </p:cNvPicPr>
          <p:nvPr/>
        </p:nvPicPr>
        <p:blipFill>
          <a:blip xmlns:r="http://schemas.openxmlformats.org/officeDocument/2006/relationships" xmlns:a="http://schemas.openxmlformats.org/drawingml/2006/main" r:embed="Rda9ddc3673954d59"/>
          <a:stretch xmlns:a="http://schemas.openxmlformats.org/drawingml/2006/main">
            <a:fillRect l="0" t="0" r="0" b="0"/>
          </a:stretch>
        </p:blipFill>
        <p:spPr>
          <a:xfrm xmlns:a="http://schemas.openxmlformats.org/drawingml/2006/main">
            <a:off x="7172325" y="3057525"/>
            <a:ext cx="209550" cy="209550"/>
          </a:xfrm>
          <a:prstGeom xmlns:a="http://schemas.openxmlformats.org/drawingml/2006/main" prst="rect">
            <a:avLst/>
          </a:prstGeom>
          <a:ln xmlns:a="http://schemas.openxmlformats.org/drawingml/2006/main">
            <a:noFill/>
          </a:ln>
        </p:spPr>
      </p:pic>
      <p:sp>
        <p:nvSpPr>
          <p:cNvPr id="25" name="Text 25">
            <a:extLst xmlns:a="http://schemas.openxmlformats.org/drawingml/2006/main">
              <a:ext uri="{FF2B5EF4-FFF2-40B4-BE49-F238E27FC236}">
                <a16:creationId xmlns:a16="http://schemas.microsoft.com/office/drawing/2014/main" id="{75D8FC25-C602-4A09-AE7B-5C8C41AB3B0F}"/>
              </a:ext>
            </a:extLst>
          </p:cNvPr>
          <p:cNvSpPr>
            <a:spLocks xmlns:a="http://schemas.openxmlformats.org/drawingml/2006/main" noGrp="1"/>
          </p:cNvSpPr>
          <p:nvPr/>
        </p:nvSpPr>
        <p:spPr>
          <a:xfrm xmlns:a="http://schemas.openxmlformats.org/drawingml/2006/main">
            <a:off x="7639050" y="2971800"/>
            <a:ext cx="363855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400" b="1">
                <a:solidFill>
                  <a:srgbClr val="1F7A5A"/>
                </a:solidFill>
                <a:latin typeface="Arial"/>
                <a:ea typeface="Arial"/>
                <a:cs typeface="Arial"/>
              </a:rPr>
              <a:t>PostgreSQL and pgvector integration</a:t>
            </a:r>
            <a:endParaRPr sz="1400"/>
          </a:p>
        </p:txBody>
      </p:sp>
      <p:sp>
        <p:nvSpPr>
          <p:cNvPr id="26" name="Shape 26">
            <a:extLst xmlns:a="http://schemas.openxmlformats.org/drawingml/2006/main">
              <a:ext uri="{FF2B5EF4-FFF2-40B4-BE49-F238E27FC236}">
                <a16:creationId xmlns:a16="http://schemas.microsoft.com/office/drawing/2014/main" id="{B0C3F6B2-91FF-48E5-B267-52894310B29A}"/>
              </a:ext>
            </a:extLst>
          </p:cNvPr>
          <p:cNvSpPr>
            <a:spLocks xmlns:a="http://schemas.openxmlformats.org/drawingml/2006/main" noGrp="1"/>
          </p:cNvSpPr>
          <p:nvPr/>
        </p:nvSpPr>
        <p:spPr>
          <a:xfrm xmlns:a="http://schemas.openxmlformats.org/drawingml/2006/main">
            <a:off x="666750" y="3771900"/>
            <a:ext cx="4095750" cy="609600"/>
          </a:xfrm>
          <a:prstGeom xmlns:a="http://schemas.openxmlformats.org/drawingml/2006/main" prst="rect">
            <a:avLst/>
          </a:prstGeom>
          <a:solidFill xmlns:a="http://schemas.openxmlformats.org/drawingml/2006/main">
            <a:srgbClr val="FFFFFF"/>
          </a:solidFill>
          <a:ln xmlns:a="http://schemas.openxmlformats.org/drawingml/2006/main" w="25400">
            <a:solidFill>
              <a:srgbClr val="2A5B84"/>
            </a:solidFill>
          </a:ln>
        </p:spPr>
      </p:sp>
      <p:sp>
        <p:nvSpPr>
          <p:cNvPr id="27" name="Shape 27">
            <a:extLst xmlns:a="http://schemas.openxmlformats.org/drawingml/2006/main">
              <a:ext uri="{FF2B5EF4-FFF2-40B4-BE49-F238E27FC236}">
                <a16:creationId xmlns:a16="http://schemas.microsoft.com/office/drawing/2014/main" id="{9F28534B-5B9E-4947-AB20-FC900DEE39B4}"/>
              </a:ext>
            </a:extLst>
          </p:cNvPr>
          <p:cNvSpPr>
            <a:spLocks xmlns:a="http://schemas.openxmlformats.org/drawingml/2006/main" noGrp="1"/>
          </p:cNvSpPr>
          <p:nvPr/>
        </p:nvSpPr>
        <p:spPr>
          <a:xfrm xmlns:a="http://schemas.openxmlformats.org/drawingml/2006/main">
            <a:off x="666750" y="3771900"/>
            <a:ext cx="76200" cy="609600"/>
          </a:xfrm>
          <a:prstGeom xmlns:a="http://schemas.openxmlformats.org/drawingml/2006/main" prst="rect">
            <a:avLst/>
          </a:prstGeom>
          <a:solidFill xmlns:a="http://schemas.openxmlformats.org/drawingml/2006/main">
            <a:srgbClr val="2A5B84"/>
          </a:solidFill>
          <a:ln xmlns:a="http://schemas.openxmlformats.org/drawingml/2006/main" w="12700">
            <a:solidFill>
              <a:srgbClr val="2A5B84"/>
            </a:solidFill>
          </a:ln>
        </p:spPr>
      </p:sp>
      <p:sp>
        <p:nvSpPr>
          <p:cNvPr id="28" name="Shape 28">
            <a:extLst xmlns:a="http://schemas.openxmlformats.org/drawingml/2006/main">
              <a:ext uri="{FF2B5EF4-FFF2-40B4-BE49-F238E27FC236}">
                <a16:creationId xmlns:a16="http://schemas.microsoft.com/office/drawing/2014/main" id="{A25A03AB-D5F8-48E5-A334-F9970F56B929}"/>
              </a:ext>
            </a:extLst>
          </p:cNvPr>
          <p:cNvSpPr>
            <a:spLocks xmlns:a="http://schemas.openxmlformats.org/drawingml/2006/main" noGrp="1"/>
          </p:cNvSpPr>
          <p:nvPr/>
        </p:nvSpPr>
        <p:spPr>
          <a:xfrm xmlns:a="http://schemas.openxmlformats.org/drawingml/2006/main">
            <a:off x="876300" y="3867150"/>
            <a:ext cx="419100" cy="419100"/>
          </a:xfrm>
          <a:prstGeom xmlns:a="http://schemas.openxmlformats.org/drawingml/2006/main" prst="roundRect">
            <a:avLst/>
          </a:prstGeom>
          <a:solidFill xmlns:a="http://schemas.openxmlformats.org/drawingml/2006/main">
            <a:srgbClr val="F4F6F8"/>
          </a:solidFill>
          <a:ln xmlns:a="http://schemas.openxmlformats.org/drawingml/2006/main" w="19050">
            <a:solidFill>
              <a:srgbClr val="2A5B84"/>
            </a:solidFill>
          </a:ln>
        </p:spPr>
      </p:sp>
      <p:pic>
        <p:nvPicPr>
          <p:cNvPr id="86" name="Picture 29"/>
          <p:cNvPicPr>
            <a:picLocks xmlns:a="http://schemas.openxmlformats.org/drawingml/2006/main" noChangeAspect="1"/>
          </p:cNvPicPr>
          <p:nvPr/>
        </p:nvPicPr>
        <p:blipFill>
          <a:blip xmlns:r="http://schemas.openxmlformats.org/officeDocument/2006/relationships" xmlns:a="http://schemas.openxmlformats.org/drawingml/2006/main" r:embed="R872301f9774c4fca"/>
          <a:stretch xmlns:a="http://schemas.openxmlformats.org/drawingml/2006/main">
            <a:fillRect l="0" t="0" r="0" b="0"/>
          </a:stretch>
        </p:blipFill>
        <p:spPr>
          <a:xfrm xmlns:a="http://schemas.openxmlformats.org/drawingml/2006/main">
            <a:off x="981075" y="3971925"/>
            <a:ext cx="209550" cy="209550"/>
          </a:xfrm>
          <a:prstGeom xmlns:a="http://schemas.openxmlformats.org/drawingml/2006/main" prst="rect">
            <a:avLst/>
          </a:prstGeom>
          <a:ln xmlns:a="http://schemas.openxmlformats.org/drawingml/2006/main">
            <a:noFill/>
          </a:ln>
        </p:spPr>
      </p:pic>
      <p:sp>
        <p:nvSpPr>
          <p:cNvPr id="30" name="Text 30">
            <a:extLst xmlns:a="http://schemas.openxmlformats.org/drawingml/2006/main">
              <a:ext uri="{FF2B5EF4-FFF2-40B4-BE49-F238E27FC236}">
                <a16:creationId xmlns:a16="http://schemas.microsoft.com/office/drawing/2014/main" id="{5C2503B2-05C6-4D2B-A402-646F61070D2A}"/>
              </a:ext>
            </a:extLst>
          </p:cNvPr>
          <p:cNvSpPr>
            <a:spLocks xmlns:a="http://schemas.openxmlformats.org/drawingml/2006/main" noGrp="1"/>
          </p:cNvSpPr>
          <p:nvPr/>
        </p:nvSpPr>
        <p:spPr>
          <a:xfrm xmlns:a="http://schemas.openxmlformats.org/drawingml/2006/main">
            <a:off x="1447800" y="3886200"/>
            <a:ext cx="308610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400" b="1">
                <a:solidFill>
                  <a:srgbClr val="17212B"/>
                </a:solidFill>
                <a:latin typeface="Arial"/>
                <a:ea typeface="Arial"/>
                <a:cs typeface="Arial"/>
              </a:rPr>
              <a:t>Adapters preserve the application contract</a:t>
            </a:r>
            <a:endParaRPr sz="1400"/>
          </a:p>
        </p:txBody>
      </p:sp>
      <p:sp>
        <p:nvSpPr>
          <p:cNvPr id="31" name="Connector 31">
            <a:extLst xmlns:a="http://schemas.openxmlformats.org/drawingml/2006/main">
              <a:ext uri="{FF2B5EF4-FFF2-40B4-BE49-F238E27FC236}">
                <a16:creationId xmlns:a16="http://schemas.microsoft.com/office/drawing/2014/main" id="{4976AA87-9377-419D-9512-AF1EE6D36D06}"/>
              </a:ext>
            </a:extLst>
          </p:cNvPr>
          <p:cNvSpPr>
            <a:spLocks xmlns:a="http://schemas.openxmlformats.org/drawingml/2006/main" noGrp="1"/>
          </p:cNvSpPr>
          <p:nvPr/>
        </p:nvSpPr>
        <p:spPr>
          <a:xfrm xmlns:a="http://schemas.openxmlformats.org/drawingml/2006/main">
            <a:off x="4762500" y="4076700"/>
            <a:ext cx="2095500" cy="0"/>
          </a:xfrm>
          <a:prstGeom xmlns:a="http://schemas.openxmlformats.org/drawingml/2006/main" prst="line">
            <a:avLst/>
          </a:prstGeom>
          <a:ln xmlns:a="http://schemas.openxmlformats.org/drawingml/2006/main" w="38100">
            <a:solidFill>
              <a:srgbClr val="2A5B84"/>
            </a:solidFill>
            <a:tailEnd type="triangle"/>
          </a:ln>
        </p:spPr>
      </p:sp>
      <p:sp>
        <p:nvSpPr>
          <p:cNvPr id="32" name="Shape 32">
            <a:extLst xmlns:a="http://schemas.openxmlformats.org/drawingml/2006/main">
              <a:ext uri="{FF2B5EF4-FFF2-40B4-BE49-F238E27FC236}">
                <a16:creationId xmlns:a16="http://schemas.microsoft.com/office/drawing/2014/main" id="{5C36FEB8-0778-40D0-9F8F-F3ABC697295D}"/>
              </a:ext>
            </a:extLst>
          </p:cNvPr>
          <p:cNvSpPr>
            <a:spLocks xmlns:a="http://schemas.openxmlformats.org/drawingml/2006/main" noGrp="1"/>
          </p:cNvSpPr>
          <p:nvPr/>
        </p:nvSpPr>
        <p:spPr>
          <a:xfrm xmlns:a="http://schemas.openxmlformats.org/drawingml/2006/main">
            <a:off x="6858000" y="3771900"/>
            <a:ext cx="4667250" cy="609600"/>
          </a:xfrm>
          <a:prstGeom xmlns:a="http://schemas.openxmlformats.org/drawingml/2006/main" prst="rect">
            <a:avLst/>
          </a:prstGeom>
          <a:solidFill xmlns:a="http://schemas.openxmlformats.org/drawingml/2006/main">
            <a:srgbClr val="F4F6F8"/>
          </a:solidFill>
          <a:ln xmlns:a="http://schemas.openxmlformats.org/drawingml/2006/main" w="25400">
            <a:solidFill>
              <a:srgbClr val="2A5B84"/>
            </a:solidFill>
          </a:ln>
        </p:spPr>
      </p:sp>
      <p:sp>
        <p:nvSpPr>
          <p:cNvPr id="33" name="Shape 33">
            <a:extLst xmlns:a="http://schemas.openxmlformats.org/drawingml/2006/main">
              <a:ext uri="{FF2B5EF4-FFF2-40B4-BE49-F238E27FC236}">
                <a16:creationId xmlns:a16="http://schemas.microsoft.com/office/drawing/2014/main" id="{5B11F988-95DB-49D7-8FCD-CBE80D878B2E}"/>
              </a:ext>
            </a:extLst>
          </p:cNvPr>
          <p:cNvSpPr>
            <a:spLocks xmlns:a="http://schemas.openxmlformats.org/drawingml/2006/main" noGrp="1"/>
          </p:cNvSpPr>
          <p:nvPr/>
        </p:nvSpPr>
        <p:spPr>
          <a:xfrm xmlns:a="http://schemas.openxmlformats.org/drawingml/2006/main">
            <a:off x="7067550" y="3867150"/>
            <a:ext cx="419100" cy="4191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2A5B84"/>
            </a:solidFill>
          </a:ln>
        </p:spPr>
      </p:sp>
      <p:pic>
        <p:nvPicPr>
          <p:cNvPr id="91" name="Picture 34"/>
          <p:cNvPicPr>
            <a:picLocks xmlns:a="http://schemas.openxmlformats.org/drawingml/2006/main" noChangeAspect="1"/>
          </p:cNvPicPr>
          <p:nvPr/>
        </p:nvPicPr>
        <p:blipFill>
          <a:blip xmlns:r="http://schemas.openxmlformats.org/officeDocument/2006/relationships" xmlns:a="http://schemas.openxmlformats.org/drawingml/2006/main" r:embed="Rbb6c9021da56419a"/>
          <a:stretch xmlns:a="http://schemas.openxmlformats.org/drawingml/2006/main">
            <a:fillRect l="0" t="0" r="0" b="0"/>
          </a:stretch>
        </p:blipFill>
        <p:spPr>
          <a:xfrm xmlns:a="http://schemas.openxmlformats.org/drawingml/2006/main">
            <a:off x="7172325" y="3971925"/>
            <a:ext cx="209550" cy="209550"/>
          </a:xfrm>
          <a:prstGeom xmlns:a="http://schemas.openxmlformats.org/drawingml/2006/main" prst="rect">
            <a:avLst/>
          </a:prstGeom>
          <a:ln xmlns:a="http://schemas.openxmlformats.org/drawingml/2006/main">
            <a:noFill/>
          </a:ln>
        </p:spPr>
      </p:pic>
      <p:sp>
        <p:nvSpPr>
          <p:cNvPr id="35" name="Text 35">
            <a:extLst xmlns:a="http://schemas.openxmlformats.org/drawingml/2006/main">
              <a:ext uri="{FF2B5EF4-FFF2-40B4-BE49-F238E27FC236}">
                <a16:creationId xmlns:a16="http://schemas.microsoft.com/office/drawing/2014/main" id="{11456A3D-1672-4F38-B6BE-E4F8E1CDB269}"/>
              </a:ext>
            </a:extLst>
          </p:cNvPr>
          <p:cNvSpPr>
            <a:spLocks xmlns:a="http://schemas.openxmlformats.org/drawingml/2006/main" noGrp="1"/>
          </p:cNvSpPr>
          <p:nvPr/>
        </p:nvSpPr>
        <p:spPr>
          <a:xfrm xmlns:a="http://schemas.openxmlformats.org/drawingml/2006/main">
            <a:off x="7639050" y="3886200"/>
            <a:ext cx="363855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400" b="1">
                <a:solidFill>
                  <a:srgbClr val="2A5B84"/>
                </a:solidFill>
                <a:latin typeface="Arial"/>
                <a:ea typeface="Arial"/>
                <a:cs typeface="Arial"/>
              </a:rPr>
              <a:t>Port contract tests across substitutions</a:t>
            </a:r>
            <a:endParaRPr sz="1400"/>
          </a:p>
        </p:txBody>
      </p:sp>
      <p:sp>
        <p:nvSpPr>
          <p:cNvPr id="36" name="Shape 36">
            <a:extLst xmlns:a="http://schemas.openxmlformats.org/drawingml/2006/main">
              <a:ext uri="{FF2B5EF4-FFF2-40B4-BE49-F238E27FC236}">
                <a16:creationId xmlns:a16="http://schemas.microsoft.com/office/drawing/2014/main" id="{2890D86F-EEB9-49E9-AF41-9FA7B30BAD8B}"/>
              </a:ext>
            </a:extLst>
          </p:cNvPr>
          <p:cNvSpPr>
            <a:spLocks xmlns:a="http://schemas.openxmlformats.org/drawingml/2006/main" noGrp="1"/>
          </p:cNvSpPr>
          <p:nvPr/>
        </p:nvSpPr>
        <p:spPr>
          <a:xfrm xmlns:a="http://schemas.openxmlformats.org/drawingml/2006/main">
            <a:off x="666750" y="4686300"/>
            <a:ext cx="4095750" cy="609600"/>
          </a:xfrm>
          <a:prstGeom xmlns:a="http://schemas.openxmlformats.org/drawingml/2006/main" prst="rect">
            <a:avLst/>
          </a:prstGeom>
          <a:solidFill xmlns:a="http://schemas.openxmlformats.org/drawingml/2006/main">
            <a:srgbClr val="FFFFFF"/>
          </a:solidFill>
          <a:ln xmlns:a="http://schemas.openxmlformats.org/drawingml/2006/main" w="25400">
            <a:solidFill>
              <a:srgbClr val="17212B"/>
            </a:solidFill>
          </a:ln>
        </p:spPr>
      </p:sp>
      <p:sp>
        <p:nvSpPr>
          <p:cNvPr id="37" name="Shape 37">
            <a:extLst xmlns:a="http://schemas.openxmlformats.org/drawingml/2006/main">
              <a:ext uri="{FF2B5EF4-FFF2-40B4-BE49-F238E27FC236}">
                <a16:creationId xmlns:a16="http://schemas.microsoft.com/office/drawing/2014/main" id="{F7ABBEE8-0265-42A1-86F5-D873267513D5}"/>
              </a:ext>
            </a:extLst>
          </p:cNvPr>
          <p:cNvSpPr>
            <a:spLocks xmlns:a="http://schemas.openxmlformats.org/drawingml/2006/main" noGrp="1"/>
          </p:cNvSpPr>
          <p:nvPr/>
        </p:nvSpPr>
        <p:spPr>
          <a:xfrm xmlns:a="http://schemas.openxmlformats.org/drawingml/2006/main">
            <a:off x="666750" y="4686300"/>
            <a:ext cx="76200" cy="609600"/>
          </a:xfrm>
          <a:prstGeom xmlns:a="http://schemas.openxmlformats.org/drawingml/2006/main" prst="rect">
            <a:avLst/>
          </a:prstGeom>
          <a:solidFill xmlns:a="http://schemas.openxmlformats.org/drawingml/2006/main">
            <a:srgbClr val="17212B"/>
          </a:solidFill>
          <a:ln xmlns:a="http://schemas.openxmlformats.org/drawingml/2006/main" w="12700">
            <a:solidFill>
              <a:srgbClr val="17212B"/>
            </a:solidFill>
          </a:ln>
        </p:spPr>
      </p:sp>
      <p:sp>
        <p:nvSpPr>
          <p:cNvPr id="38" name="Shape 38">
            <a:extLst xmlns:a="http://schemas.openxmlformats.org/drawingml/2006/main">
              <a:ext uri="{FF2B5EF4-FFF2-40B4-BE49-F238E27FC236}">
                <a16:creationId xmlns:a16="http://schemas.microsoft.com/office/drawing/2014/main" id="{C98A616D-C122-492E-A497-46623F427E6D}"/>
              </a:ext>
            </a:extLst>
          </p:cNvPr>
          <p:cNvSpPr>
            <a:spLocks xmlns:a="http://schemas.openxmlformats.org/drawingml/2006/main" noGrp="1"/>
          </p:cNvSpPr>
          <p:nvPr/>
        </p:nvSpPr>
        <p:spPr>
          <a:xfrm xmlns:a="http://schemas.openxmlformats.org/drawingml/2006/main">
            <a:off x="876300" y="4781550"/>
            <a:ext cx="419100" cy="419100"/>
          </a:xfrm>
          <a:prstGeom xmlns:a="http://schemas.openxmlformats.org/drawingml/2006/main" prst="roundRect">
            <a:avLst/>
          </a:prstGeom>
          <a:solidFill xmlns:a="http://schemas.openxmlformats.org/drawingml/2006/main">
            <a:srgbClr val="F4F6F8"/>
          </a:solidFill>
          <a:ln xmlns:a="http://schemas.openxmlformats.org/drawingml/2006/main" w="19050">
            <a:solidFill>
              <a:srgbClr val="17212B"/>
            </a:solidFill>
          </a:ln>
        </p:spPr>
      </p:sp>
      <p:pic>
        <p:nvPicPr>
          <p:cNvPr id="96" name="Picture 39"/>
          <p:cNvPicPr>
            <a:picLocks xmlns:a="http://schemas.openxmlformats.org/drawingml/2006/main" noChangeAspect="1"/>
          </p:cNvPicPr>
          <p:nvPr/>
        </p:nvPicPr>
        <p:blipFill>
          <a:blip xmlns:r="http://schemas.openxmlformats.org/officeDocument/2006/relationships" xmlns:a="http://schemas.openxmlformats.org/drawingml/2006/main" r:embed="R208b11e1c7d34847"/>
          <a:stretch xmlns:a="http://schemas.openxmlformats.org/drawingml/2006/main">
            <a:fillRect l="0" t="0" r="0" b="0"/>
          </a:stretch>
        </p:blipFill>
        <p:spPr>
          <a:xfrm xmlns:a="http://schemas.openxmlformats.org/drawingml/2006/main">
            <a:off x="981075" y="4886325"/>
            <a:ext cx="209550" cy="209550"/>
          </a:xfrm>
          <a:prstGeom xmlns:a="http://schemas.openxmlformats.org/drawingml/2006/main" prst="rect">
            <a:avLst/>
          </a:prstGeom>
          <a:ln xmlns:a="http://schemas.openxmlformats.org/drawingml/2006/main">
            <a:noFill/>
          </a:ln>
        </p:spPr>
      </p:pic>
      <p:sp>
        <p:nvSpPr>
          <p:cNvPr id="40" name="Text 40">
            <a:extLst xmlns:a="http://schemas.openxmlformats.org/drawingml/2006/main">
              <a:ext uri="{FF2B5EF4-FFF2-40B4-BE49-F238E27FC236}">
                <a16:creationId xmlns:a16="http://schemas.microsoft.com/office/drawing/2014/main" id="{549E8236-8234-4C22-8DB1-4C3EEA8A6381}"/>
              </a:ext>
            </a:extLst>
          </p:cNvPr>
          <p:cNvSpPr>
            <a:spLocks xmlns:a="http://schemas.openxmlformats.org/drawingml/2006/main" noGrp="1"/>
          </p:cNvSpPr>
          <p:nvPr/>
        </p:nvSpPr>
        <p:spPr>
          <a:xfrm xmlns:a="http://schemas.openxmlformats.org/drawingml/2006/main">
            <a:off x="1447800" y="4800600"/>
            <a:ext cx="308610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400" b="1">
                <a:solidFill>
                  <a:srgbClr val="17212B"/>
                </a:solidFill>
                <a:latin typeface="Arial"/>
                <a:ea typeface="Arial"/>
                <a:cs typeface="Arial"/>
              </a:rPr>
              <a:t>Scores remain bounded and repeatable</a:t>
            </a:r>
            <a:endParaRPr sz="1400"/>
          </a:p>
        </p:txBody>
      </p:sp>
      <p:sp>
        <p:nvSpPr>
          <p:cNvPr id="41" name="Connector 41">
            <a:extLst xmlns:a="http://schemas.openxmlformats.org/drawingml/2006/main">
              <a:ext uri="{FF2B5EF4-FFF2-40B4-BE49-F238E27FC236}">
                <a16:creationId xmlns:a16="http://schemas.microsoft.com/office/drawing/2014/main" id="{65AF1FA0-758C-4114-9A15-AF317F57A91D}"/>
              </a:ext>
            </a:extLst>
          </p:cNvPr>
          <p:cNvSpPr>
            <a:spLocks xmlns:a="http://schemas.openxmlformats.org/drawingml/2006/main" noGrp="1"/>
          </p:cNvSpPr>
          <p:nvPr/>
        </p:nvSpPr>
        <p:spPr>
          <a:xfrm xmlns:a="http://schemas.openxmlformats.org/drawingml/2006/main">
            <a:off x="4762500" y="4991100"/>
            <a:ext cx="2095500" cy="0"/>
          </a:xfrm>
          <a:prstGeom xmlns:a="http://schemas.openxmlformats.org/drawingml/2006/main" prst="line">
            <a:avLst/>
          </a:prstGeom>
          <a:ln xmlns:a="http://schemas.openxmlformats.org/drawingml/2006/main" w="38100">
            <a:solidFill>
              <a:srgbClr val="17212B"/>
            </a:solidFill>
            <a:tailEnd type="triangle"/>
          </a:ln>
        </p:spPr>
      </p:sp>
      <p:sp>
        <p:nvSpPr>
          <p:cNvPr id="42" name="Shape 42">
            <a:extLst xmlns:a="http://schemas.openxmlformats.org/drawingml/2006/main">
              <a:ext uri="{FF2B5EF4-FFF2-40B4-BE49-F238E27FC236}">
                <a16:creationId xmlns:a16="http://schemas.microsoft.com/office/drawing/2014/main" id="{D35B6CCD-7B21-4B5A-8915-140F879FB6B4}"/>
              </a:ext>
            </a:extLst>
          </p:cNvPr>
          <p:cNvSpPr>
            <a:spLocks xmlns:a="http://schemas.openxmlformats.org/drawingml/2006/main" noGrp="1"/>
          </p:cNvSpPr>
          <p:nvPr/>
        </p:nvSpPr>
        <p:spPr>
          <a:xfrm xmlns:a="http://schemas.openxmlformats.org/drawingml/2006/main">
            <a:off x="6858000" y="4686300"/>
            <a:ext cx="4667250" cy="609600"/>
          </a:xfrm>
          <a:prstGeom xmlns:a="http://schemas.openxmlformats.org/drawingml/2006/main" prst="rect">
            <a:avLst/>
          </a:prstGeom>
          <a:solidFill xmlns:a="http://schemas.openxmlformats.org/drawingml/2006/main">
            <a:srgbClr val="F4F6F8"/>
          </a:solidFill>
          <a:ln xmlns:a="http://schemas.openxmlformats.org/drawingml/2006/main" w="25400">
            <a:solidFill>
              <a:srgbClr val="17212B"/>
            </a:solidFill>
          </a:ln>
        </p:spPr>
      </p:sp>
      <p:sp>
        <p:nvSpPr>
          <p:cNvPr id="43" name="Shape 43">
            <a:extLst xmlns:a="http://schemas.openxmlformats.org/drawingml/2006/main">
              <a:ext uri="{FF2B5EF4-FFF2-40B4-BE49-F238E27FC236}">
                <a16:creationId xmlns:a16="http://schemas.microsoft.com/office/drawing/2014/main" id="{66266F97-348D-4292-BDA2-EF18E0CA9583}"/>
              </a:ext>
            </a:extLst>
          </p:cNvPr>
          <p:cNvSpPr>
            <a:spLocks xmlns:a="http://schemas.openxmlformats.org/drawingml/2006/main" noGrp="1"/>
          </p:cNvSpPr>
          <p:nvPr/>
        </p:nvSpPr>
        <p:spPr>
          <a:xfrm xmlns:a="http://schemas.openxmlformats.org/drawingml/2006/main">
            <a:off x="7067550" y="4781550"/>
            <a:ext cx="419100" cy="419100"/>
          </a:xfrm>
          <a:prstGeom xmlns:a="http://schemas.openxmlformats.org/drawingml/2006/main" prst="roundRect">
            <a:avLst/>
          </a:prstGeom>
          <a:solidFill xmlns:a="http://schemas.openxmlformats.org/drawingml/2006/main">
            <a:srgbClr val="FFFFFF"/>
          </a:solidFill>
          <a:ln xmlns:a="http://schemas.openxmlformats.org/drawingml/2006/main" w="19050">
            <a:solidFill>
              <a:srgbClr val="17212B"/>
            </a:solidFill>
          </a:ln>
        </p:spPr>
      </p:sp>
      <p:pic>
        <p:nvPicPr>
          <p:cNvPr id="101" name="Picture 44"/>
          <p:cNvPicPr>
            <a:picLocks xmlns:a="http://schemas.openxmlformats.org/drawingml/2006/main" noChangeAspect="1"/>
          </p:cNvPicPr>
          <p:nvPr/>
        </p:nvPicPr>
        <p:blipFill>
          <a:blip xmlns:r="http://schemas.openxmlformats.org/officeDocument/2006/relationships" xmlns:a="http://schemas.openxmlformats.org/drawingml/2006/main" r:embed="R1548ded9dcc249c5"/>
          <a:stretch xmlns:a="http://schemas.openxmlformats.org/drawingml/2006/main">
            <a:fillRect l="0" t="0" r="0" b="0"/>
          </a:stretch>
        </p:blipFill>
        <p:spPr>
          <a:xfrm xmlns:a="http://schemas.openxmlformats.org/drawingml/2006/main">
            <a:off x="7172325" y="4886325"/>
            <a:ext cx="209550" cy="209550"/>
          </a:xfrm>
          <a:prstGeom xmlns:a="http://schemas.openxmlformats.org/drawingml/2006/main" prst="rect">
            <a:avLst/>
          </a:prstGeom>
          <a:ln xmlns:a="http://schemas.openxmlformats.org/drawingml/2006/main">
            <a:noFill/>
          </a:ln>
        </p:spPr>
      </p:pic>
      <p:sp>
        <p:nvSpPr>
          <p:cNvPr id="45" name="Text 45">
            <a:extLst xmlns:a="http://schemas.openxmlformats.org/drawingml/2006/main">
              <a:ext uri="{FF2B5EF4-FFF2-40B4-BE49-F238E27FC236}">
                <a16:creationId xmlns:a16="http://schemas.microsoft.com/office/drawing/2014/main" id="{DE525586-DA11-42F7-BC62-5637F5F35AB1}"/>
              </a:ext>
            </a:extLst>
          </p:cNvPr>
          <p:cNvSpPr>
            <a:spLocks xmlns:a="http://schemas.openxmlformats.org/drawingml/2006/main" noGrp="1"/>
          </p:cNvSpPr>
          <p:nvPr/>
        </p:nvSpPr>
        <p:spPr>
          <a:xfrm xmlns:a="http://schemas.openxmlformats.org/drawingml/2006/main">
            <a:off x="7639050" y="4800600"/>
            <a:ext cx="363855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ctr"/>
          <a:lstStyle xmlns:a="http://schemas.openxmlformats.org/drawingml/2006/main"/>
          <a:p xmlns:a="http://schemas.openxmlformats.org/drawingml/2006/main">
            <a:pPr algn="l">
              <a:buNone/>
            </a:pPr>
            <a:r>
              <a:rPr sz="1400" b="1">
                <a:solidFill>
                  <a:srgbClr val="17212B"/>
                </a:solidFill>
                <a:latin typeface="Arial"/>
                <a:ea typeface="Arial"/>
                <a:cs typeface="Arial"/>
              </a:rPr>
              <a:t>Unit and property tests</a:t>
            </a:r>
            <a:endParaRPr sz="1400"/>
          </a:p>
        </p:txBody>
      </p:sp>
      <p:sp>
        <p:nvSpPr>
          <p:cNvPr id="46" name="Shape 46">
            <a:extLst xmlns:a="http://schemas.openxmlformats.org/drawingml/2006/main">
              <a:ext uri="{FF2B5EF4-FFF2-40B4-BE49-F238E27FC236}">
                <a16:creationId xmlns:a16="http://schemas.microsoft.com/office/drawing/2014/main" id="{BAD261E8-E523-4959-80A9-F0B8A7F00366}"/>
              </a:ext>
            </a:extLst>
          </p:cNvPr>
          <p:cNvSpPr>
            <a:spLocks xmlns:a="http://schemas.openxmlformats.org/drawingml/2006/main" noGrp="1"/>
          </p:cNvSpPr>
          <p:nvPr/>
        </p:nvSpPr>
        <p:spPr>
          <a:xfrm xmlns:a="http://schemas.openxmlformats.org/drawingml/2006/main">
            <a:off x="1524000" y="5695950"/>
            <a:ext cx="9144000" cy="457200"/>
          </a:xfrm>
          <a:prstGeom xmlns:a="http://schemas.openxmlformats.org/drawingml/2006/main" prst="rect">
            <a:avLst/>
          </a:prstGeom>
          <a:solidFill xmlns:a="http://schemas.openxmlformats.org/drawingml/2006/main">
            <a:srgbClr val="FFFFFF"/>
          </a:solidFill>
          <a:ln xmlns:a="http://schemas.openxmlformats.org/drawingml/2006/main" w="12700">
            <a:solidFill>
              <a:srgbClr val="D9DEE3"/>
            </a:solidFill>
          </a:ln>
        </p:spPr>
      </p:sp>
      <p:sp>
        <p:nvSpPr>
          <p:cNvPr id="47" name="Text 47">
            <a:extLst xmlns:a="http://schemas.openxmlformats.org/drawingml/2006/main">
              <a:ext uri="{FF2B5EF4-FFF2-40B4-BE49-F238E27FC236}">
                <a16:creationId xmlns:a16="http://schemas.microsoft.com/office/drawing/2014/main" id="{A183DE78-A5CC-4A84-929D-F316B9E8DE4A}"/>
              </a:ext>
            </a:extLst>
          </p:cNvPr>
          <p:cNvSpPr>
            <a:spLocks xmlns:a="http://schemas.openxmlformats.org/drawingml/2006/main" noGrp="1"/>
          </p:cNvSpPr>
          <p:nvPr/>
        </p:nvSpPr>
        <p:spPr>
          <a:xfrm xmlns:a="http://schemas.openxmlformats.org/drawingml/2006/main">
            <a:off x="1733550" y="5810250"/>
            <a:ext cx="87249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ctr">
              <a:buNone/>
            </a:pPr>
            <a:r>
              <a:rPr sz="1300" b="1">
                <a:solidFill>
                  <a:srgbClr val="981B1E"/>
                </a:solidFill>
                <a:latin typeface="Arial"/>
                <a:ea typeface="Arial"/>
                <a:cs typeface="Arial"/>
              </a:rPr>
              <a:t>Traceability: SRS and design IDs, test markers, workflow artifact and exact source SHA</a:t>
            </a:r>
            <a:endParaRPr sz="1300"/>
          </a:p>
        </p:txBody>
      </p:sp>
      <p:sp>
        <p:nvSpPr>
          <p:cNvPr id="48" name="Connector 48">
            <a:extLst xmlns:a="http://schemas.openxmlformats.org/drawingml/2006/main">
              <a:ext uri="{FF2B5EF4-FFF2-40B4-BE49-F238E27FC236}">
                <a16:creationId xmlns:a16="http://schemas.microsoft.com/office/drawing/2014/main" id="{53178533-FC90-40E5-98AF-CB1523A40FB0}"/>
              </a:ext>
            </a:extLst>
          </p:cNvPr>
          <p:cNvSpPr>
            <a:spLocks xmlns:a="http://schemas.openxmlformats.org/drawingml/2006/main" noGrp="1"/>
          </p:cNvSpPr>
          <p:nvPr/>
        </p:nvSpPr>
        <p:spPr>
          <a:xfrm xmlns:a="http://schemas.openxmlformats.org/drawingml/2006/main">
            <a:off x="552450" y="6419850"/>
            <a:ext cx="11087100" cy="0"/>
          </a:xfrm>
          <a:prstGeom xmlns:a="http://schemas.openxmlformats.org/drawingml/2006/main" prst="line">
            <a:avLst/>
          </a:prstGeom>
          <a:ln xmlns:a="http://schemas.openxmlformats.org/drawingml/2006/main" w="12700">
            <a:solidFill>
              <a:srgbClr val="BFC5CB"/>
            </a:solidFill>
          </a:ln>
        </p:spPr>
      </p:sp>
      <p:sp>
        <p:nvSpPr>
          <p:cNvPr id="49" name="Text 49">
            <a:extLst xmlns:a="http://schemas.openxmlformats.org/drawingml/2006/main">
              <a:ext uri="{FF2B5EF4-FFF2-40B4-BE49-F238E27FC236}">
                <a16:creationId xmlns:a16="http://schemas.microsoft.com/office/drawing/2014/main" id="{40616AF7-B02B-4FFD-90FB-31A59CCE6FCA}"/>
              </a:ext>
            </a:extLst>
          </p:cNvPr>
          <p:cNvSpPr>
            <a:spLocks xmlns:a="http://schemas.openxmlformats.org/drawingml/2006/main" noGrp="1"/>
          </p:cNvSpPr>
          <p:nvPr/>
        </p:nvSpPr>
        <p:spPr>
          <a:xfrm xmlns:a="http://schemas.openxmlformats.org/drawingml/2006/main">
            <a:off x="571500" y="6496050"/>
            <a:ext cx="49530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l">
              <a:buNone/>
            </a:pPr>
            <a:r>
              <a:rPr sz="1000" b="1" spc="120">
                <a:solidFill>
                  <a:srgbClr val="5D6873"/>
                </a:solidFill>
                <a:latin typeface="Arial"/>
                <a:ea typeface="Arial"/>
                <a:cs typeface="Arial"/>
              </a:rPr>
              <a:t>TECHNICAL APPENDIX</a:t>
            </a:r>
            <a:endParaRPr sz="1000"/>
          </a:p>
        </p:txBody>
      </p:sp>
      <p:sp>
        <p:nvSpPr>
          <p:cNvPr id="50" name="Text 50">
            <a:extLst xmlns:a="http://schemas.openxmlformats.org/drawingml/2006/main">
              <a:ext uri="{FF2B5EF4-FFF2-40B4-BE49-F238E27FC236}">
                <a16:creationId xmlns:a16="http://schemas.microsoft.com/office/drawing/2014/main" id="{85E0EB98-9856-444F-9D35-1A34BAB9B5D0}"/>
              </a:ext>
            </a:extLst>
          </p:cNvPr>
          <p:cNvSpPr>
            <a:spLocks xmlns:a="http://schemas.openxmlformats.org/drawingml/2006/main" noGrp="1"/>
          </p:cNvSpPr>
          <p:nvPr/>
        </p:nvSpPr>
        <p:spPr>
          <a:xfrm xmlns:a="http://schemas.openxmlformats.org/drawingml/2006/main">
            <a:off x="11049000" y="6496050"/>
            <a:ext cx="57150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lstStyle xmlns:a="http://schemas.openxmlformats.org/drawingml/2006/main"/>
          <a:p xmlns:a="http://schemas.openxmlformats.org/drawingml/2006/main">
            <a:pPr algn="r">
              <a:buNone/>
            </a:pPr>
            <a:r>
              <a:rPr sz="1000" b="0">
                <a:solidFill>
                  <a:srgbClr val="5D6873"/>
                </a:solidFill>
                <a:latin typeface="Arial"/>
                <a:ea typeface="Arial"/>
                <a:cs typeface="Arial"/>
              </a:rPr>
              <a:t>H</a:t>
            </a:r>
            <a:endParaRPr sz="1000"/>
          </a:p>
        </p:txBody>
      </p:sp>
    </p:spTree>
    <p:extLst>
      <p:ext uri="{BB962C8B-B14F-4D97-AF65-F5344CB8AC3E}">
        <p14:creationId xmlns:p14="http://schemas.microsoft.com/office/powerpoint/2010/main" val="494817380"/>
      </p:ext>
    </p:extLst>
  </p:cSld>
</p:sld>
</file>

<file path=ppt/theme/theme1.xml><?xml version="1.0" encoding="utf-8"?>
<a:theme xmlns:a="http://schemas.openxmlformats.org/drawingml/2006/main" name="SpecGraph">
  <a:themeElements>
    <a:clrScheme name="SpecGraph">
      <a:dk1>
        <a:srgbClr val="101820"/>
      </a:dk1>
      <a:lt1>
        <a:srgbClr val="FFFFFF"/>
      </a:lt1>
      <a:dk2>
        <a:srgbClr val="17212B"/>
      </a:dk2>
      <a:lt2>
        <a:srgbClr val="F4F6F8"/>
      </a:lt2>
      <a:accent1>
        <a:srgbClr val="D71920"/>
      </a:accent1>
      <a:accent2>
        <a:srgbClr val="2A5B84"/>
      </a:accent2>
      <a:accent3>
        <a:srgbClr val="1F7A5A"/>
      </a:accent3>
      <a:accent4>
        <a:srgbClr val="B46B13"/>
      </a:accent4>
      <a:accent5>
        <a:srgbClr val="667984"/>
      </a:accent5>
      <a:accent6>
        <a:srgbClr val="977176"/>
      </a:accent6>
      <a:hlink>
        <a:srgbClr val="0563C1"/>
      </a:hlink>
      <a:folHlink>
        <a:srgbClr val="954F72"/>
      </a:folHlink>
    </a:clrScheme>
    <a:fontScheme name="Arial">
      <a:majorFont>
        <a:latin typeface="Arial"/>
        <a:ea typeface=""/>
        <a:cs typeface=""/>
      </a:majorFont>
      <a:minorFont>
        <a:latin typeface="Arial"/>
        <a:ea typeface=""/>
        <a:cs typeface=""/>
      </a:minorFont>
    </a:fontScheme>
    <a:fmtScheme name="SpecGraph">
      <a:fillStyleLst>
        <a:solidFill>
          <a:srgbClr val="D71920"/>
        </a:solidFill>
        <a:solidFill>
          <a:srgbClr val="17212B"/>
        </a:solidFill>
        <a:solidFill>
          <a:srgbClr val="F4F6F8"/>
        </a:solidFill>
      </a:fillStyleLst>
      <a:lnStyleLst>
        <a:ln w="12700">
          <a:solidFill>
            <a:srgbClr val="17212B"/>
          </a:solidFill>
        </a:ln>
        <a:ln w="25400">
          <a:solidFill>
            <a:srgbClr val="D71920"/>
          </a:solidFill>
        </a:ln>
        <a:ln w="12700">
          <a:solidFill>
            <a:srgbClr val="D9DEE3"/>
          </a:solidFill>
        </a:ln>
      </a:lnStyleLst>
      <a:effectStyleLst>
        <a:effectStyle>
          <a:effectLst/>
        </a:effectStyle>
        <a:effectStyle>
          <a:effectLst/>
        </a:effectStyle>
        <a:effectStyle>
          <a:effectLst/>
        </a:effectStyle>
      </a:effectStyleLst>
      <a:bgFillStyleLst>
        <a:solidFill>
          <a:srgbClr val="FFFFFF"/>
        </a:solidFill>
        <a:solidFill>
          <a:srgbClr val="F4F6F8"/>
        </a:solidFill>
        <a:solidFill>
          <a:srgbClr val="101820"/>
        </a:soli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2026-09-06T16:13:13.3580000Z</dcterms:created>
  <dcterms:modified xsi:type="dcterms:W3CDTF">2026-09-06T16:13:13.3580000Z</dcterms:modified>
</coreProperties>
</file>