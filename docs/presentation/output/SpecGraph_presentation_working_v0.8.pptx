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d0189242cbc4d09" /><Relationship Type="http://schemas.openxmlformats.org/officeDocument/2006/relationships/extended-properties" Target="/docProps/app.xml" Id="R5237de046c3345d0" /><Relationship Type="http://schemas.openxmlformats.org/officeDocument/2006/relationships/officeDocument" Target="/ppt/presentation.xml" Id="R747d8610c51c4c24" /></Relationships>
</file>

<file path=ppt/presentation.xml><?xml version="1.0" encoding="utf-8"?>
<p:presentation xmlns:p="http://schemas.openxmlformats.org/presentationml/2006/main">
  <p:sldMasterIdLst>
    <p:sldMasterId xmlns:r="http://schemas.openxmlformats.org/officeDocument/2006/relationships" id="2147483648" r:id="R89711aa29160432d"/>
  </p:sldMasterIdLst>
  <p:notesMasterIdLst>
    <p:notesMasterId xmlns:r="http://schemas.openxmlformats.org/officeDocument/2006/relationships" r:id="Rdf163a1fa26440e5"/>
  </p:notesMasterIdLst>
  <p:sldIdLst>
    <p:sldId xmlns:r="http://schemas.openxmlformats.org/officeDocument/2006/relationships" id="256" r:id="R9f54d4da8c14413d"/>
    <p:sldId xmlns:r="http://schemas.openxmlformats.org/officeDocument/2006/relationships" id="257" r:id="R09a877d02e6b412e"/>
    <p:sldId xmlns:r="http://schemas.openxmlformats.org/officeDocument/2006/relationships" id="258" r:id="Ra9f2df697cee43be"/>
    <p:sldId xmlns:r="http://schemas.openxmlformats.org/officeDocument/2006/relationships" id="259" r:id="R59b0360b5ab94d9b"/>
    <p:sldId xmlns:r="http://schemas.openxmlformats.org/officeDocument/2006/relationships" id="260" r:id="Rbaf3b3c36b2b4f04"/>
    <p:sldId xmlns:r="http://schemas.openxmlformats.org/officeDocument/2006/relationships" id="261" r:id="R9be6f10683e0448d"/>
    <p:sldId xmlns:r="http://schemas.openxmlformats.org/officeDocument/2006/relationships" id="262" r:id="R53f94214a05c4984"/>
    <p:sldId xmlns:r="http://schemas.openxmlformats.org/officeDocument/2006/relationships" id="263" r:id="Ra362b0b1fa83417b"/>
    <p:sldId xmlns:r="http://schemas.openxmlformats.org/officeDocument/2006/relationships" id="264" r:id="Rae6194d80c434b1e"/>
    <p:sldId xmlns:r="http://schemas.openxmlformats.org/officeDocument/2006/relationships" id="265" r:id="Rd7eb54a816ca42d8"/>
    <p:sldId xmlns:r="http://schemas.openxmlformats.org/officeDocument/2006/relationships" id="266" r:id="R4971d00c56df4820"/>
    <p:sldId xmlns:r="http://schemas.openxmlformats.org/officeDocument/2006/relationships" id="267" r:id="Rd2579f3e79584abc"/>
    <p:sldId xmlns:r="http://schemas.openxmlformats.org/officeDocument/2006/relationships" id="268" r:id="Rcc19e9fb8a6e499e"/>
    <p:sldId xmlns:r="http://schemas.openxmlformats.org/officeDocument/2006/relationships" id="269" r:id="R0e297e142ee54873"/>
    <p:sldId xmlns:r="http://schemas.openxmlformats.org/officeDocument/2006/relationships" id="270" r:id="Rf2ca4fe269ac498e"/>
    <p:sldId xmlns:r="http://schemas.openxmlformats.org/officeDocument/2006/relationships" id="271" r:id="Rc0519278489f435f"/>
    <p:sldId xmlns:r="http://schemas.openxmlformats.org/officeDocument/2006/relationships" id="272" r:id="Re37b2226c7b94157"/>
    <p:sldId xmlns:r="http://schemas.openxmlformats.org/officeDocument/2006/relationships" id="273" r:id="Rae76c6ebd4264409"/>
    <p:sldId xmlns:r="http://schemas.openxmlformats.org/officeDocument/2006/relationships" id="274" r:id="Rdb2fdd90ee4d4a87"/>
    <p:sldId xmlns:r="http://schemas.openxmlformats.org/officeDocument/2006/relationships" id="275" r:id="Rcc28ad9476d94b1d"/>
    <p:sldId xmlns:r="http://schemas.openxmlformats.org/officeDocument/2006/relationships" id="276" r:id="Rc5553136123540dd"/>
    <p:sldId xmlns:r="http://schemas.openxmlformats.org/officeDocument/2006/relationships" id="277" r:id="Racaefc3701a0464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8028800" cy="78028800"/>
</p:viewPr>
</file>

<file path=ppt/_rels/presentation.xml.rels>&#65279;<?xml version="1.0" encoding="utf-8"?><Relationships xmlns="http://schemas.openxmlformats.org/package/2006/relationships"><Relationship Type="http://schemas.openxmlformats.org/officeDocument/2006/relationships/theme" Target="/ppt/theme/theme1.xml" Id="R771335e63cf24e4c" /><Relationship Type="http://schemas.openxmlformats.org/officeDocument/2006/relationships/slideMaster" Target="/ppt/slideMasters/slideMaster1.xml" Id="R89711aa29160432d" /><Relationship Type="http://schemas.openxmlformats.org/officeDocument/2006/relationships/notesMaster" Target="/ppt/notesMasters/notesMaster1.xml" Id="Rdf163a1fa26440e5" /><Relationship Type="http://schemas.openxmlformats.org/officeDocument/2006/relationships/presProps" Target="/ppt/presProps.xml" Id="R5c2434dec76a4e2c" /><Relationship Type="http://schemas.openxmlformats.org/officeDocument/2006/relationships/viewProps" Target="/ppt/viewProps.xml" Id="Ra38778a4ba5f4eca" /><Relationship Type="http://schemas.openxmlformats.org/officeDocument/2006/relationships/tableStyles" Target="/ppt/tableStyles.xml" Id="R7eff24ea5d3c477c" /><Relationship Type="http://schemas.openxmlformats.org/officeDocument/2006/relationships/slide" Target="/ppt/slides/slide1.xml" Id="R9f54d4da8c14413d" /><Relationship Type="http://schemas.openxmlformats.org/officeDocument/2006/relationships/slide" Target="/ppt/slides/slide2.xml" Id="R09a877d02e6b412e" /><Relationship Type="http://schemas.openxmlformats.org/officeDocument/2006/relationships/slide" Target="/ppt/slides/slide3.xml" Id="Ra9f2df697cee43be" /><Relationship Type="http://schemas.openxmlformats.org/officeDocument/2006/relationships/slide" Target="/ppt/slides/slide4.xml" Id="R59b0360b5ab94d9b" /><Relationship Type="http://schemas.openxmlformats.org/officeDocument/2006/relationships/slide" Target="/ppt/slides/slide5.xml" Id="Rbaf3b3c36b2b4f04" /><Relationship Type="http://schemas.openxmlformats.org/officeDocument/2006/relationships/slide" Target="/ppt/slides/slide6.xml" Id="R9be6f10683e0448d" /><Relationship Type="http://schemas.openxmlformats.org/officeDocument/2006/relationships/slide" Target="/ppt/slides/slide7.xml" Id="R53f94214a05c4984" /><Relationship Type="http://schemas.openxmlformats.org/officeDocument/2006/relationships/slide" Target="/ppt/slides/slide8.xml" Id="Ra362b0b1fa83417b" /><Relationship Type="http://schemas.openxmlformats.org/officeDocument/2006/relationships/slide" Target="/ppt/slides/slide9.xml" Id="Rae6194d80c434b1e" /><Relationship Type="http://schemas.openxmlformats.org/officeDocument/2006/relationships/slide" Target="/ppt/slides/slide10.xml" Id="Rd7eb54a816ca42d8" /><Relationship Type="http://schemas.openxmlformats.org/officeDocument/2006/relationships/slide" Target="/ppt/slides/slide11.xml" Id="R4971d00c56df4820" /><Relationship Type="http://schemas.openxmlformats.org/officeDocument/2006/relationships/slide" Target="/ppt/slides/slide12.xml" Id="Rd2579f3e79584abc" /><Relationship Type="http://schemas.openxmlformats.org/officeDocument/2006/relationships/slide" Target="/ppt/slides/slide13.xml" Id="Rcc19e9fb8a6e499e" /><Relationship Type="http://schemas.openxmlformats.org/officeDocument/2006/relationships/slide" Target="/ppt/slides/slide14.xml" Id="R0e297e142ee54873" /><Relationship Type="http://schemas.openxmlformats.org/officeDocument/2006/relationships/slide" Target="/ppt/slides/slide15.xml" Id="Rf2ca4fe269ac498e" /><Relationship Type="http://schemas.openxmlformats.org/officeDocument/2006/relationships/slide" Target="/ppt/slides/slide16.xml" Id="Rc0519278489f435f" /><Relationship Type="http://schemas.openxmlformats.org/officeDocument/2006/relationships/slide" Target="/ppt/slides/slide17.xml" Id="Re37b2226c7b94157" /><Relationship Type="http://schemas.openxmlformats.org/officeDocument/2006/relationships/slide" Target="/ppt/slides/slide18.xml" Id="Rae76c6ebd4264409" /><Relationship Type="http://schemas.openxmlformats.org/officeDocument/2006/relationships/slide" Target="/ppt/slides/slide19.xml" Id="Rdb2fdd90ee4d4a87" /><Relationship Type="http://schemas.openxmlformats.org/officeDocument/2006/relationships/slide" Target="/ppt/slides/slide20.xml" Id="Rcc28ad9476d94b1d" /><Relationship Type="http://schemas.openxmlformats.org/officeDocument/2006/relationships/slide" Target="/ppt/slides/slide21.xml" Id="Rc5553136123540dd" /><Relationship Type="http://schemas.openxmlformats.org/officeDocument/2006/relationships/slide" Target="/ppt/slides/slide22.xml" Id="Racaefc3701a0464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0704711b18b4b6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SpecGraph">
  <a:themeElements>
    <a:clrScheme name="SpecGraph">
      <a:dk1>
        <a:srgbClr val="101820"/>
      </a:dk1>
      <a:lt1>
        <a:srgbClr val="FFFFFF"/>
      </a:lt1>
      <a:dk2>
        <a:srgbClr val="17212B"/>
      </a:dk2>
      <a:lt2>
        <a:srgbClr val="F4F6F8"/>
      </a:lt2>
      <a:accent1>
        <a:srgbClr val="D71920"/>
      </a:accent1>
      <a:accent2>
        <a:srgbClr val="2A5B84"/>
      </a:accent2>
      <a:accent3>
        <a:srgbClr val="1F7A5A"/>
      </a:accent3>
      <a:accent4>
        <a:srgbClr val="B46B13"/>
      </a:accent4>
      <a:accent5>
        <a:srgbClr val="667984"/>
      </a:accent5>
      <a:accent6>
        <a:srgbClr val="977176"/>
      </a:accent6>
      <a:hlink>
        <a:srgbClr val="0563C1"/>
      </a:hlink>
      <a:folHlink>
        <a:srgbClr val="954F72"/>
      </a:folHlink>
    </a:clrScheme>
    <a:fontScheme name="Arial">
      <a:majorFont>
        <a:latin typeface="Arial"/>
        <a:ea typeface=""/>
        <a:cs typeface=""/>
      </a:majorFont>
      <a:minorFont>
        <a:latin typeface="Arial"/>
        <a:ea typeface=""/>
        <a:cs typeface=""/>
      </a:minorFont>
    </a:fontScheme>
    <a:fmtScheme name="SpecGraph">
      <a:fillStyleLst>
        <a:solidFill>
          <a:srgbClr val="D71920"/>
        </a:solidFill>
        <a:solidFill>
          <a:srgbClr val="17212B"/>
        </a:solidFill>
        <a:solidFill>
          <a:srgbClr val="F4F6F8"/>
        </a:solidFill>
      </a:fillStyleLst>
      <a:lnStyleLst>
        <a:ln w="12700">
          <a:solidFill>
            <a:srgbClr val="17212B"/>
          </a:solidFill>
        </a:ln>
        <a:ln w="25400">
          <a:solidFill>
            <a:srgbClr val="D71920"/>
          </a:solidFill>
        </a:ln>
        <a:ln w="12700">
          <a:solidFill>
            <a:srgbClr val="D9DEE3"/>
          </a:solidFill>
        </a:ln>
      </a:lnStyleLst>
      <a:effectStyleLst>
        <a:effectStyle>
          <a:effectLst/>
        </a:effectStyle>
        <a:effectStyle>
          <a:effectLst/>
        </a:effectStyle>
        <a:effectStyle>
          <a:effectLst/>
        </a:effectStyle>
      </a:effectStyleLst>
      <a:bgFillStyleLst>
        <a:solidFill>
          <a:srgbClr val="FFFFFF"/>
        </a:solidFill>
        <a:solidFill>
          <a:srgbClr val="F4F6F8"/>
        </a:solidFill>
        <a:solidFill>
          <a:srgbClr val="101820"/>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583671356bf41bd" /><Relationship Type="http://schemas.openxmlformats.org/officeDocument/2006/relationships/notesMaster" Target="/ppt/notesMasters/notesMaster1.xml" Id="Rb45adb5f5d914931" /></Relationships>
</file>

<file path=ppt/notesSlides/_rels/notesSlide2.xml.rels>&#65279;<?xml version="1.0" encoding="utf-8"?><Relationships xmlns="http://schemas.openxmlformats.org/package/2006/relationships"><Relationship Type="http://schemas.openxmlformats.org/officeDocument/2006/relationships/slide" Target="/ppt/slides/slide2.xml" Id="R3e65186d249840f4" /><Relationship Type="http://schemas.openxmlformats.org/officeDocument/2006/relationships/notesMaster" Target="/ppt/notesMasters/notesMaster1.xml" Id="R324202eacd5a42e9" /></Relationships>
</file>

<file path=ppt/notesSlides/_rels/notesSlide3.xml.rels>&#65279;<?xml version="1.0" encoding="utf-8"?><Relationships xmlns="http://schemas.openxmlformats.org/package/2006/relationships"><Relationship Type="http://schemas.openxmlformats.org/officeDocument/2006/relationships/slide" Target="/ppt/slides/slide3.xml" Id="R97d1ed350f634d3b" /><Relationship Type="http://schemas.openxmlformats.org/officeDocument/2006/relationships/notesMaster" Target="/ppt/notesMasters/notesMaster1.xml" Id="Ra8b3e061446e461d" /></Relationships>
</file>

<file path=ppt/notesSlides/_rels/notesSlide4.xml.rels>&#65279;<?xml version="1.0" encoding="utf-8"?><Relationships xmlns="http://schemas.openxmlformats.org/package/2006/relationships"><Relationship Type="http://schemas.openxmlformats.org/officeDocument/2006/relationships/slide" Target="/ppt/slides/slide4.xml" Id="R0fdaf4c1baad4433" /><Relationship Type="http://schemas.openxmlformats.org/officeDocument/2006/relationships/notesMaster" Target="/ppt/notesMasters/notesMaster1.xml" Id="R204061e9d64a4c21" /></Relationships>
</file>

<file path=ppt/notesSlides/_rels/notesSlide5.xml.rels>&#65279;<?xml version="1.0" encoding="utf-8"?><Relationships xmlns="http://schemas.openxmlformats.org/package/2006/relationships"><Relationship Type="http://schemas.openxmlformats.org/officeDocument/2006/relationships/slide" Target="/ppt/slides/slide5.xml" Id="Re3752c49a65f4d0d" /><Relationship Type="http://schemas.openxmlformats.org/officeDocument/2006/relationships/notesMaster" Target="/ppt/notesMasters/notesMaster1.xml" Id="Re98d38463a4d4e28" /></Relationships>
</file>

<file path=ppt/notesSlides/_rels/notesSlide6.xml.rels>&#65279;<?xml version="1.0" encoding="utf-8"?><Relationships xmlns="http://schemas.openxmlformats.org/package/2006/relationships"><Relationship Type="http://schemas.openxmlformats.org/officeDocument/2006/relationships/slide" Target="/ppt/slides/slide6.xml" Id="Rd09b2a2449cb4b01" /><Relationship Type="http://schemas.openxmlformats.org/officeDocument/2006/relationships/notesMaster" Target="/ppt/notesMasters/notesMaster1.xml" Id="R7a7c1e10e0694dd4" /></Relationships>
</file>

<file path=ppt/notesSlides/_rels/notesSlide7.xml.rels>&#65279;<?xml version="1.0" encoding="utf-8"?><Relationships xmlns="http://schemas.openxmlformats.org/package/2006/relationships"><Relationship Type="http://schemas.openxmlformats.org/officeDocument/2006/relationships/slide" Target="/ppt/slides/slide7.xml" Id="Re21ed80db0da427f" /><Relationship Type="http://schemas.openxmlformats.org/officeDocument/2006/relationships/notesMaster" Target="/ppt/notesMasters/notesMaster1.xml" Id="R3ba972cc02484d38" /></Relationships>
</file>

<file path=ppt/notesSlides/_rels/notesSlide8.xml.rels>&#65279;<?xml version="1.0" encoding="utf-8"?><Relationships xmlns="http://schemas.openxmlformats.org/package/2006/relationships"><Relationship Type="http://schemas.openxmlformats.org/officeDocument/2006/relationships/slide" Target="/ppt/slides/slide8.xml" Id="R70579fc5427c4b4a" /><Relationship Type="http://schemas.openxmlformats.org/officeDocument/2006/relationships/notesMaster" Target="/ppt/notesMasters/notesMaster1.xml" Id="R5331206e9dd34d05" /></Relationships>
</file>

<file path=ppt/notesSlides/_rels/notesSlide9.xml.rels>&#65279;<?xml version="1.0" encoding="utf-8"?><Relationships xmlns="http://schemas.openxmlformats.org/package/2006/relationships"><Relationship Type="http://schemas.openxmlformats.org/officeDocument/2006/relationships/slide" Target="/ppt/slides/slide9.xml" Id="Rdf64a76a31a84dfd" /><Relationship Type="http://schemas.openxmlformats.org/officeDocument/2006/relationships/notesMaster" Target="/ppt/notesMasters/notesMaster1.xml" Id="Ra3277343a5af4bf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47dfcc32ce84d68" /><Relationship Type="http://schemas.openxmlformats.org/officeDocument/2006/relationships/notesMaster" Target="/ppt/notesMasters/notesMaster1.xml" Id="Rdfcddf9eb30c4b2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ca72841f0fa4270" /><Relationship Type="http://schemas.openxmlformats.org/officeDocument/2006/relationships/notesMaster" Target="/ppt/notesMasters/notesMaster1.xml" Id="Ree15429ac02d45e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1b932283ef7428a" /><Relationship Type="http://schemas.openxmlformats.org/officeDocument/2006/relationships/notesMaster" Target="/ppt/notesMasters/notesMaster1.xml" Id="R544a03a1a14042b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3279e2fda6a4daf" /><Relationship Type="http://schemas.openxmlformats.org/officeDocument/2006/relationships/notesMaster" Target="/ppt/notesMasters/notesMaster1.xml" Id="R643535a239024ce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13cdc25ae324821" /><Relationship Type="http://schemas.openxmlformats.org/officeDocument/2006/relationships/notesMaster" Target="/ppt/notesMasters/notesMaster1.xml" Id="Rb431b7dad72c426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813c0b215794360" /><Relationship Type="http://schemas.openxmlformats.org/officeDocument/2006/relationships/notesMaster" Target="/ppt/notesMasters/notesMaster1.xml" Id="R8442c24c8fe7445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ee5b957f2e548fb" /><Relationship Type="http://schemas.openxmlformats.org/officeDocument/2006/relationships/notesMaster" Target="/ppt/notesMasters/notesMaster1.xml" Id="Ra847fa73745643f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c956e66d1574dc0" /><Relationship Type="http://schemas.openxmlformats.org/officeDocument/2006/relationships/notesMaster" Target="/ppt/notesMasters/notesMaster1.xml" Id="R9980a569aeb64ab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869cfbcaa314605" /><Relationship Type="http://schemas.openxmlformats.org/officeDocument/2006/relationships/notesMaster" Target="/ppt/notesMasters/notesMaster1.xml" Id="Rde6248a1ef134f3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38958e05d254ea2" /><Relationship Type="http://schemas.openxmlformats.org/officeDocument/2006/relationships/notesMaster" Target="/ppt/notesMasters/notesMaster1.xml" Id="Rcd083d0490bd4b3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146ec79212f4ad4" /><Relationship Type="http://schemas.openxmlformats.org/officeDocument/2006/relationships/notesMaster" Target="/ppt/notesMasters/notesMaster1.xml" Id="R40ae3eb0d529406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1515e79dc6d40a2" /><Relationship Type="http://schemas.openxmlformats.org/officeDocument/2006/relationships/notesMaster" Target="/ppt/notesMasters/notesMaster1.xml" Id="Re5d6dd1d11914b4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4f0ea039aaf46c1" /><Relationship Type="http://schemas.openxmlformats.org/officeDocument/2006/relationships/notesMaster" Target="/ppt/notesMasters/notesMaster1.xml" Id="R2986710fec31414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exercise produced a product result and a delivery-system result.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I will start with the answer. The demonstrator runs a complete Customer Care review path. The same work also exercises a controlled way for one accountable engineer to coordinate several AI agents through specifications, GitHub work state, deterministic checks and review evidence.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start with frameworks, algorithms or issue numbers. Do not claim production readiness.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slide states both results before the supporting detail.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00:20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What exactly did the exercise produce?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A production-shaped application demonstrator and a reviewable engineering method for building it with AI assistance.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GitHub issue #229</a:t>
            </a:r>
            <a:endParaRPr sz="1400"/>
          </a:p>
          <a:p xmlns:a="http://schemas.openxmlformats.org/drawingml/2006/main">
            <a:r>
              <a:rPr sz="1400">
                <a:latin typeface="Arial"/>
                <a:ea typeface="Arial"/>
                <a:cs typeface="Arial"/>
              </a:rPr>
              <a:t>README.md</a:t>
            </a:r>
            <a:endParaRPr sz="1400"/>
          </a:p>
          <a:p xmlns:a="http://schemas.openxmlformats.org/drawingml/2006/main">
            <a:r>
              <a:rPr sz="1400">
                <a:latin typeface="Arial"/>
                <a:ea typeface="Arial"/>
                <a:cs typeface="Arial"/>
              </a:rPr>
              <a:t>docs/assignment/Inception/Inception.md</a:t>
            </a:r>
            <a:endParaRPr sz="1400"/>
          </a:p>
          <a:p xmlns:a="http://schemas.openxmlformats.org/drawingml/2006/main">
            <a:r>
              <a:rPr sz="1400">
                <a:latin typeface="Arial"/>
                <a:ea typeface="Arial"/>
                <a:cs typeface="Arial"/>
              </a:rPr>
              <a:t>https://barbaraminto.com/</a:t>
            </a:r>
            <a:endParaRPr sz="1400"/>
          </a:p>
          <a:p xmlns:a="http://schemas.openxmlformats.org/drawingml/2006/main">
            <a:r>
              <a:rPr sz="1400">
                <a:latin typeface="Arial"/>
                <a:ea typeface="Arial"/>
                <a:cs typeface="Arial"/>
              </a:rPr>
              <a:t>https://www.assertion-evidence.com/</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Two results answer the exercise before any architecture detail.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first result is visible in the browser. The second is visible in the repository and its GitHub work graph. The two belong together because a financial-services demonstration needs reviewable evidence for both the recommendation and the way the software change was accepted.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imply that AI agents accept their own work. The human accepts the change and the operator retains the decision.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I will first show the operator loop, then explain the trust architecture and finally the delivery control plane.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00:45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present the engineering process as a result?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role is a pilot. The repeatable delivery cell matters alongside the application because other engineers could later use the same controlled pattern.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docs/assignment/Inception/Inception.md sections 1, 24 and 28</a:t>
            </a:r>
            <a:endParaRPr sz="1400"/>
          </a:p>
          <a:p xmlns:a="http://schemas.openxmlformats.org/drawingml/2006/main">
            <a:r>
              <a:rPr sz="1400">
                <a:latin typeface="Arial"/>
                <a:ea typeface="Arial"/>
                <a:cs typeface="Arial"/>
              </a:rPr>
              <a:t>GitHub issue #229</a:t>
            </a:r>
            <a:endParaRPr sz="1400"/>
          </a:p>
          <a:p xmlns:a="http://schemas.openxmlformats.org/drawingml/2006/main">
            <a:r>
              <a:rPr sz="1400">
                <a:latin typeface="Arial"/>
                <a:ea typeface="Arial"/>
                <a:cs typeface="Arial"/>
              </a:rPr>
              <a:t>Authentic R4 Playwright artifact 9856114241</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product is a human review loop with memory.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main reading direction is left to right. The loop closes only after a completed analysis has been persisted. A later operator review reopens the same customer context, recommendation, grounding and provenance instead of starting from an isolated generated sentence.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describe this as an automated customer decision or as continuous transaction monitoring.</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browser exposes the same chain directly.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00:45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Where is the human in the loop?</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operator decides how to use the recommendation. The system supplies a reviewable trail and never writes generated content back as source risk truth.</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docs/assignment/SRS/SRS.md</a:t>
            </a:r>
            <a:endParaRPr sz="1400"/>
          </a:p>
          <a:p xmlns:a="http://schemas.openxmlformats.org/drawingml/2006/main">
            <a:r>
              <a:rPr sz="1400">
                <a:latin typeface="Arial"/>
                <a:ea typeface="Arial"/>
                <a:cs typeface="Arial"/>
              </a:rPr>
              <a:t>docs/assignment/SDD/diagrams/activity-customer-review.puml</a:t>
            </a:r>
            <a:endParaRPr sz="1400"/>
          </a:p>
          <a:p xmlns:a="http://schemas.openxmlformats.org/drawingml/2006/main">
            <a:r>
              <a:rPr sz="1400">
                <a:latin typeface="Arial"/>
                <a:ea typeface="Arial"/>
                <a:cs typeface="Arial"/>
              </a:rPr>
              <a:t>docs/assignment/SDD/diagrams/activity-grounded-analysis.puml</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R5 is the delivered full interview configuration, not a roadmap placeholder.</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WatchInfra runs the registered OCI Compose package. The authenticated operator reviews customer 444 and starts analysis. Stage 1 preserves separate Bayesian, fuzzy and Random Forest artifacts. Stage 2 retrieves synthetic policy through PostgreSQL, pgvector and local MiniLM embeddings. Stage 3 sends the bounded request to Ministral through LM Studio, records local provenance and externalTransmission=false, then persists the completed result and history.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the CI screenshot as a capture of the real LM Studio Developer Logs. The screenshot comes from the publication workflow's contract double; the user separately completed the same candidate against the real local model and observed the request in LM Studio.</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slide explains why those visible sections remain distinct inside the application.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04:30 including browser switch</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How do I know R5 reached the real local model?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publication workflow proved the packaged browser path and retained this screenshot. The WatchInfra rehearsal then sent the same candidate to the real Ministral process, appeared in LM Studio Developer Logs and returned the generated result to the browser.</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GitHub PR #439</a:t>
            </a:r>
            <a:endParaRPr sz="1400"/>
          </a:p>
          <a:p xmlns:a="http://schemas.openxmlformats.org/drawingml/2006/main">
            <a:r>
              <a:rPr sz="1400">
                <a:latin typeface="Arial"/>
                <a:ea typeface="Arial"/>
                <a:cs typeface="Arial"/>
              </a:rPr>
              <a:t>GitHub issues #398 and #427</a:t>
            </a:r>
            <a:endParaRPr sz="1400"/>
          </a:p>
          <a:p xmlns:a="http://schemas.openxmlformats.org/drawingml/2006/main">
            <a:r>
              <a:rPr sz="1400">
                <a:latin typeface="Arial"/>
                <a:ea typeface="Arial"/>
                <a:cs typeface="Arial"/>
              </a:rPr>
              <a:t>R5 proof workflow 34020857953</a:t>
            </a:r>
            <a:endParaRPr sz="1400"/>
          </a:p>
          <a:p xmlns:a="http://schemas.openxmlformats.org/drawingml/2006/main">
            <a:r>
              <a:rPr sz="1400">
                <a:latin typeface="Arial"/>
                <a:ea typeface="Arial"/>
                <a:cs typeface="Arial"/>
              </a:rPr>
              <a:t>Artifact 9985493952</a:t>
            </a:r>
            <a:endParaRPr sz="1400"/>
          </a:p>
          <a:p xmlns:a="http://schemas.openxmlformats.org/drawingml/2006/main">
            <a:r>
              <a:rPr sz="1400">
                <a:latin typeface="Arial"/>
                <a:ea typeface="Arial"/>
                <a:cs typeface="Arial"/>
              </a:rPr>
              <a:t>Executable source f6b989af9574a8d54249e29ffff2045129d8f127</a:t>
            </a:r>
            <a:endParaRPr sz="1400"/>
          </a:p>
          <a:p xmlns:a="http://schemas.openxmlformats.org/drawingml/2006/main">
            <a:r>
              <a:rPr sz="1400">
                <a:latin typeface="Arial"/>
                <a:ea typeface="Arial"/>
                <a:cs typeface="Arial"/>
              </a:rPr>
              <a:t>docs/reviewer/screenshots/R5_lmstudio_ensemble_customer_444.png</a:t>
            </a:r>
            <a:endParaRPr sz="1400"/>
          </a:p>
          <a:p xmlns:a="http://schemas.openxmlformats.org/drawingml/2006/main">
            <a:r>
              <a:rPr sz="1400">
                <a:latin typeface="Arial"/>
                <a:ea typeface="Arial"/>
                <a:cs typeface="Arial"/>
              </a:rPr>
              <a:t>docs/reviewer/r5-runtime.md</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Each stage answers a different question and produces a different evidence type.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Stage 1 produces advisory detector signals. Stage 2 retrieves contextual policy. The application assembles a bounded AnalysisEvidenceEnvelope. Stage 3 returns one provider-neutral structured result. A grounding validator rejects unsupported evidence references before persistence. Only a valid completed result reaches history.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describe detector scores as source risk truth. Do not describe policy retrieval as model training.</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These stages stay replaceable because the application owns the ports between them.</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01:00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not send all transactions directly to one language model?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staged flow keeps source facts, derived signals, policy context and generated wording independently testable and attributable.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backend/src/main/java/dev/specgraph/reference/analysis/AnalysisService.java</a:t>
            </a:r>
            <a:endParaRPr sz="1400"/>
          </a:p>
          <a:p xmlns:a="http://schemas.openxmlformats.org/drawingml/2006/main">
            <a:r>
              <a:rPr sz="1400">
                <a:latin typeface="Arial"/>
                <a:ea typeface="Arial"/>
                <a:cs typeface="Arial"/>
              </a:rPr>
              <a:t>docs/assignment/SDD/SDD.md sections 6 and 9</a:t>
            </a:r>
            <a:endParaRPr sz="1400"/>
          </a:p>
          <a:p xmlns:a="http://schemas.openxmlformats.org/drawingml/2006/main">
            <a:r>
              <a:rPr sz="1400">
                <a:latin typeface="Arial"/>
                <a:ea typeface="Arial"/>
                <a:cs typeface="Arial"/>
              </a:rPr>
              <a:t>docs/assignment/ADR/ADR-002-provider-neutral-analysis.md</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analytical pipeline supports several implementations without becoming several applications.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Read the slide left to right. Stage 1 now delivers Bayesian, fuzzy and Random Forest evidence through the Composite while preserving every child artifact. The forest is itself a weighted ensemble of tree models; that differs from the heterogeneous Composite. Calibrated late fusion remains a follow-up. Stage 2 delivers pgvector plus local MiniLM grounding. Stage 3 retains deterministic and opt-in OpenAI implementations and now also delivers the local LM Studio adapter through explicit backend selection.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call the Composite a calibrated ensemble. Do not call the Random Forest vote share a calibrated probability. Do not claim that fusion improves accuracy before reproducible benchmark evidence exists.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slide shows the ports that make this portfolio replaceable without moving application semantics.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01:15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introduce several analytical implementations in a five-day pilot?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They test different uncertainty and failure assumptions behind one bounded contract. The stable port lets the team compare or replace them without duplicating orchestration, grounding, persistence or the operator journey.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docs/assignment/SDD/diagrams/hexagonal-architecture.svg</a:t>
            </a:r>
            <a:endParaRPr sz="1400"/>
          </a:p>
          <a:p xmlns:a="http://schemas.openxmlformats.org/drawingml/2006/main">
            <a:r>
              <a:rPr sz="1400">
                <a:latin typeface="Arial"/>
                <a:ea typeface="Arial"/>
                <a:cs typeface="Arial"/>
              </a:rPr>
              <a:t>https://github.com/jdoe-dev-159753/specgraph-reference-app/pull/263</a:t>
            </a:r>
            <a:endParaRPr sz="1400"/>
          </a:p>
          <a:p xmlns:a="http://schemas.openxmlformats.org/drawingml/2006/main">
            <a:r>
              <a:rPr sz="1400">
                <a:latin typeface="Arial"/>
                <a:ea typeface="Arial"/>
                <a:cs typeface="Arial"/>
              </a:rPr>
              <a:t>https://github.com/jdoe-dev-159753/specgraph-reference-app/issues/223</a:t>
            </a:r>
            <a:endParaRPr sz="1400"/>
          </a:p>
          <a:p xmlns:a="http://schemas.openxmlformats.org/drawingml/2006/main">
            <a:r>
              <a:rPr sz="1400">
                <a:latin typeface="Arial"/>
                <a:ea typeface="Arial"/>
                <a:cs typeface="Arial"/>
              </a:rPr>
              <a:t>https://github.com/jdoe-dev-159753/specgraph-reference-app/pull/384</a:t>
            </a:r>
            <a:endParaRPr sz="1400"/>
          </a:p>
          <a:p xmlns:a="http://schemas.openxmlformats.org/drawingml/2006/main">
            <a:r>
              <a:rPr sz="1400">
                <a:latin typeface="Arial"/>
                <a:ea typeface="Arial"/>
                <a:cs typeface="Arial"/>
              </a:rPr>
              <a:t>https://github.com/jdoe-dev-159753/specgraph-reference-app/issues/254</a:t>
            </a:r>
            <a:endParaRPr sz="1400"/>
          </a:p>
          <a:p xmlns:a="http://schemas.openxmlformats.org/drawingml/2006/main">
            <a:r>
              <a:rPr sz="1400">
                <a:latin typeface="Arial"/>
                <a:ea typeface="Arial"/>
                <a:cs typeface="Arial"/>
              </a:rPr>
              <a:t>https://github.com/jdoe-dev-159753/specgraph-reference-app/pull/326</a:t>
            </a:r>
            <a:endParaRPr sz="1400"/>
          </a:p>
          <a:p xmlns:a="http://schemas.openxmlformats.org/drawingml/2006/main">
            <a:r>
              <a:rPr sz="1400">
                <a:latin typeface="Arial"/>
                <a:ea typeface="Arial"/>
                <a:cs typeface="Arial"/>
              </a:rPr>
              <a:t>https://github.com/jdoe-dev-159753/specgraph-reference-app/pull/439</a:t>
            </a:r>
            <a:endParaRPr sz="1400"/>
          </a:p>
          <a:p xmlns:a="http://schemas.openxmlformats.org/drawingml/2006/main">
            <a:r>
              <a:rPr sz="1400">
                <a:latin typeface="Arial"/>
                <a:ea typeface="Arial"/>
                <a:cs typeface="Arial"/>
              </a:rPr>
              <a:t>RiskSignalDetectorPort, PolicyKnowledgePort and AnalysisModelPort</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architecture spends complexity only at boundaries expected to change.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application core owns use cases and project values. Identity, activity storage, detection, retrieval, synthesis and history each connect through a project-owned port. The adapters can change independently while failure semantics and the operator contract stay stable.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hexagonal architecture as a visual pattern or as proof of production readiness. Its value here is concrete substitution and test isolation.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delivery rings used those seams to replace capability incrementally.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was this architecture justified for a short exercise?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Detector, retrieval and model choices change at different rates. Stable ports prevented those experiments from redefining the application contract.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docs/assignment/ADR/ADR-001-modular-monolith-hexagonal.md</a:t>
            </a:r>
            <a:endParaRPr sz="1400"/>
          </a:p>
          <a:p xmlns:a="http://schemas.openxmlformats.org/drawingml/2006/main">
            <a:r>
              <a:rPr sz="1400">
                <a:latin typeface="Arial"/>
                <a:ea typeface="Arial"/>
                <a:cs typeface="Arial"/>
              </a:rPr>
              <a:t>docs/assignment/ADR/ADR-002-provider-neutral-analysis.md</a:t>
            </a:r>
            <a:endParaRPr sz="1400"/>
          </a:p>
          <a:p xmlns:a="http://schemas.openxmlformats.org/drawingml/2006/main">
            <a:r>
              <a:rPr sz="1400">
                <a:latin typeface="Arial"/>
                <a:ea typeface="Arial"/>
                <a:cs typeface="Arial"/>
              </a:rPr>
              <a:t>docs/assignment/SDD/diagrams/hexagonal-architecture.puml</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Every ring preserved a coherent demonstrable application.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R0 established the real shell. R1 made the customer review meaningful. R2 changed storage. R3 added deterministic analysis and history. R4 added authentication and real retrieval. R5 delivers the full interview path with composite detector evidence and local Ministral synthesis through LM Studio. Rings describe capability maturity. J1 to J5 remain the calendar dimension.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calibrated late fusion or production AML quality as delivered. The R5 runtime itself is delivered and frozen by PR #439.</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same discipline governed the parallel work through GitHub.</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keep earlier rings after R4 exists?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They prove that adapters changed without replacing the shell and provide executable checkpoints for compatibility and demonstration fallback.</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docs/assignment/SDD/diagrams/delivery-rings.dot</a:t>
            </a:r>
            <a:endParaRPr sz="1400"/>
          </a:p>
          <a:p xmlns:a="http://schemas.openxmlformats.org/drawingml/2006/main">
            <a:r>
              <a:rPr sz="1400">
                <a:latin typeface="Arial"/>
                <a:ea typeface="Arial"/>
                <a:cs typeface="Arial"/>
              </a:rPr>
              <a:t>docs/assignment/Inception/Inception.md section 18</a:t>
            </a:r>
            <a:endParaRPr sz="1400"/>
          </a:p>
          <a:p xmlns:a="http://schemas.openxmlformats.org/drawingml/2006/main">
            <a:r>
              <a:rPr sz="1400">
                <a:latin typeface="Arial"/>
                <a:ea typeface="Arial"/>
                <a:cs typeface="Arial"/>
              </a:rPr>
              <a:t>README.md section Delivery rings</a:t>
            </a:r>
            <a:endParaRPr sz="1400"/>
          </a:p>
          <a:p xmlns:a="http://schemas.openxmlformats.org/drawingml/2006/main">
            <a:r>
              <a:rPr sz="1400">
                <a:latin typeface="Arial"/>
                <a:ea typeface="Arial"/>
                <a:cs typeface="Arial"/>
              </a:rPr>
              <a:t>GitHub PR #439</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GitHub supplied the shared state that neither chat transcripts nor one agent memory could provide.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human chose priorities, resolved trade-offs and accepted results. Agents received bounded work, published change and evidence, and reviewed each other through the same durable graph. Native GitHub relations carried ownership and dependency. Two typed Project fields added only the planning dimensions GitHub does not represent natively.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claim enterprise integration. Do not present labels or prose as lifecycle state. Do not imply that an agent can merge its own unreviewed result.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same graph can be projected for different management conversations.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01:00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use GitHub as the control plane instead of a custom agent dashboard?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GitHub already owns review, code identity, issues, pull requests and most work relationships. Reusing it reduced custom machinery and kept the human in familiar controls.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AGENTS.md</a:t>
            </a:r>
            <a:endParaRPr sz="1400"/>
          </a:p>
          <a:p xmlns:a="http://schemas.openxmlformats.org/drawingml/2006/main">
            <a:r>
              <a:rPr sz="1400">
                <a:latin typeface="Arial"/>
                <a:ea typeface="Arial"/>
                <a:cs typeface="Arial"/>
              </a:rPr>
              <a:t>docs/assignment/Inception/Inception.md section 22</a:t>
            </a:r>
            <a:endParaRPr sz="1400"/>
          </a:p>
          <a:p xmlns:a="http://schemas.openxmlformats.org/drawingml/2006/main">
            <a:r>
              <a:rPr sz="1400">
                <a:latin typeface="Arial"/>
                <a:ea typeface="Arial"/>
                <a:cs typeface="Arial"/>
              </a:rPr>
              <a:t>https://github.com/jdoe-dev-159753/specgraph-harness/issues/28</a:t>
            </a:r>
            <a:endParaRPr sz="1400"/>
          </a:p>
          <a:p xmlns:a="http://schemas.openxmlformats.org/drawingml/2006/main">
            <a:r>
              <a:rPr sz="1400">
                <a:latin typeface="Arial"/>
                <a:ea typeface="Arial"/>
                <a:cs typeface="Arial"/>
              </a:rPr>
              <a:t>scripts/work_graph_guard.py</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graph supports four views without creating four sources of truth.</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WorkGraph answers structure and dependency. Delivery answers current execution. Milestones answer time sequencing. Burn-up separates completed work from changing scope. These deliberately schematic previews explain the view semantics; native GitHub issue, pull-request and Project state remains authoritative.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these four schematics as current screenshots. Do not infer priority from the Kanban or milestone dates.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slide shows how deterministic feedback constrains the work before human acceptance.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00:45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keep multiple views if the underlying items are the same?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Each view answers a different management question while preserving one underlying issue and pull-request graph.</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AGENTS.md sections Delivery priority, Discovery disposition and Project status</a:t>
            </a:r>
            <a:endParaRPr sz="1400"/>
          </a:p>
          <a:p xmlns:a="http://schemas.openxmlformats.org/drawingml/2006/main">
            <a:r>
              <a:rPr sz="1400">
                <a:latin typeface="Arial"/>
                <a:ea typeface="Arial"/>
                <a:cs typeface="Arial"/>
              </a:rPr>
              <a:t>GitHub issue #49</a:t>
            </a:r>
            <a:endParaRPr sz="1400"/>
          </a:p>
          <a:p xmlns:a="http://schemas.openxmlformats.org/drawingml/2006/main">
            <a:r>
              <a:rPr sz="1400">
                <a:latin typeface="Arial"/>
                <a:ea typeface="Arial"/>
                <a:cs typeface="Arial"/>
              </a:rPr>
              <a:t>Private Project views shown as schematic context, not execution evidence</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feedback hierarchy separates speed from authority.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Repository instructions constrain generation before tool use. The harness roadmap experiments with the earliest supported post-edit hook and a shared pre-commit command. Those faster layers reduce correction latency but remain bypassable. The reference application already uses exact-head design, test, security, Playwright and work-graph gates. One fresh Codex review binds to the frozen head. The human accepts only that reviewed SHA.</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the post-edit or pre-commit harness experiments as landed here. Do not call a pre-use hook a type checker for code that does not exist yet.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two slides quantify delivered scope and feedback-loop speed.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use both deterministic checks and an AI review?</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Checks own mechanically decidable rules. AI review focuses on ambiguity, architecture, counterexamples and missing evidence. The human reconciles findings and accepts the final head.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AGENTS.md section Freeze, validation, review and merge sequencing</a:t>
            </a:r>
            <a:endParaRPr sz="1400"/>
          </a:p>
          <a:p xmlns:a="http://schemas.openxmlformats.org/drawingml/2006/main">
            <a:r>
              <a:rPr sz="1400">
                <a:latin typeface="Arial"/>
                <a:ea typeface="Arial"/>
                <a:cs typeface="Arial"/>
              </a:rPr>
              <a:t>.github/workflows/application-ci.yml</a:t>
            </a:r>
            <a:endParaRPr sz="1400"/>
          </a:p>
          <a:p xmlns:a="http://schemas.openxmlformats.org/drawingml/2006/main">
            <a:r>
              <a:rPr sz="1400">
                <a:latin typeface="Arial"/>
                <a:ea typeface="Arial"/>
                <a:cs typeface="Arial"/>
              </a:rPr>
              <a:t>.github/workflows/work-graph-guard.yml</a:t>
            </a:r>
            <a:endParaRPr sz="1400"/>
          </a:p>
          <a:p xmlns:a="http://schemas.openxmlformats.org/drawingml/2006/main">
            <a:r>
              <a:rPr sz="1400">
                <a:latin typeface="Arial"/>
                <a:ea typeface="Arial"/>
                <a:cs typeface="Arial"/>
              </a:rPr>
              <a:t>https://github.com/jdoe-dev-159753/specgraph-harness/issues/74</a:t>
            </a:r>
            <a:endParaRPr sz="1400"/>
          </a:p>
          <a:p xmlns:a="http://schemas.openxmlformats.org/drawingml/2006/main">
            <a:r>
              <a:rPr sz="1400">
                <a:latin typeface="Arial"/>
                <a:ea typeface="Arial"/>
                <a:cs typeface="Arial"/>
              </a:rPr>
              <a:t>https://github.com/jdoe-dev-159753/specgraph-harness/issues/35</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selected comparison replays the observed PR, CI, review, correction and documentation workflow as human work.</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earlier 115-day estimate answered a narrower counterfactual: how long one senior generalist might need to reproduce the final delivered scope after the architecture and solution path are already known. It removes discarded paths, repeated reviews, failed-CI recovery and coordination. The replay estimate retains those observed execution costs and therefore uses 140 to 170 human workdays, with 155 as the midpoint. Dividing 155 by seven gives 22.1, presented as 22 times.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claim a universally proven twenty-two-times productivity gain. There was no controlled human-only baseline, and the comparison mixes human workdays with seven calendar days of multi-agent execution and long operating hours.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slide separates throughput from the speed of individual feedback loops.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00:45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use 155 rather than 115 human workdays?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One hundred fifteen days estimates an optimized reproduction of the final scope. The selected 155-day midpoint instead prices the workflow that actually happened, including PR handling, CI and review cycles, corrections, documentation and delivery evidence. That matches the replay question more closely.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 range 766ca0936e2ac544ed7d7e6393cba898284a0021..a2c3fd4cecdeb6f96e45b16af860520b355bb27e</a:t>
            </a:r>
            <a:endParaRPr sz="1400"/>
          </a:p>
          <a:p xmlns:a="http://schemas.openxmlformats.org/drawingml/2006/main">
            <a:r>
              <a:rPr sz="1400">
                <a:latin typeface="Arial"/>
                <a:ea typeface="Arial"/>
                <a:cs typeface="Arial"/>
              </a:rPr>
              <a:t>git diff --numstat: 29,823 additions - 409 deletions = 29,414 net lines</a:t>
            </a:r>
            <a:endParaRPr sz="1400"/>
          </a:p>
          <a:p xmlns:a="http://schemas.openxmlformats.org/drawingml/2006/main">
            <a:r>
              <a:rPr sz="1400">
                <a:latin typeface="Arial"/>
                <a:ea typeface="Arial"/>
                <a:cs typeface="Arial"/>
              </a:rPr>
              <a:t>GitHub PR and workflow snapshot, 6 September 2026</a:t>
            </a:r>
            <a:endParaRPr sz="1400"/>
          </a:p>
          <a:p xmlns:a="http://schemas.openxmlformats.org/drawingml/2006/main">
            <a:r>
              <a:rPr sz="1400">
                <a:latin typeface="Arial"/>
                <a:ea typeface="Arial"/>
                <a:cs typeface="Arial"/>
              </a:rPr>
              <a:t>Dynamic PR granularity model, 49,992 changed lines</a:t>
            </a:r>
            <a:endParaRPr sz="1400"/>
          </a:p>
          <a:p xmlns:a="http://schemas.openxmlformats.org/drawingml/2006/main">
            <a:r>
              <a:rPr sz="1400">
                <a:latin typeface="Arial"/>
                <a:ea typeface="Arial"/>
                <a:cs typeface="Arial"/>
              </a:rPr>
              <a:t>Human speed assumptions: 58 to 105 effective lines per hour by work class</a:t>
            </a:r>
            <a:endParaRPr sz="1400"/>
          </a:p>
          <a:p xmlns:a="http://schemas.openxmlformats.org/drawingml/2006/main">
            <a:r>
              <a:rPr sz="1400">
                <a:latin typeface="Arial"/>
                <a:ea typeface="Arial"/>
                <a:cs typeface="Arial"/>
              </a:rPr>
              <a:t>Replay range: 140 to 170 human workdays</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strongest measured gain appears between a machine signal and the next attempted correction.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Across the observed window, merged pull requests reached merge in one hour at the median. A failed workflow received another attempt on the same branch and workflow after 5.6 minutes at the median. The workflow itself remained mechanical, with a 1.25-minute median in the most recent 1,000-run sample. Human-only values are estimates: the user-supplied interruption model assigns 45 minutes of context recovery, then diagnosis and editing add roughly 15 to 75 minutes.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compare raw PR counts without accounting for their median 212 additions. Do not claim that AI accelerated the CI runner itself. Do not treat issue closure as proof of defect resolution quality.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conclusion frames these measurements as a basis for a controlled multi-team pilot.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Where did AI save time if CI still took the same time?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observed compression sits between checks: interpreting feedback, locating the relevant code, producing a correction and submitting the next SHA. Median failed-CI recovery was 5.6 minutes, while the human-only parameter range is 60 to 120 minutes.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GitHub PR snapshot: 97 merged PRs created since 30 August 2026</a:t>
            </a:r>
            <a:endParaRPr sz="1400"/>
          </a:p>
          <a:p xmlns:a="http://schemas.openxmlformats.org/drawingml/2006/main">
            <a:r>
              <a:rPr sz="1400">
                <a:latin typeface="Arial"/>
                <a:ea typeface="Arial"/>
                <a:cs typeface="Arial"/>
              </a:rPr>
              <a:t>GitHub issue snapshot: 306 issues closed</a:t>
            </a:r>
            <a:endParaRPr sz="1400"/>
          </a:p>
          <a:p xmlns:a="http://schemas.openxmlformats.org/drawingml/2006/main">
            <a:r>
              <a:rPr sz="1400">
                <a:latin typeface="Arial"/>
                <a:ea typeface="Arial"/>
                <a:cs typeface="Arial"/>
              </a:rPr>
              <a:t>GitHub Actions snapshot: 7,922 runs</a:t>
            </a:r>
            <a:endParaRPr sz="1400"/>
          </a:p>
          <a:p xmlns:a="http://schemas.openxmlformats.org/drawingml/2006/main">
            <a:r>
              <a:rPr sz="1400">
                <a:latin typeface="Arial"/>
                <a:ea typeface="Arial"/>
                <a:cs typeface="Arial"/>
              </a:rPr>
              <a:t>Most recent 1,000 workflow runs for duration percentiles</a:t>
            </a:r>
            <a:endParaRPr sz="1400"/>
          </a:p>
          <a:p xmlns:a="http://schemas.openxmlformats.org/drawingml/2006/main">
            <a:r>
              <a:rPr sz="1400">
                <a:latin typeface="Arial"/>
                <a:ea typeface="Arial"/>
                <a:cs typeface="Arial"/>
              </a:rPr>
              <a:t>116 failed-run follow-up pairs on the same branch and workflow</a:t>
            </a:r>
            <a:endParaRPr sz="1400"/>
          </a:p>
          <a:p xmlns:a="http://schemas.openxmlformats.org/drawingml/2006/main">
            <a:r>
              <a:rPr sz="1400">
                <a:latin typeface="Arial"/>
                <a:ea typeface="Arial"/>
                <a:cs typeface="Arial"/>
              </a:rPr>
              <a:t>Human-only recovery model: 45-minute context recovery plus diagnosis and edit time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credible conclusion is a scale experiment, not a production claim.</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This pilot demonstrates one complete delivery cell: an accountable engineer, bounded agents, a GitHub control plane, deterministic acceptance and one reviewable product path. The next test is whether the same method improves several real teams while fitting Swissquote process vocabulary, operational constraints and quality expectations.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claim production AML performance, regulatory adequacy, enterprise integration, high availability or measured productivity improvement.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Invite questions and use the appendix for mechanism-level drill-down.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00:35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What would you test before scaling this role?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Measure delivery throughput, escaped defects, review effort, model quality and operating cost across several bounded product increments, then adapt the control plane to existing enterprise systems.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docs/assignment/Inception/Inception.md success criterion</a:t>
            </a:r>
            <a:endParaRPr sz="1400"/>
          </a:p>
          <a:p xmlns:a="http://schemas.openxmlformats.org/drawingml/2006/main">
            <a:r>
              <a:rPr sz="1400">
                <a:latin typeface="Arial"/>
                <a:ea typeface="Arial"/>
                <a:cs typeface="Arial"/>
              </a:rPr>
              <a:t>GitHub issue #229 audience and narrative</a:t>
            </a:r>
            <a:endParaRPr sz="1400"/>
          </a:p>
          <a:p xmlns:a="http://schemas.openxmlformats.org/drawingml/2006/main">
            <a:r>
              <a:rPr sz="1400">
                <a:latin typeface="Arial"/>
                <a:ea typeface="Arial"/>
                <a:cs typeface="Arial"/>
              </a:rPr>
              <a:t>GitHub issue #74</a:t>
            </a:r>
            <a:endParaRPr sz="1400"/>
          </a:p>
          <a:p xmlns:a="http://schemas.openxmlformats.org/drawingml/2006/main">
            <a:r>
              <a:rPr sz="1400">
                <a:latin typeface="Arial"/>
                <a:ea typeface="Arial"/>
                <a:cs typeface="Arial"/>
              </a:rPr>
              <a:t>GitHub issue #250</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These are crops from authentic Playwright screenshots, not reconstructed mockups.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R1 shows the synthetic customer review. R2 shows storage substitution through the same visible contract. R3 adds deterministic analysis and history. R4 adds authenticated operator identity and real pgvector retrieval. The large R5 panel shows the completed local-model analysis, Stage 3 local provenance and persisted history. Cropping supports presentation legibility while the unmodified source PNGs remain retained with their workflow artifacts.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treat image recency as newer than the source SHA in the manifest. Do not present these crops as GitHub Project views.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Return to the relevant main slide or continue to the architecture appendix.</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As needed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trust these screenshots?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workflows assert the ring-specific behavior before retaining the Playwright artifact, and the manifest records run, artifact, digest, customer and source revision.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docs/reviewer/screenshot-manifest.md</a:t>
            </a:r>
            <a:endParaRPr sz="1400"/>
          </a:p>
          <a:p xmlns:a="http://schemas.openxmlformats.org/drawingml/2006/main">
            <a:r>
              <a:rPr sz="1400">
                <a:latin typeface="Arial"/>
                <a:ea typeface="Arial"/>
                <a:cs typeface="Arial"/>
              </a:rPr>
              <a:t>R1/R2/R3 artifact 9844165175</a:t>
            </a:r>
            <a:endParaRPr sz="1400"/>
          </a:p>
          <a:p xmlns:a="http://schemas.openxmlformats.org/drawingml/2006/main">
            <a:r>
              <a:rPr sz="1400">
                <a:latin typeface="Arial"/>
                <a:ea typeface="Arial"/>
                <a:cs typeface="Arial"/>
              </a:rPr>
              <a:t>R4 artifact 9856114241</a:t>
            </a:r>
            <a:endParaRPr sz="1400"/>
          </a:p>
          <a:p xmlns:a="http://schemas.openxmlformats.org/drawingml/2006/main">
            <a:r>
              <a:rPr sz="1400">
                <a:latin typeface="Arial"/>
                <a:ea typeface="Arial"/>
                <a:cs typeface="Arial"/>
              </a:rPr>
              <a:t>R5 proof workflow 34020857953</a:t>
            </a:r>
            <a:endParaRPr sz="1400"/>
          </a:p>
          <a:p xmlns:a="http://schemas.openxmlformats.org/drawingml/2006/main">
            <a:r>
              <a:rPr sz="1400">
                <a:latin typeface="Arial"/>
                <a:ea typeface="Arial"/>
                <a:cs typeface="Arial"/>
              </a:rPr>
              <a:t>R5 artifact 9985493952</a:t>
            </a:r>
            <a:endParaRPr sz="1400"/>
          </a:p>
          <a:p xmlns:a="http://schemas.openxmlformats.org/drawingml/2006/main">
            <a:r>
              <a:rPr sz="1400">
                <a:latin typeface="Arial"/>
                <a:ea typeface="Arial"/>
                <a:cs typeface="Arial"/>
              </a:rPr>
              <a:t>docs/reviewer/screenshots/R5_lmstudio_ensemble_customer_444.png</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ADRs preserve the why behind choices that would otherwise look arbitrary.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Open the individual links when a reviewer challenges a trade-off. The ADRs cover module shape, AI trust boundaries, persistence, stack reuse, packaging, distribution, relational access and reviewer-facing product identity. They record rejected alternatives and consequences rather than repeating the SDD.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treat ADRs as current execution evidence. Tests, code and workflow results own current behavior.</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Use the submodel slides only for mechanism-level questions.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As needed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eight ADRs for a five-day exercise?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Only choices with durable alternatives received an ADR. The records make substitution and later review cheaper without turning every implementation detail into architecture.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docs/assignment/ADR/</a:t>
            </a:r>
            <a:endParaRPr sz="1400"/>
          </a:p>
          <a:p xmlns:a="http://schemas.openxmlformats.org/drawingml/2006/main">
            <a:r>
              <a:rPr sz="1400">
                <a:latin typeface="Arial"/>
                <a:ea typeface="Arial"/>
                <a:cs typeface="Arial"/>
              </a:rPr>
              <a:t>docs/assignment/SDD/SDD.md section 13</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plot shows how evidence changes the whole distribution, not only the final scalar.</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blue curve is the explicit Beta one-four prior. This test case maps three of four activities to review-elevated observations, producing Beta four-five. The red posterior shifts its mean from 0.20 to 0.44. The shaded area above the fixed 0.40 reference equals 0.594 and becomes the emitted signal.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call the result a probability of fraud or money laundering. Do not claim production calibration.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fuzzy alternative expresses graded thresholds instead of a binary observation mapping.</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00:60 if asked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What does the Bayesian score mean?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It means the posterior probability that this synthetic review-elevated observation rate exceeds the fixed 0.40 reference, under the explicit Beta prior and mapping.</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backend/src/main/java/dev/specgraph/reference/analysis/BayesianSequentialRiskSignalDetectorAdapter.java</a:t>
            </a:r>
            <a:endParaRPr sz="1400"/>
          </a:p>
          <a:p xmlns:a="http://schemas.openxmlformats.org/drawingml/2006/main">
            <a:r>
              <a:rPr sz="1400">
                <a:latin typeface="Arial"/>
                <a:ea typeface="Arial"/>
                <a:cs typeface="Arial"/>
              </a:rPr>
              <a:t>backend/src/test/java/dev/specgraph/reference/analysis/BayesianSequentialRiskSignalDetectorAdapterTests.java</a:t>
            </a:r>
            <a:endParaRPr sz="1400"/>
          </a:p>
          <a:p xmlns:a="http://schemas.openxmlformats.org/drawingml/2006/main">
            <a:r>
              <a:rPr sz="1400">
                <a:latin typeface="Arial"/>
                <a:ea typeface="Arial"/>
                <a:cs typeface="Arial"/>
              </a:rPr>
              <a:t>https://docs.scipy.org/doc/scipy/reference/generated/scipy.stats.beta.html</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delivered v3 detector applies one overlapping low-medium-high partition to four prior-adjusted feature ratios.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Each effective ratio divides its positive count by the observation count plus two zero-positive prior observations. The shared partition is low through 0.10, peaks at medium at 0.30 and reaches high at 0.60. Activation equals one half of the medium membership plus the high membership. The final bounded surface adds a 0.05 baseline and fixed weights of 0.10, 0.10, 0.2625 and 0.4875 for crypto, incomplete, cross-border and source-risk activation. The coupled minimum remains visible in provenance with zero consequent weight so the same evidence is not counted twice.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call fuzzy membership or the final score a statistical probability. Do not claim these synthetic thresholds are institutional policy or calibrated AML parameters.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conditional slide explains how different detector families could be arbitrated after their semantics become comparable.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00:60 if asked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add two observations and use overlapping memberships?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add-two prior prevents tiny samples from saturating the detector, while the partition makes changes continuous and inspectable. Both are versioned heuristic choices, not learned or institutionally validated parameters.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backend/src/main/java/dev/specgraph/reference/analysis/FuzzyRiskSignalDetectorAdapter.java</a:t>
            </a:r>
            <a:endParaRPr sz="1400"/>
          </a:p>
          <a:p xmlns:a="http://schemas.openxmlformats.org/drawingml/2006/main">
            <a:r>
              <a:rPr sz="1400">
                <a:latin typeface="Arial"/>
                <a:ea typeface="Arial"/>
                <a:cs typeface="Arial"/>
              </a:rPr>
              <a:t>backend/src/test/java/dev/specgraph/reference/analysis/FuzzyRiskSignalDetectorAdapterTests.java</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Late fusion is a future arbitration stage, not the current Composite behavior.</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Each detector specializes in a different view of the same bounded facts. After score semantics and calibration become comparable, a late-fusion stage could weight or arbitrate those signals. The fused output should retain the child evidence so disagreement and provenance remain inspectable. The expected benefit is complementary error behavior, but this project has not yet measured an accuracy or generalization gain.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current Composite execution as calibrated fusion. Do not claim accuracy improvement without a frozen benchmark.</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forest slide explains one candidate specialist.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00:55 if asked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combine several weak detectors?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Specialists can make different errors. Fusion is useful only if comparable semantics and evaluation show that those differences improve the final signal.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GitHub issue #224</a:t>
            </a:r>
            <a:endParaRPr sz="1400"/>
          </a:p>
          <a:p xmlns:a="http://schemas.openxmlformats.org/drawingml/2006/main">
            <a:r>
              <a:rPr sz="1400">
                <a:latin typeface="Arial"/>
                <a:ea typeface="Arial"/>
                <a:cs typeface="Arial"/>
              </a:rPr>
              <a:t>GitHub issue #254</a:t>
            </a:r>
            <a:endParaRPr sz="1400"/>
          </a:p>
          <a:p xmlns:a="http://schemas.openxmlformats.org/drawingml/2006/main">
            <a:r>
              <a:rPr sz="1400">
                <a:latin typeface="Arial"/>
                <a:ea typeface="Arial"/>
                <a:cs typeface="Arial"/>
              </a:rPr>
              <a:t>GitHub issue #268</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forest visual shows actual trees and the runtime aggregation semantics.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Each tree splits the bounded feature vector and emits one class vote. The runtime model averages votes for REVIEW_ELEVATED. Training is offline with a fixed seed and packaged model provenance. The adapter remains behind RiskSignalDetectorPort, so downstream grounding and synthesis do not know Tribuo types.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call the vote share a calibrated probability. Do not claim production AML validity from synthetic training.</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Return to the fusion target only if the reviewer asks how this specialist would combine with others.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00:55 if asked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Random Forest after Bayesian and fuzzy detectors?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It adds a learned non-neural baseline with different inductive assumptions while keeping the same bounded features and evidence contract.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GitHub issue #223</a:t>
            </a:r>
            <a:endParaRPr sz="1400"/>
          </a:p>
          <a:p xmlns:a="http://schemas.openxmlformats.org/drawingml/2006/main">
            <a:r>
              <a:rPr sz="1400">
                <a:latin typeface="Arial"/>
                <a:ea typeface="Arial"/>
                <a:cs typeface="Arial"/>
              </a:rPr>
              <a:t>GitHub PR #439</a:t>
            </a:r>
            <a:endParaRPr sz="1400"/>
          </a:p>
          <a:p xmlns:a="http://schemas.openxmlformats.org/drawingml/2006/main">
            <a:r>
              <a:rPr sz="1400">
                <a:latin typeface="Arial"/>
                <a:ea typeface="Arial"/>
                <a:cs typeface="Arial"/>
              </a:rPr>
              <a:t>RiskSignalDetectorPort</a:t>
            </a:r>
            <a:endParaRPr sz="1400"/>
          </a:p>
          <a:p xmlns:a="http://schemas.openxmlformats.org/drawingml/2006/main">
            <a:r>
              <a:rPr sz="1400">
                <a:latin typeface="Arial"/>
                <a:ea typeface="Arial"/>
                <a:cs typeface="Arial"/>
              </a:rPr>
              <a:t>RandomForestRiskSignalDetectorAdapter</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Stage 3 selection is a factory concern, not application semantics.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bounded envelope enters one typed selection point. Deterministic execution remains the mandatory baseline. OpenAI remains opt-in. R5 delivers LM Studio as the local substitution. Every adapter returns the same structured result and model provenance. The grounding validator and history contract remain unchanged.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imply that local execution proves model quality. The delivered claim covers runtime selection, bounded structured exchange, provenance and the browser-visible result.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final appendix slide maps behaviors to the evidence level that proves them.</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00:55 if asked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retain the deterministic backend after adding a live model?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It keeps mandatory verification reproducible, isolates retrieval and orchestration failures, and provides a supported fallback without changing the operator workflow.</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AnalysisModelPort</a:t>
            </a:r>
            <a:endParaRPr sz="1400"/>
          </a:p>
          <a:p xmlns:a="http://schemas.openxmlformats.org/drawingml/2006/main">
            <a:r>
              <a:rPr sz="1400">
                <a:latin typeface="Arial"/>
                <a:ea typeface="Arial"/>
                <a:cs typeface="Arial"/>
              </a:rPr>
              <a:t>AnalysisEvidenceEnvelope</a:t>
            </a:r>
            <a:endParaRPr sz="1400"/>
          </a:p>
          <a:p xmlns:a="http://schemas.openxmlformats.org/drawingml/2006/main">
            <a:r>
              <a:rPr sz="1400">
                <a:latin typeface="Arial"/>
                <a:ea typeface="Arial"/>
                <a:cs typeface="Arial"/>
              </a:rPr>
              <a:t>GitHub PR #439</a:t>
            </a:r>
            <a:endParaRPr sz="1400"/>
          </a:p>
          <a:p xmlns:a="http://schemas.openxmlformats.org/drawingml/2006/main">
            <a:r>
              <a:rPr sz="1400">
                <a:latin typeface="Arial"/>
                <a:ea typeface="Arial"/>
                <a:cs typeface="Arial"/>
              </a:rPr>
              <a:t>GitHub issue #251</a:t>
            </a:r>
            <a:endParaRPr sz="1400"/>
          </a:p>
          <a:p xmlns:a="http://schemas.openxmlformats.org/drawingml/2006/main">
            <a:r>
              <a:rPr sz="1400">
                <a:latin typeface="Arial"/>
                <a:ea typeface="Arial"/>
                <a:cs typeface="Arial"/>
              </a:rPr>
              <a:t>docs/reviewer/r5-runtime.md</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Evidence strength follows the behavior being claimed.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Unit and property tests own value and algorithm invariants. Port contracts own substitution. Integration tests own real database, security and retrieval semantics. Playwright and deployment evidence own visible composition. Stable requirement and design IDs, test markers, workflow artifacts and exact source SHAs keep the path traceable.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use a test count or an old green workflow as a quality claim. Evidence remains bound to its behavior and source revision.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Return to the main conclusion.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As needed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retain browser evidence if integration tests pass?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Authentication, navigation, visible provenance and later history are operator-visible behaviors that lower test layers cannot prove in composition.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docs/assignment/VV/VV.md</a:t>
            </a:r>
            <a:endParaRPr sz="1400"/>
          </a:p>
          <a:p xmlns:a="http://schemas.openxmlformats.org/drawingml/2006/main">
            <a:r>
              <a:rPr sz="1400">
                <a:latin typeface="Arial"/>
                <a:ea typeface="Arial"/>
                <a:cs typeface="Arial"/>
              </a:rPr>
              <a:t>docs/assignment/VV/verification.yaml</a:t>
            </a:r>
            <a:endParaRPr sz="1400"/>
          </a:p>
          <a:p xmlns:a="http://schemas.openxmlformats.org/drawingml/2006/main">
            <a:r>
              <a:rPr sz="1400">
                <a:latin typeface="Arial"/>
                <a:ea typeface="Arial"/>
                <a:cs typeface="Arial"/>
              </a:rPr>
              <a:t>docs/reviewer/screenshot-manifest.md</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fde1dbaa1e64dd0" /></Relationships>
</file>

<file path=ppt/slideLayouts/slideLayout1.xml><?xml version="1.0" encoding="utf-8"?>
<p:sldLayout xmlns:p="http://schemas.openxmlformats.org/presentationml/2006/main" type="blank" preserve="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fced8a864514866" /><Relationship Type="http://schemas.openxmlformats.org/officeDocument/2006/relationships/slideLayout" Target="/ppt/slideLayouts/slideLayout1.xml" Id="Raa295564da23459d" /></Relationships>
</file>

<file path=ppt/slideMasters/slideMaster1.xml><?xml version="1.0" encoding="utf-8"?>
<p:sldMaster xmlns:p="http://schemas.openxmlformats.org/presentationml/2006/main">
  <p:cSld name="SpecGraph Master">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a295564da23459d"/>
  </p:sldLayoutIdLst>
  <p:txStyles>
    <p:titleStyle>
      <a:lvl1pPr xmlns:a="http://schemas.openxmlformats.org/drawingml/2006/main" algn="l">
        <a:buNone/>
        <a:defRPr sz="3200" b="1"/>
      </a:lvl1pPr>
    </p:titleStyle>
    <p:bodyStyle>
      <a:lvl1pPr xmlns:a="http://schemas.openxmlformats.org/drawingml/2006/main">
        <a:buNone/>
        <a:defRPr sz="1800"/>
      </a:lvl1pPr>
    </p:bodyStyle>
  </p:txStyles>
</p:sldMaster>
</file>

<file path=ppt/slideMasters/theme/theme2.xml><?xml version="1.0" encoding="utf-8"?>
<a:theme xmlns:a="http://schemas.openxmlformats.org/drawingml/2006/main" name="SpecGraph">
  <a:themeElements>
    <a:clrScheme name="SpecGraph">
      <a:dk1>
        <a:srgbClr val="101820"/>
      </a:dk1>
      <a:lt1>
        <a:srgbClr val="FFFFFF"/>
      </a:lt1>
      <a:dk2>
        <a:srgbClr val="17212B"/>
      </a:dk2>
      <a:lt2>
        <a:srgbClr val="F4F6F8"/>
      </a:lt2>
      <a:accent1>
        <a:srgbClr val="D71920"/>
      </a:accent1>
      <a:accent2>
        <a:srgbClr val="2A5B84"/>
      </a:accent2>
      <a:accent3>
        <a:srgbClr val="1F7A5A"/>
      </a:accent3>
      <a:accent4>
        <a:srgbClr val="B46B13"/>
      </a:accent4>
      <a:accent5>
        <a:srgbClr val="667984"/>
      </a:accent5>
      <a:accent6>
        <a:srgbClr val="977176"/>
      </a:accent6>
      <a:hlink>
        <a:srgbClr val="0563C1"/>
      </a:hlink>
      <a:folHlink>
        <a:srgbClr val="954F72"/>
      </a:folHlink>
    </a:clrScheme>
    <a:fontScheme name="Arial">
      <a:majorFont>
        <a:latin typeface="Arial"/>
        <a:ea typeface=""/>
        <a:cs typeface=""/>
      </a:majorFont>
      <a:minorFont>
        <a:latin typeface="Arial"/>
        <a:ea typeface=""/>
        <a:cs typeface=""/>
      </a:minorFont>
    </a:fontScheme>
    <a:fmtScheme name="SpecGraph">
      <a:fillStyleLst>
        <a:solidFill>
          <a:srgbClr val="D71920"/>
        </a:solidFill>
        <a:solidFill>
          <a:srgbClr val="17212B"/>
        </a:solidFill>
        <a:solidFill>
          <a:srgbClr val="F4F6F8"/>
        </a:solidFill>
      </a:fillStyleLst>
      <a:lnStyleLst>
        <a:ln w="12700">
          <a:solidFill>
            <a:srgbClr val="17212B"/>
          </a:solidFill>
        </a:ln>
        <a:ln w="25400">
          <a:solidFill>
            <a:srgbClr val="D71920"/>
          </a:solidFill>
        </a:ln>
        <a:ln w="12700">
          <a:solidFill>
            <a:srgbClr val="D9DEE3"/>
          </a:solidFill>
        </a:ln>
      </a:lnStyleLst>
      <a:effectStyleLst>
        <a:effectStyle>
          <a:effectLst/>
        </a:effectStyle>
        <a:effectStyle>
          <a:effectLst/>
        </a:effectStyle>
        <a:effectStyle>
          <a:effectLst/>
        </a:effectStyle>
      </a:effectStyleLst>
      <a:bgFillStyleLst>
        <a:solidFill>
          <a:srgbClr val="FFFFFF"/>
        </a:solidFill>
        <a:solidFill>
          <a:srgbClr val="F4F6F8"/>
        </a:solidFill>
        <a:solidFill>
          <a:srgbClr val="101820"/>
        </a:soli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628085cd7224e87" /><Relationship Type="http://schemas.openxmlformats.org/officeDocument/2006/relationships/notesSlide" Target="/ppt/notesSlides/notesSlide1.xml" Id="Re2ffd3774c51426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183aff99dc14fc4" /><Relationship Type="http://schemas.openxmlformats.org/officeDocument/2006/relationships/image" Target="/ppt/media/image.png" Id="R5c124e39fbf64b93" /><Relationship Type="http://schemas.openxmlformats.org/officeDocument/2006/relationships/notesSlide" Target="/ppt/notesSlides/notesSlide2.xml" Id="R96cdc9d8b00246c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172831145a64326" /><Relationship Type="http://schemas.openxmlformats.org/officeDocument/2006/relationships/image" Target="/ppt/media/image2.png" Id="R7c3a7884fa9a4c59" /><Relationship Type="http://schemas.openxmlformats.org/officeDocument/2006/relationships/image" Target="/ppt/media/image3.png" Id="R1cbbc7a00fbe449c" /><Relationship Type="http://schemas.openxmlformats.org/officeDocument/2006/relationships/image" Target="/ppt/media/image4.png" Id="R1d366705d76749a6" /><Relationship Type="http://schemas.openxmlformats.org/officeDocument/2006/relationships/image" Target="/ppt/media/image5.png" Id="R063a1a5651084283" /><Relationship Type="http://schemas.openxmlformats.org/officeDocument/2006/relationships/image" Target="/ppt/media/image6.png" Id="R0bd4510a745d442c" /><Relationship Type="http://schemas.openxmlformats.org/officeDocument/2006/relationships/image" Target="/ppt/media/image7.png" Id="Rb29dcb1ed5964ec9" /><Relationship Type="http://schemas.openxmlformats.org/officeDocument/2006/relationships/notesSlide" Target="/ppt/notesSlides/notesSlide3.xml" Id="R2f6a621d328d44c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95b67aad4c548bb" /><Relationship Type="http://schemas.openxmlformats.org/officeDocument/2006/relationships/image" Target="/ppt/media/image8.png" Id="Rb3305423a41c4a49" /><Relationship Type="http://schemas.openxmlformats.org/officeDocument/2006/relationships/image" Target="/ppt/media/image9.png" Id="Rfe44bce3d1e54885" /><Relationship Type="http://schemas.openxmlformats.org/officeDocument/2006/relationships/notesSlide" Target="/ppt/notesSlides/notesSlide4.xml" Id="Rf0d555da54d148d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5425545bb6f4ea3" /><Relationship Type="http://schemas.openxmlformats.org/officeDocument/2006/relationships/image" Target="/ppt/media/image10.png" Id="R09901b36ea224bee" /><Relationship Type="http://schemas.openxmlformats.org/officeDocument/2006/relationships/image" Target="/ppt/media/image11.png" Id="R06811cb476cc4a04" /><Relationship Type="http://schemas.openxmlformats.org/officeDocument/2006/relationships/image" Target="/ppt/media/image12.png" Id="Rc8198f77be274168" /><Relationship Type="http://schemas.openxmlformats.org/officeDocument/2006/relationships/image" Target="/ppt/media/image13.png" Id="R9cd98e26e0824803" /><Relationship Type="http://schemas.openxmlformats.org/officeDocument/2006/relationships/image" Target="/ppt/media/image14.png" Id="R577b1049bfd44118" /><Relationship Type="http://schemas.openxmlformats.org/officeDocument/2006/relationships/image" Target="/ppt/media/image15.png" Id="R04ec35d8cfbe4db1" /><Relationship Type="http://schemas.openxmlformats.org/officeDocument/2006/relationships/image" Target="/ppt/media/image16.png" Id="R41026b607caf4993" /><Relationship Type="http://schemas.openxmlformats.org/officeDocument/2006/relationships/image" Target="/ppt/media/image17.png" Id="R131b2f0fb85b4493" /><Relationship Type="http://schemas.openxmlformats.org/officeDocument/2006/relationships/image" Target="/ppt/media/image18.png" Id="Rcb02a5a85d7f45d5" /><Relationship Type="http://schemas.openxmlformats.org/officeDocument/2006/relationships/notesSlide" Target="/ppt/notesSlides/notesSlide5.xml" Id="R0229385520f64b0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59108bcdb4c4599" /><Relationship Type="http://schemas.openxmlformats.org/officeDocument/2006/relationships/image" Target="/ppt/media/image19.png" Id="Re6300ab32cc84ec9" /><Relationship Type="http://schemas.openxmlformats.org/officeDocument/2006/relationships/image" Target="/ppt/media/image20.png" Id="Ra86f1376997d4d4f" /><Relationship Type="http://schemas.openxmlformats.org/officeDocument/2006/relationships/image" Target="/ppt/media/image21.png" Id="Rad9678195e2c4a6c" /><Relationship Type="http://schemas.openxmlformats.org/officeDocument/2006/relationships/image" Target="/ppt/media/image22.png" Id="Rf7d3e607af4d48cb" /><Relationship Type="http://schemas.openxmlformats.org/officeDocument/2006/relationships/image" Target="/ppt/media/image23.png" Id="R9d485dfaa0094e9a" /><Relationship Type="http://schemas.openxmlformats.org/officeDocument/2006/relationships/image" Target="/ppt/media/image24.png" Id="R2e898ca25ce7450a" /><Relationship Type="http://schemas.openxmlformats.org/officeDocument/2006/relationships/hyperlink" Target="https://github.com/jdoe-dev-159753/specgraph-reference-app/pull/263" TargetMode="External" Id="R562852375a264677" /><Relationship Type="http://schemas.openxmlformats.org/officeDocument/2006/relationships/image" Target="/ppt/media/image25.png" Id="R7e9ba4907f134d36" /><Relationship Type="http://schemas.openxmlformats.org/officeDocument/2006/relationships/hyperlink" Target="https://github.com/jdoe-dev-159753/specgraph-reference-app/issues/254" TargetMode="External" Id="R505695d0bc3c4077" /><Relationship Type="http://schemas.openxmlformats.org/officeDocument/2006/relationships/image" Target="/ppt/media/image26.png" Id="R8bca3b9ba5304583" /><Relationship Type="http://schemas.openxmlformats.org/officeDocument/2006/relationships/image" Target="/ppt/media/image27.png" Id="Rcca7626da57341a2" /><Relationship Type="http://schemas.openxmlformats.org/officeDocument/2006/relationships/image" Target="/ppt/media/image28.png" Id="Rc09c78de9a4c4423" /><Relationship Type="http://schemas.openxmlformats.org/officeDocument/2006/relationships/image" Target="/ppt/media/image29.png" Id="R5f708538af0b44e3" /><Relationship Type="http://schemas.openxmlformats.org/officeDocument/2006/relationships/image" Target="/ppt/media/image30.png" Id="R7b6dcb0da3b34e77" /><Relationship Type="http://schemas.openxmlformats.org/officeDocument/2006/relationships/image" Target="/ppt/media/image31.png" Id="Ra7500711dc05443e" /><Relationship Type="http://schemas.openxmlformats.org/officeDocument/2006/relationships/hyperlink" Target="https://github.com/jdoe-dev-159753/specgraph-reference-app/pull/221" TargetMode="External" Id="R45d7fb7651a84f3a" /><Relationship Type="http://schemas.openxmlformats.org/officeDocument/2006/relationships/image" Target="/ppt/media/image32.png" Id="R7260218a2cfe4685" /><Relationship Type="http://schemas.openxmlformats.org/officeDocument/2006/relationships/hyperlink" Target="https://github.com/jdoe-dev-159753/specgraph-reference-app/pull/439" TargetMode="External" Id="R4c76d1039bad4ba1" /><Relationship Type="http://schemas.openxmlformats.org/officeDocument/2006/relationships/hyperlink" Target="https://github.com/jdoe-dev-159753/specgraph-reference-app/pull/439" TargetMode="External" Id="R19f40171dd3f4f07" /><Relationship Type="http://schemas.openxmlformats.org/officeDocument/2006/relationships/notesSlide" Target="/ppt/notesSlides/notesSlide6.xml" Id="Rd7143ccb1a8b40b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7ad3590c9e54101" /><Relationship Type="http://schemas.openxmlformats.org/officeDocument/2006/relationships/image" Target="/ppt/media/image33.png" Id="Rc573b8f7eb6b44e2" /><Relationship Type="http://schemas.openxmlformats.org/officeDocument/2006/relationships/image" Target="/ppt/media/image34.png" Id="R86272c05e993472c" /><Relationship Type="http://schemas.openxmlformats.org/officeDocument/2006/relationships/image" Target="/ppt/media/image35.png" Id="R5fee0e94c3dd4983" /><Relationship Type="http://schemas.openxmlformats.org/officeDocument/2006/relationships/image" Target="/ppt/media/image36.png" Id="R711925a3922441ad" /><Relationship Type="http://schemas.openxmlformats.org/officeDocument/2006/relationships/image" Target="/ppt/media/image37.png" Id="Radfbb01ee9084bd3" /><Relationship Type="http://schemas.openxmlformats.org/officeDocument/2006/relationships/image" Target="/ppt/media/image38.png" Id="Rcdbc9a865ee24713" /><Relationship Type="http://schemas.openxmlformats.org/officeDocument/2006/relationships/image" Target="/ppt/media/image39.png" Id="R9766a4c8480b4e37" /><Relationship Type="http://schemas.openxmlformats.org/officeDocument/2006/relationships/notesSlide" Target="/ppt/notesSlides/notesSlide7.xml" Id="R8c41410224d5430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f9ac1caa2bb4459" /><Relationship Type="http://schemas.openxmlformats.org/officeDocument/2006/relationships/notesSlide" Target="/ppt/notesSlides/notesSlide8.xml" Id="Re8d257d011ee4b8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4a10ce55bdc4717" /><Relationship Type="http://schemas.openxmlformats.org/officeDocument/2006/relationships/image" Target="/ppt/media/image40.png" Id="R6f188f90d2b14e33" /><Relationship Type="http://schemas.openxmlformats.org/officeDocument/2006/relationships/image" Target="/ppt/media/image41.png" Id="R4992c467f22a424a" /><Relationship Type="http://schemas.openxmlformats.org/officeDocument/2006/relationships/image" Target="/ppt/media/image42.png" Id="Rc9b7c9ed5c404ca3" /><Relationship Type="http://schemas.openxmlformats.org/officeDocument/2006/relationships/image" Target="/ppt/media/image43.png" Id="R8e64f4dd01464046" /><Relationship Type="http://schemas.openxmlformats.org/officeDocument/2006/relationships/image" Target="/ppt/media/image44.png" Id="Rcda551e8b5bc40ea" /><Relationship Type="http://schemas.openxmlformats.org/officeDocument/2006/relationships/image" Target="/ppt/media/image45.png" Id="Rff8e0a9940254981" /><Relationship Type="http://schemas.openxmlformats.org/officeDocument/2006/relationships/notesSlide" Target="/ppt/notesSlides/notesSlide9.xml" Id="R439e2b3992c64f6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6842d6077f641d0" /><Relationship Type="http://schemas.openxmlformats.org/officeDocument/2006/relationships/image" Target="/ppt/media/image46.png" Id="R898998a6328e4313" /><Relationship Type="http://schemas.openxmlformats.org/officeDocument/2006/relationships/image" Target="/ppt/media/image47.png" Id="Re3ee3f0f4d9443b8" /><Relationship Type="http://schemas.openxmlformats.org/officeDocument/2006/relationships/image" Target="/ppt/media/image48.png" Id="Rf8c54aa93d714be7" /><Relationship Type="http://schemas.openxmlformats.org/officeDocument/2006/relationships/image" Target="/ppt/media/image49.png" Id="Rede650f7cef14663" /><Relationship Type="http://schemas.openxmlformats.org/officeDocument/2006/relationships/notesSlide" Target="/ppt/notesSlides/notesSlide10.xml" Id="R444e2564396e449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c4310d6099a4f81" /><Relationship Type="http://schemas.openxmlformats.org/officeDocument/2006/relationships/image" Target="/ppt/media/image50.png" Id="Rb5b8bdd06cf344f8" /><Relationship Type="http://schemas.openxmlformats.org/officeDocument/2006/relationships/image" Target="/ppt/media/image51.png" Id="R8a1736016935466f" /><Relationship Type="http://schemas.openxmlformats.org/officeDocument/2006/relationships/image" Target="/ppt/media/image52.png" Id="Rbcd9804c184e4d0f" /><Relationship Type="http://schemas.openxmlformats.org/officeDocument/2006/relationships/image" Target="/ppt/media/image53.png" Id="R5519b945deaa47ea" /><Relationship Type="http://schemas.openxmlformats.org/officeDocument/2006/relationships/image" Target="/ppt/media/image54.png" Id="Rb3f4df403df44c5c" /><Relationship Type="http://schemas.openxmlformats.org/officeDocument/2006/relationships/image" Target="/ppt/media/image55.png" Id="Rf80c395cc841465d" /><Relationship Type="http://schemas.openxmlformats.org/officeDocument/2006/relationships/notesSlide" Target="/ppt/notesSlides/notesSlide11.xml" Id="Rd475efe905ad4a5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70bdefe0e704efd" /><Relationship Type="http://schemas.openxmlformats.org/officeDocument/2006/relationships/notesSlide" Target="/ppt/notesSlides/notesSlide12.xml" Id="Rf8e40f0dc0bf429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ed55effa6ed4fa7" /><Relationship Type="http://schemas.openxmlformats.org/officeDocument/2006/relationships/image" Target="/ppt/media/image56.png" Id="Rb029f669d49147cd" /><Relationship Type="http://schemas.openxmlformats.org/officeDocument/2006/relationships/image" Target="/ppt/media/image57.png" Id="R4f401765fca440a6" /><Relationship Type="http://schemas.openxmlformats.org/officeDocument/2006/relationships/image" Target="/ppt/media/image58.png" Id="Rf6d78988cbbf45da" /><Relationship Type="http://schemas.openxmlformats.org/officeDocument/2006/relationships/image" Target="/ppt/media/image59.png" Id="Rc6498391416649c6" /><Relationship Type="http://schemas.openxmlformats.org/officeDocument/2006/relationships/notesSlide" Target="/ppt/notesSlides/notesSlide13.xml" Id="Rcc25fcc2dc484ca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482b8ca3b924c11" /><Relationship Type="http://schemas.openxmlformats.org/officeDocument/2006/relationships/image" Target="/ppt/media/image60.png" Id="R325e5788997d4965" /><Relationship Type="http://schemas.openxmlformats.org/officeDocument/2006/relationships/image" Target="/ppt/media/image61.png" Id="R53f6e0f2d1f54ac5" /><Relationship Type="http://schemas.openxmlformats.org/officeDocument/2006/relationships/image" Target="/ppt/media/image62.png" Id="R1b976fd8fb644d55" /><Relationship Type="http://schemas.openxmlformats.org/officeDocument/2006/relationships/image" Target="/ppt/media/image63.png" Id="R45da18ac2fe14ee4" /><Relationship Type="http://schemas.openxmlformats.org/officeDocument/2006/relationships/image" Target="/ppt/media/image64.png" Id="R77b4eec271e14d71" /><Relationship Type="http://schemas.openxmlformats.org/officeDocument/2006/relationships/image" Target="/ppt/media/image65.png" Id="R58a186bf67b647fd" /><Relationship Type="http://schemas.openxmlformats.org/officeDocument/2006/relationships/image" Target="/ppt/media/image66.png" Id="R1ff4fdd28be24c7d" /><Relationship Type="http://schemas.openxmlformats.org/officeDocument/2006/relationships/notesSlide" Target="/ppt/notesSlides/notesSlide14.xml" Id="Rfe032235a6f14e0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8bbc29875244f25" /><Relationship Type="http://schemas.openxmlformats.org/officeDocument/2006/relationships/image" Target="/ppt/media/image67.png" Id="R274097a482fc4305" /><Relationship Type="http://schemas.openxmlformats.org/officeDocument/2006/relationships/image" Target="/ppt/media/image68.png" Id="Rb7841984e41a4da4" /><Relationship Type="http://schemas.openxmlformats.org/officeDocument/2006/relationships/image" Target="/ppt/media/image69.png" Id="R5057ba9aba4e4d73" /><Relationship Type="http://schemas.openxmlformats.org/officeDocument/2006/relationships/image" Target="/ppt/media/image70.png" Id="Rf2b0e8dbb816459d" /><Relationship Type="http://schemas.openxmlformats.org/officeDocument/2006/relationships/image" Target="/ppt/media/image71.png" Id="Ra2a9417ec84e4667" /><Relationship Type="http://schemas.openxmlformats.org/officeDocument/2006/relationships/image" Target="/ppt/media/image72.png" Id="R52a3de6ab85742ef" /><Relationship Type="http://schemas.openxmlformats.org/officeDocument/2006/relationships/notesSlide" Target="/ppt/notesSlides/notesSlide15.xml" Id="Rd49a1b45416d4c3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7abfdbba5c045f5" /><Relationship Type="http://schemas.openxmlformats.org/officeDocument/2006/relationships/hyperlink" Target="https://github.com/jdoe-dev-159753/specgraph-reference-app/blob/main/docs/assignment/ADR/ADR-001-modular-monolith-hexagonal.md" TargetMode="External" Id="R4da6af6d77364ef6" /><Relationship Type="http://schemas.openxmlformats.org/officeDocument/2006/relationships/hyperlink" Target="https://github.com/jdoe-dev-159753/specgraph-reference-app/blob/main/docs/assignment/ADR/ADR-002-provider-neutral-analysis.md" TargetMode="External" Id="R7877781575164eae" /><Relationship Type="http://schemas.openxmlformats.org/officeDocument/2006/relationships/hyperlink" Target="https://github.com/jdoe-dev-159753/specgraph-reference-app/blob/main/docs/assignment/ADR/ADR-003-postgresql-pgvector-persistence.md" TargetMode="External" Id="Rc474ce3fa4df455c" /><Relationship Type="http://schemas.openxmlformats.org/officeDocument/2006/relationships/hyperlink" Target="https://github.com/jdoe-dev-159753/specgraph-reference-app/blob/main/docs/assignment/ADR/ADR-004-baseline-web-stack.md" TargetMode="External" Id="R3a3de61bde384ac2" /><Relationship Type="http://schemas.openxmlformats.org/officeDocument/2006/relationships/hyperlink" Target="https://github.com/jdoe-dev-159753/specgraph-reference-app/blob/main/docs/assignment/ADR/ADR-005-prebuilt-demo-container-packaging.md" TargetMode="External" Id="R44fe503ac1834d80" /><Relationship Type="http://schemas.openxmlformats.org/officeDocument/2006/relationships/hyperlink" Target="https://github.com/jdoe-dev-159753/specgraph-reference-app/blob/main/docs/assignment/ADR/ADR-006-compose-oci-multi-platform-distribution.md" TargetMode="External" Id="Rbf00c745d8a741eb" /><Relationship Type="http://schemas.openxmlformats.org/officeDocument/2006/relationships/hyperlink" Target="https://github.com/jdoe-dev-159753/specgraph-reference-app/blob/main/docs/assignment/ADR/ADR-007-spring-jdbc-relational-adapters.md" TargetMode="External" Id="R8764e58157dc4ed2" /><Relationship Type="http://schemas.openxmlformats.org/officeDocument/2006/relationships/hyperlink" Target="https://github.com/jdoe-dev-159753/specgraph-reference-app/blob/main/docs/assignment/ADR/ADR-008-customer-activity-analytics-identity.md" TargetMode="External" Id="R2dcef8224dd44210" /><Relationship Type="http://schemas.openxmlformats.org/officeDocument/2006/relationships/hyperlink" Target="https://github.com/jdoe-dev-159753/specgraph-reference-app/tree/main/docs/assignment/ADR" TargetMode="External" Id="R82acace9f0b74e0d" /><Relationship Type="http://schemas.openxmlformats.org/officeDocument/2006/relationships/notesSlide" Target="/ppt/notesSlides/notesSlide16.xml" Id="Rfc5ebe6c6bf44db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0d9181f5c00469f" /><Relationship Type="http://schemas.openxmlformats.org/officeDocument/2006/relationships/notesSlide" Target="/ppt/notesSlides/notesSlide17.xml" Id="R0a18f056e1104ef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5d7613b1a274301" /><Relationship Type="http://schemas.openxmlformats.org/officeDocument/2006/relationships/notesSlide" Target="/ppt/notesSlides/notesSlide18.xml" Id="R5669092e866a43a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1db23c988574334" /><Relationship Type="http://schemas.openxmlformats.org/officeDocument/2006/relationships/image" Target="/ppt/media/image73.png" Id="R5177e0fae8bd49ab" /><Relationship Type="http://schemas.openxmlformats.org/officeDocument/2006/relationships/image" Target="/ppt/media/image74.png" Id="R679434c4114a4789" /><Relationship Type="http://schemas.openxmlformats.org/officeDocument/2006/relationships/image" Target="/ppt/media/image75.png" Id="R2e7b135f7fb543c9" /><Relationship Type="http://schemas.openxmlformats.org/officeDocument/2006/relationships/image" Target="/ppt/media/image76.png" Id="R72ee8b0047a94e7d" /><Relationship Type="http://schemas.openxmlformats.org/officeDocument/2006/relationships/image" Target="/ppt/media/image77.png" Id="R8bbfdb74cb844d20" /><Relationship Type="http://schemas.openxmlformats.org/officeDocument/2006/relationships/image" Target="/ppt/media/image78.png" Id="R18d5e59129d14db3" /><Relationship Type="http://schemas.openxmlformats.org/officeDocument/2006/relationships/image" Target="/ppt/media/image79.png" Id="R51879715f51c48ca" /><Relationship Type="http://schemas.openxmlformats.org/officeDocument/2006/relationships/notesSlide" Target="/ppt/notesSlides/notesSlide19.xml" Id="R676ecda262b740c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160a2b97c954d84" /><Relationship Type="http://schemas.openxmlformats.org/officeDocument/2006/relationships/notesSlide" Target="/ppt/notesSlides/notesSlide20.xml" Id="Rb84c4c5478a14e3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40d1777818ec4764" /><Relationship Type="http://schemas.openxmlformats.org/officeDocument/2006/relationships/image" Target="/ppt/media/image80.png" Id="R88936441898a4198" /><Relationship Type="http://schemas.openxmlformats.org/officeDocument/2006/relationships/image" Target="/ppt/media/image81.png" Id="R0bde7cb848444812" /><Relationship Type="http://schemas.openxmlformats.org/officeDocument/2006/relationships/image" Target="/ppt/media/image82.png" Id="R23342f2feebb4142" /><Relationship Type="http://schemas.openxmlformats.org/officeDocument/2006/relationships/image" Target="/ppt/media/image83.png" Id="R9eeb28f1dffd4eb5" /><Relationship Type="http://schemas.openxmlformats.org/officeDocument/2006/relationships/image" Target="/ppt/media/image84.png" Id="Ra27cf6cd99344621" /><Relationship Type="http://schemas.openxmlformats.org/officeDocument/2006/relationships/image" Target="/ppt/media/image85.png" Id="R1cf450d1cea14d20" /><Relationship Type="http://schemas.openxmlformats.org/officeDocument/2006/relationships/image" Target="/ppt/media/image86.png" Id="Rb16eea5765664f74" /><Relationship Type="http://schemas.openxmlformats.org/officeDocument/2006/relationships/notesSlide" Target="/ppt/notesSlides/notesSlide21.xml" Id="Ra3fa9d5807ac49e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8da05c7661ee4a19" /><Relationship Type="http://schemas.openxmlformats.org/officeDocument/2006/relationships/image" Target="/ppt/media/image87.png" Id="R858538f9f8ad47df" /><Relationship Type="http://schemas.openxmlformats.org/officeDocument/2006/relationships/image" Target="/ppt/media/image88.png" Id="R207aad3bd47b412c" /><Relationship Type="http://schemas.openxmlformats.org/officeDocument/2006/relationships/image" Target="/ppt/media/image89.png" Id="R5436761a61344949" /><Relationship Type="http://schemas.openxmlformats.org/officeDocument/2006/relationships/image" Target="/ppt/media/image90.png" Id="R9385daab475e4daa" /><Relationship Type="http://schemas.openxmlformats.org/officeDocument/2006/relationships/image" Target="/ppt/media/image91.png" Id="R59b4a38bc7984ce3" /><Relationship Type="http://schemas.openxmlformats.org/officeDocument/2006/relationships/image" Target="/ppt/media/image92.png" Id="R174c02642a1e4784" /><Relationship Type="http://schemas.openxmlformats.org/officeDocument/2006/relationships/image" Target="/ppt/media/image93.png" Id="Rf4114054d75240f4" /><Relationship Type="http://schemas.openxmlformats.org/officeDocument/2006/relationships/image" Target="/ppt/media/image94.png" Id="R6df1d63150fe49a4" /><Relationship Type="http://schemas.openxmlformats.org/officeDocument/2006/relationships/notesSlide" Target="/ppt/notesSlides/notesSlide22.xml" Id="Rf283e3ca726945eb" /></Relationships>
</file>

<file path=ppt/slides/slide1.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2" name="Connector 2">
            <a:extLst xmlns:a="http://schemas.openxmlformats.org/drawingml/2006/main">
              <a:ext uri="{FF2B5EF4-FFF2-40B4-BE49-F238E27FC236}">
                <a16:creationId xmlns:a16="http://schemas.microsoft.com/office/drawing/2014/main" id="{314DAFA5-1975-4899-9617-7D9723ACA20D}"/>
              </a:ext>
            </a:extLst>
          </p:cNvPr>
          <p:cNvSpPr>
            <a:spLocks xmlns:a="http://schemas.openxmlformats.org/drawingml/2006/main" noGrp="1"/>
          </p:cNvSpPr>
          <p:nvPr/>
        </p:nvSpPr>
        <p:spPr>
          <a:xfrm xmlns:a="http://schemas.openxmlformats.org/drawingml/2006/main">
            <a:off x="609600" y="685800"/>
            <a:ext cx="838200" cy="0"/>
          </a:xfrm>
          <a:prstGeom xmlns:a="http://schemas.openxmlformats.org/drawingml/2006/main" prst="line">
            <a:avLst/>
          </a:prstGeom>
          <a:ln xmlns:a="http://schemas.openxmlformats.org/drawingml/2006/main" w="63500">
            <a:solidFill>
              <a:srgbClr val="D71920"/>
            </a:solidFill>
          </a:ln>
        </p:spPr>
      </p:sp>
      <p:sp>
        <p:nvSpPr>
          <p:cNvPr id="3" name="Text 3">
            <a:extLst xmlns:a="http://schemas.openxmlformats.org/drawingml/2006/main">
              <a:ext uri="{FF2B5EF4-FFF2-40B4-BE49-F238E27FC236}">
                <a16:creationId xmlns:a16="http://schemas.microsoft.com/office/drawing/2014/main" id="{FE43D422-714B-46EA-BEF7-FA9B2047211A}"/>
              </a:ext>
            </a:extLst>
          </p:cNvPr>
          <p:cNvSpPr>
            <a:spLocks xmlns:a="http://schemas.openxmlformats.org/drawingml/2006/main" noGrp="1"/>
          </p:cNvSpPr>
          <p:nvPr/>
        </p:nvSpPr>
        <p:spPr>
          <a:xfrm xmlns:a="http://schemas.openxmlformats.org/drawingml/2006/main">
            <a:off x="609600" y="1047750"/>
            <a:ext cx="72390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spc="220">
                <a:solidFill>
                  <a:srgbClr val="981B1E"/>
                </a:solidFill>
                <a:latin typeface="Arial"/>
                <a:ea typeface="Arial"/>
                <a:cs typeface="Arial"/>
              </a:rPr>
              <a:t>CUSTOMER ACTIVITY ANALYTICS</a:t>
            </a:r>
            <a:endParaRPr sz="1500"/>
          </a:p>
        </p:txBody>
      </p:sp>
      <p:sp>
        <p:nvSpPr>
          <p:cNvPr id="4" name="Text 4">
            <a:extLst xmlns:a="http://schemas.openxmlformats.org/drawingml/2006/main">
              <a:ext uri="{FF2B5EF4-FFF2-40B4-BE49-F238E27FC236}">
                <a16:creationId xmlns:a16="http://schemas.microsoft.com/office/drawing/2014/main" id="{6F4D1F41-F855-4DD7-898D-197728E7E3FA}"/>
              </a:ext>
            </a:extLst>
          </p:cNvPr>
          <p:cNvSpPr>
            <a:spLocks xmlns:a="http://schemas.openxmlformats.org/drawingml/2006/main" noGrp="1"/>
          </p:cNvSpPr>
          <p:nvPr/>
        </p:nvSpPr>
        <p:spPr>
          <a:xfrm xmlns:a="http://schemas.openxmlformats.org/drawingml/2006/main">
            <a:off x="590550" y="1600200"/>
            <a:ext cx="10287000" cy="1447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4300" b="1">
                <a:solidFill>
                  <a:srgbClr val="17212B"/>
                </a:solidFill>
                <a:latin typeface="Arial"/>
                <a:ea typeface="Arial"/>
                <a:cs typeface="Arial"/>
              </a:rPr>
              <a:t>A working operator path built through a controlled human-agent system</a:t>
            </a:r>
            <a:endParaRPr sz="4300"/>
          </a:p>
        </p:txBody>
      </p:sp>
      <p:sp>
        <p:nvSpPr>
          <p:cNvPr id="5" name="Text 5">
            <a:extLst xmlns:a="http://schemas.openxmlformats.org/drawingml/2006/main">
              <a:ext uri="{FF2B5EF4-FFF2-40B4-BE49-F238E27FC236}">
                <a16:creationId xmlns:a16="http://schemas.microsoft.com/office/drawing/2014/main" id="{C1259D51-3200-4863-B0F8-1E54F7A4F56E}"/>
              </a:ext>
            </a:extLst>
          </p:cNvPr>
          <p:cNvSpPr>
            <a:spLocks xmlns:a="http://schemas.openxmlformats.org/drawingml/2006/main" noGrp="1"/>
          </p:cNvSpPr>
          <p:nvPr/>
        </p:nvSpPr>
        <p:spPr>
          <a:xfrm xmlns:a="http://schemas.openxmlformats.org/drawingml/2006/main">
            <a:off x="628650" y="3333750"/>
            <a:ext cx="895350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2200" b="0">
                <a:solidFill>
                  <a:srgbClr val="5D6873"/>
                </a:solidFill>
                <a:latin typeface="Arial"/>
                <a:ea typeface="Arial"/>
                <a:cs typeface="Arial"/>
              </a:rPr>
              <a:t>Five-day, production-shaped demonstrator for a Swissquote interview exercise</a:t>
            </a:r>
            <a:endParaRPr sz="2200"/>
          </a:p>
        </p:txBody>
      </p:sp>
      <p:sp>
        <p:nvSpPr>
          <p:cNvPr id="6" name="Connector 6">
            <a:extLst xmlns:a="http://schemas.openxmlformats.org/drawingml/2006/main">
              <a:ext uri="{FF2B5EF4-FFF2-40B4-BE49-F238E27FC236}">
                <a16:creationId xmlns:a16="http://schemas.microsoft.com/office/drawing/2014/main" id="{CFDA24AF-F468-4F8A-A4F4-7EAF193C61A6}"/>
              </a:ext>
            </a:extLst>
          </p:cNvPr>
          <p:cNvSpPr>
            <a:spLocks xmlns:a="http://schemas.openxmlformats.org/drawingml/2006/main" noGrp="1"/>
          </p:cNvSpPr>
          <p:nvPr/>
        </p:nvSpPr>
        <p:spPr>
          <a:xfrm xmlns:a="http://schemas.openxmlformats.org/drawingml/2006/main">
            <a:off x="628650" y="4476750"/>
            <a:ext cx="10839450" cy="0"/>
          </a:xfrm>
          <a:prstGeom xmlns:a="http://schemas.openxmlformats.org/drawingml/2006/main" prst="line">
            <a:avLst/>
          </a:prstGeom>
          <a:ln xmlns:a="http://schemas.openxmlformats.org/drawingml/2006/main" w="12700">
            <a:solidFill>
              <a:srgbClr val="D9DEE3"/>
            </a:solidFill>
          </a:ln>
        </p:spPr>
      </p:sp>
      <p:sp>
        <p:nvSpPr>
          <p:cNvPr id="7" name="Text 7">
            <a:extLst xmlns:a="http://schemas.openxmlformats.org/drawingml/2006/main">
              <a:ext uri="{FF2B5EF4-FFF2-40B4-BE49-F238E27FC236}">
                <a16:creationId xmlns:a16="http://schemas.microsoft.com/office/drawing/2014/main" id="{BF974604-AF97-42AB-A0C9-9EE05B9375FA}"/>
              </a:ext>
            </a:extLst>
          </p:cNvPr>
          <p:cNvSpPr>
            <a:spLocks xmlns:a="http://schemas.openxmlformats.org/drawingml/2006/main" noGrp="1"/>
          </p:cNvSpPr>
          <p:nvPr/>
        </p:nvSpPr>
        <p:spPr>
          <a:xfrm xmlns:a="http://schemas.openxmlformats.org/drawingml/2006/main">
            <a:off x="628650" y="4800600"/>
            <a:ext cx="31432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140">
                <a:solidFill>
                  <a:srgbClr val="D71920"/>
                </a:solidFill>
                <a:latin typeface="Arial"/>
                <a:ea typeface="Arial"/>
                <a:cs typeface="Arial"/>
              </a:rPr>
              <a:t>PRODUCT PROOF</a:t>
            </a:r>
            <a:endParaRPr sz="1200"/>
          </a:p>
        </p:txBody>
      </p:sp>
      <p:sp>
        <p:nvSpPr>
          <p:cNvPr id="8" name="Text 8">
            <a:extLst xmlns:a="http://schemas.openxmlformats.org/drawingml/2006/main">
              <a:ext uri="{FF2B5EF4-FFF2-40B4-BE49-F238E27FC236}">
                <a16:creationId xmlns:a16="http://schemas.microsoft.com/office/drawing/2014/main" id="{C4E6DBBF-5B28-4875-86BE-53C571C2A94F}"/>
              </a:ext>
            </a:extLst>
          </p:cNvPr>
          <p:cNvSpPr>
            <a:spLocks xmlns:a="http://schemas.openxmlformats.org/drawingml/2006/main" noGrp="1"/>
          </p:cNvSpPr>
          <p:nvPr/>
        </p:nvSpPr>
        <p:spPr>
          <a:xfrm xmlns:a="http://schemas.openxmlformats.org/drawingml/2006/main">
            <a:off x="628650" y="5105400"/>
            <a:ext cx="428625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900" b="1">
                <a:solidFill>
                  <a:srgbClr val="17212B"/>
                </a:solidFill>
                <a:latin typeface="Arial"/>
                <a:ea typeface="Arial"/>
                <a:cs typeface="Arial"/>
              </a:rPr>
              <a:t>Customer activity, evidence, analysis and history</a:t>
            </a:r>
            <a:endParaRPr sz="1900"/>
          </a:p>
        </p:txBody>
      </p:sp>
      <p:sp>
        <p:nvSpPr>
          <p:cNvPr id="9" name="Text 9">
            <a:extLst xmlns:a="http://schemas.openxmlformats.org/drawingml/2006/main">
              <a:ext uri="{FF2B5EF4-FFF2-40B4-BE49-F238E27FC236}">
                <a16:creationId xmlns:a16="http://schemas.microsoft.com/office/drawing/2014/main" id="{D78B612E-425D-41B8-BA76-22F9382AAA55}"/>
              </a:ext>
            </a:extLst>
          </p:cNvPr>
          <p:cNvSpPr>
            <a:spLocks xmlns:a="http://schemas.openxmlformats.org/drawingml/2006/main" noGrp="1"/>
          </p:cNvSpPr>
          <p:nvPr/>
        </p:nvSpPr>
        <p:spPr>
          <a:xfrm xmlns:a="http://schemas.openxmlformats.org/drawingml/2006/main">
            <a:off x="6191250" y="4800600"/>
            <a:ext cx="31432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140">
                <a:solidFill>
                  <a:srgbClr val="2A5B84"/>
                </a:solidFill>
                <a:latin typeface="Arial"/>
                <a:ea typeface="Arial"/>
                <a:cs typeface="Arial"/>
              </a:rPr>
              <a:t>METHOD PROOF</a:t>
            </a:r>
            <a:endParaRPr sz="1200"/>
          </a:p>
        </p:txBody>
      </p:sp>
      <p:sp>
        <p:nvSpPr>
          <p:cNvPr id="10" name="Text 10">
            <a:extLst xmlns:a="http://schemas.openxmlformats.org/drawingml/2006/main">
              <a:ext uri="{FF2B5EF4-FFF2-40B4-BE49-F238E27FC236}">
                <a16:creationId xmlns:a16="http://schemas.microsoft.com/office/drawing/2014/main" id="{6AFDB1D2-3336-4448-AC77-8142C08A434A}"/>
              </a:ext>
            </a:extLst>
          </p:cNvPr>
          <p:cNvSpPr>
            <a:spLocks xmlns:a="http://schemas.openxmlformats.org/drawingml/2006/main" noGrp="1"/>
          </p:cNvSpPr>
          <p:nvPr/>
        </p:nvSpPr>
        <p:spPr>
          <a:xfrm xmlns:a="http://schemas.openxmlformats.org/drawingml/2006/main">
            <a:off x="6191250" y="5105400"/>
            <a:ext cx="466725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900" b="1">
                <a:solidFill>
                  <a:srgbClr val="17212B"/>
                </a:solidFill>
                <a:latin typeface="Arial"/>
                <a:ea typeface="Arial"/>
                <a:cs typeface="Arial"/>
              </a:rPr>
              <a:t>Specifications, work graph, ratchets and review</a:t>
            </a:r>
            <a:endParaRPr sz="1900"/>
          </a:p>
        </p:txBody>
      </p:sp>
      <p:sp>
        <p:nvSpPr>
          <p:cNvPr id="11" name="Text 11">
            <a:extLst xmlns:a="http://schemas.openxmlformats.org/drawingml/2006/main">
              <a:ext uri="{FF2B5EF4-FFF2-40B4-BE49-F238E27FC236}">
                <a16:creationId xmlns:a16="http://schemas.microsoft.com/office/drawing/2014/main" id="{84137DD3-9A48-4E16-8F94-9BC7A630895F}"/>
              </a:ext>
            </a:extLst>
          </p:cNvPr>
          <p:cNvSpPr>
            <a:spLocks xmlns:a="http://schemas.openxmlformats.org/drawingml/2006/main" noGrp="1"/>
          </p:cNvSpPr>
          <p:nvPr/>
        </p:nvSpPr>
        <p:spPr>
          <a:xfrm xmlns:a="http://schemas.openxmlformats.org/drawingml/2006/main">
            <a:off x="628650" y="6019800"/>
            <a:ext cx="5524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0">
                <a:solidFill>
                  <a:srgbClr val="5D6873"/>
                </a:solidFill>
                <a:latin typeface="Arial"/>
                <a:ea typeface="Arial"/>
                <a:cs typeface="Arial"/>
              </a:rPr>
              <a:t>Nicolas Cazin · working deck v0.8</a:t>
            </a:r>
            <a:endParaRPr sz="1300"/>
          </a:p>
        </p:txBody>
      </p:sp>
      <p:sp>
        <p:nvSpPr>
          <p:cNvPr id="12" name="Text 12">
            <a:extLst xmlns:a="http://schemas.openxmlformats.org/drawingml/2006/main">
              <a:ext uri="{FF2B5EF4-FFF2-40B4-BE49-F238E27FC236}">
                <a16:creationId xmlns:a16="http://schemas.microsoft.com/office/drawing/2014/main" id="{6067C92B-FB25-47BC-B590-7C9B2756A284}"/>
              </a:ext>
            </a:extLst>
          </p:cNvPr>
          <p:cNvSpPr>
            <a:spLocks xmlns:a="http://schemas.openxmlformats.org/drawingml/2006/main" noGrp="1"/>
          </p:cNvSpPr>
          <p:nvPr/>
        </p:nvSpPr>
        <p:spPr>
          <a:xfrm xmlns:a="http://schemas.openxmlformats.org/drawingml/2006/main">
            <a:off x="9353550" y="60198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300" b="0">
                <a:solidFill>
                  <a:srgbClr val="5D6873"/>
                </a:solidFill>
                <a:latin typeface="Arial"/>
                <a:ea typeface="Arial"/>
                <a:cs typeface="Arial"/>
              </a:rPr>
              <a:t>submission-v1 at final freeze</a:t>
            </a:r>
            <a:endParaRPr sz="1300"/>
          </a:p>
        </p:txBody>
      </p:sp>
    </p:spTree>
    <p:extLst>
      <p:ext uri="{BB962C8B-B14F-4D97-AF65-F5344CB8AC3E}">
        <p14:creationId xmlns:p14="http://schemas.microsoft.com/office/powerpoint/2010/main" val="132829837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39482C2D-BDFA-4F5B-91DC-F675F1958CA0}"/>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ANSWER FIRST</a:t>
            </a:r>
            <a:endParaRPr sz="1100"/>
          </a:p>
        </p:txBody>
      </p:sp>
      <p:sp>
        <p:nvSpPr>
          <p:cNvPr id="3" name="Text 3">
            <a:extLst xmlns:a="http://schemas.openxmlformats.org/drawingml/2006/main">
              <a:ext uri="{FF2B5EF4-FFF2-40B4-BE49-F238E27FC236}">
                <a16:creationId xmlns:a16="http://schemas.microsoft.com/office/drawing/2014/main" id="{FA826C8C-1AA6-487F-80F0-21C52A9D6A83}"/>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The pilot produced a working operator path and a controlled delivery system</a:t>
            </a:r>
            <a:endParaRPr sz="3000"/>
          </a:p>
        </p:txBody>
      </p:sp>
      <p:sp>
        <p:nvSpPr>
          <p:cNvPr id="4" name="Shape 4">
            <a:extLst xmlns:a="http://schemas.openxmlformats.org/drawingml/2006/main">
              <a:ext uri="{FF2B5EF4-FFF2-40B4-BE49-F238E27FC236}">
                <a16:creationId xmlns:a16="http://schemas.microsoft.com/office/drawing/2014/main" id="{0F6CA1F4-42D5-4B72-98C9-BE3487B63575}"/>
              </a:ext>
            </a:extLst>
          </p:cNvPr>
          <p:cNvSpPr>
            <a:spLocks xmlns:a="http://schemas.openxmlformats.org/drawingml/2006/main" noGrp="1"/>
          </p:cNvSpPr>
          <p:nvPr/>
        </p:nvSpPr>
        <p:spPr>
          <a:xfrm xmlns:a="http://schemas.openxmlformats.org/drawingml/2006/main">
            <a:off x="552450" y="1600200"/>
            <a:ext cx="6191250" cy="38671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24" name="Picture 5"/>
          <p:cNvPicPr>
            <a:picLocks xmlns:a="http://schemas.openxmlformats.org/drawingml/2006/main" noChangeAspect="1"/>
          </p:cNvPicPr>
          <p:nvPr/>
        </p:nvPicPr>
        <p:blipFill>
          <a:blip xmlns:r="http://schemas.openxmlformats.org/officeDocument/2006/relationships" xmlns:a="http://schemas.openxmlformats.org/drawingml/2006/main" r:embed="R5c124e39fbf64b93"/>
          <a:stretch xmlns:a="http://schemas.openxmlformats.org/drawingml/2006/main">
            <a:fillRect l="0" t="0" r="0" b="0"/>
          </a:stretch>
        </p:blipFill>
        <p:spPr>
          <a:xfrm xmlns:a="http://schemas.openxmlformats.org/drawingml/2006/main">
            <a:off x="666750" y="1714500"/>
            <a:ext cx="5962650" cy="3714750"/>
          </a:xfrm>
          <a:prstGeom xmlns:a="http://schemas.openxmlformats.org/drawingml/2006/main" prst="rect">
            <a:avLst/>
          </a:prstGeom>
          <a:ln xmlns:a="http://schemas.openxmlformats.org/drawingml/2006/main">
            <a:noFill/>
          </a:ln>
        </p:spPr>
      </p:pic>
      <p:sp>
        <p:nvSpPr>
          <p:cNvPr id="6" name="Connector 6">
            <a:extLst xmlns:a="http://schemas.openxmlformats.org/drawingml/2006/main">
              <a:ext uri="{FF2B5EF4-FFF2-40B4-BE49-F238E27FC236}">
                <a16:creationId xmlns:a16="http://schemas.microsoft.com/office/drawing/2014/main" id="{E1179EE6-E0CD-41A6-8C3B-061B23BD4CC2}"/>
              </a:ext>
            </a:extLst>
          </p:cNvPr>
          <p:cNvSpPr>
            <a:spLocks xmlns:a="http://schemas.openxmlformats.org/drawingml/2006/main" noGrp="1"/>
          </p:cNvSpPr>
          <p:nvPr/>
        </p:nvSpPr>
        <p:spPr>
          <a:xfrm xmlns:a="http://schemas.openxmlformats.org/drawingml/2006/main">
            <a:off x="7105650" y="1809750"/>
            <a:ext cx="0" cy="3429000"/>
          </a:xfrm>
          <a:prstGeom xmlns:a="http://schemas.openxmlformats.org/drawingml/2006/main" prst="line">
            <a:avLst/>
          </a:prstGeom>
          <a:ln xmlns:a="http://schemas.openxmlformats.org/drawingml/2006/main" w="25400">
            <a:solidFill>
              <a:srgbClr val="D9DEE3"/>
            </a:solidFill>
          </a:ln>
        </p:spPr>
      </p:sp>
      <p:sp>
        <p:nvSpPr>
          <p:cNvPr id="7" name="Shape 7">
            <a:extLst xmlns:a="http://schemas.openxmlformats.org/drawingml/2006/main">
              <a:ext uri="{FF2B5EF4-FFF2-40B4-BE49-F238E27FC236}">
                <a16:creationId xmlns:a16="http://schemas.microsoft.com/office/drawing/2014/main" id="{1C7CAF15-299F-41D1-9950-1EA8504C2702}"/>
              </a:ext>
            </a:extLst>
          </p:cNvPr>
          <p:cNvSpPr>
            <a:spLocks xmlns:a="http://schemas.openxmlformats.org/drawingml/2006/main" noGrp="1"/>
          </p:cNvSpPr>
          <p:nvPr/>
        </p:nvSpPr>
        <p:spPr>
          <a:xfrm xmlns:a="http://schemas.openxmlformats.org/drawingml/2006/main">
            <a:off x="7543800" y="1752600"/>
            <a:ext cx="552450" cy="552450"/>
          </a:xfrm>
          <a:prstGeom xmlns:a="http://schemas.openxmlformats.org/drawingml/2006/main" prst="ellipse">
            <a:avLst/>
          </a:prstGeom>
          <a:solidFill xmlns:a="http://schemas.openxmlformats.org/drawingml/2006/main">
            <a:srgbClr val="D71920"/>
          </a:solidFill>
          <a:ln xmlns:a="http://schemas.openxmlformats.org/drawingml/2006/main" w="12700">
            <a:solidFill>
              <a:srgbClr val="D71920"/>
            </a:solidFill>
          </a:ln>
        </p:spPr>
      </p:sp>
      <p:sp>
        <p:nvSpPr>
          <p:cNvPr id="8" name="Text 8">
            <a:extLst xmlns:a="http://schemas.openxmlformats.org/drawingml/2006/main">
              <a:ext uri="{FF2B5EF4-FFF2-40B4-BE49-F238E27FC236}">
                <a16:creationId xmlns:a16="http://schemas.microsoft.com/office/drawing/2014/main" id="{3AD6346B-7877-45E0-AA10-20A86DEFE01B}"/>
              </a:ext>
            </a:extLst>
          </p:cNvPr>
          <p:cNvSpPr>
            <a:spLocks xmlns:a="http://schemas.openxmlformats.org/drawingml/2006/main" noGrp="1"/>
          </p:cNvSpPr>
          <p:nvPr/>
        </p:nvSpPr>
        <p:spPr>
          <a:xfrm xmlns:a="http://schemas.openxmlformats.org/drawingml/2006/main">
            <a:off x="7543800" y="1876425"/>
            <a:ext cx="55245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2000" b="1">
                <a:solidFill>
                  <a:srgbClr val="FFFFFF"/>
                </a:solidFill>
                <a:latin typeface="Arial"/>
                <a:ea typeface="Arial"/>
                <a:cs typeface="Arial"/>
              </a:rPr>
              <a:t>1</a:t>
            </a:r>
            <a:endParaRPr sz="2000"/>
          </a:p>
        </p:txBody>
      </p:sp>
      <p:sp>
        <p:nvSpPr>
          <p:cNvPr id="9" name="Text 9">
            <a:extLst xmlns:a="http://schemas.openxmlformats.org/drawingml/2006/main">
              <a:ext uri="{FF2B5EF4-FFF2-40B4-BE49-F238E27FC236}">
                <a16:creationId xmlns:a16="http://schemas.microsoft.com/office/drawing/2014/main" id="{E0D8E10F-C515-4945-9EE9-D0F4B2FAC82B}"/>
              </a:ext>
            </a:extLst>
          </p:cNvPr>
          <p:cNvSpPr>
            <a:spLocks xmlns:a="http://schemas.openxmlformats.org/drawingml/2006/main" noGrp="1"/>
          </p:cNvSpPr>
          <p:nvPr/>
        </p:nvSpPr>
        <p:spPr>
          <a:xfrm xmlns:a="http://schemas.openxmlformats.org/drawingml/2006/main">
            <a:off x="8324850" y="1733550"/>
            <a:ext cx="28575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2200" b="1">
                <a:solidFill>
                  <a:srgbClr val="17212B"/>
                </a:solidFill>
                <a:latin typeface="Arial"/>
                <a:ea typeface="Arial"/>
                <a:cs typeface="Arial"/>
              </a:rPr>
              <a:t>Product proof</a:t>
            </a:r>
            <a:endParaRPr sz="2200"/>
          </a:p>
        </p:txBody>
      </p:sp>
      <p:sp>
        <p:nvSpPr>
          <p:cNvPr id="10" name="Text 10">
            <a:extLst xmlns:a="http://schemas.openxmlformats.org/drawingml/2006/main">
              <a:ext uri="{FF2B5EF4-FFF2-40B4-BE49-F238E27FC236}">
                <a16:creationId xmlns:a16="http://schemas.microsoft.com/office/drawing/2014/main" id="{E2921371-426E-4C41-8262-2ABD81CFA5F0}"/>
              </a:ext>
            </a:extLst>
          </p:cNvPr>
          <p:cNvSpPr>
            <a:spLocks xmlns:a="http://schemas.openxmlformats.org/drawingml/2006/main" noGrp="1"/>
          </p:cNvSpPr>
          <p:nvPr/>
        </p:nvSpPr>
        <p:spPr>
          <a:xfrm xmlns:a="http://schemas.openxmlformats.org/drawingml/2006/main">
            <a:off x="8324850" y="2133600"/>
            <a:ext cx="3028950" cy="819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0">
                <a:solidFill>
                  <a:srgbClr val="5D6873"/>
                </a:solidFill>
                <a:latin typeface="Arial"/>
                <a:ea typeface="Arial"/>
                <a:cs typeface="Arial"/>
              </a:rPr>
              <a:t>An authenticated operator can inspect source activity, run grounded analysis and reopen persisted history.</a:t>
            </a:r>
            <a:endParaRPr sz="1700"/>
          </a:p>
        </p:txBody>
      </p:sp>
      <p:sp>
        <p:nvSpPr>
          <p:cNvPr id="11" name="Shape 11">
            <a:extLst xmlns:a="http://schemas.openxmlformats.org/drawingml/2006/main">
              <a:ext uri="{FF2B5EF4-FFF2-40B4-BE49-F238E27FC236}">
                <a16:creationId xmlns:a16="http://schemas.microsoft.com/office/drawing/2014/main" id="{B768EDC5-D08A-4BC6-8BA9-E5E077F70FA7}"/>
              </a:ext>
            </a:extLst>
          </p:cNvPr>
          <p:cNvSpPr>
            <a:spLocks xmlns:a="http://schemas.openxmlformats.org/drawingml/2006/main" noGrp="1"/>
          </p:cNvSpPr>
          <p:nvPr/>
        </p:nvSpPr>
        <p:spPr>
          <a:xfrm xmlns:a="http://schemas.openxmlformats.org/drawingml/2006/main">
            <a:off x="7543800" y="3219450"/>
            <a:ext cx="552450" cy="552450"/>
          </a:xfrm>
          <a:prstGeom xmlns:a="http://schemas.openxmlformats.org/drawingml/2006/main" prst="ellipse">
            <a:avLst/>
          </a:prstGeom>
          <a:solidFill xmlns:a="http://schemas.openxmlformats.org/drawingml/2006/main">
            <a:srgbClr val="2A5B84"/>
          </a:solidFill>
          <a:ln xmlns:a="http://schemas.openxmlformats.org/drawingml/2006/main" w="12700">
            <a:solidFill>
              <a:srgbClr val="2A5B84"/>
            </a:solidFill>
          </a:ln>
        </p:spPr>
      </p:sp>
      <p:sp>
        <p:nvSpPr>
          <p:cNvPr id="12" name="Text 12">
            <a:extLst xmlns:a="http://schemas.openxmlformats.org/drawingml/2006/main">
              <a:ext uri="{FF2B5EF4-FFF2-40B4-BE49-F238E27FC236}">
                <a16:creationId xmlns:a16="http://schemas.microsoft.com/office/drawing/2014/main" id="{612437F4-9628-4315-94E4-9475EAF2CCFD}"/>
              </a:ext>
            </a:extLst>
          </p:cNvPr>
          <p:cNvSpPr>
            <a:spLocks xmlns:a="http://schemas.openxmlformats.org/drawingml/2006/main" noGrp="1"/>
          </p:cNvSpPr>
          <p:nvPr/>
        </p:nvSpPr>
        <p:spPr>
          <a:xfrm xmlns:a="http://schemas.openxmlformats.org/drawingml/2006/main">
            <a:off x="7543800" y="3343275"/>
            <a:ext cx="55245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2000" b="1">
                <a:solidFill>
                  <a:srgbClr val="FFFFFF"/>
                </a:solidFill>
                <a:latin typeface="Arial"/>
                <a:ea typeface="Arial"/>
                <a:cs typeface="Arial"/>
              </a:rPr>
              <a:t>2</a:t>
            </a:r>
            <a:endParaRPr sz="2000"/>
          </a:p>
        </p:txBody>
      </p:sp>
      <p:sp>
        <p:nvSpPr>
          <p:cNvPr id="13" name="Text 13">
            <a:extLst xmlns:a="http://schemas.openxmlformats.org/drawingml/2006/main">
              <a:ext uri="{FF2B5EF4-FFF2-40B4-BE49-F238E27FC236}">
                <a16:creationId xmlns:a16="http://schemas.microsoft.com/office/drawing/2014/main" id="{00D8CEBD-D762-4DD5-90AC-83FAD920637D}"/>
              </a:ext>
            </a:extLst>
          </p:cNvPr>
          <p:cNvSpPr>
            <a:spLocks xmlns:a="http://schemas.openxmlformats.org/drawingml/2006/main" noGrp="1"/>
          </p:cNvSpPr>
          <p:nvPr/>
        </p:nvSpPr>
        <p:spPr>
          <a:xfrm xmlns:a="http://schemas.openxmlformats.org/drawingml/2006/main">
            <a:off x="8324850" y="3200400"/>
            <a:ext cx="28575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2200" b="1">
                <a:solidFill>
                  <a:srgbClr val="17212B"/>
                </a:solidFill>
                <a:latin typeface="Arial"/>
                <a:ea typeface="Arial"/>
                <a:cs typeface="Arial"/>
              </a:rPr>
              <a:t>Method proof</a:t>
            </a:r>
            <a:endParaRPr sz="2200"/>
          </a:p>
        </p:txBody>
      </p:sp>
      <p:sp>
        <p:nvSpPr>
          <p:cNvPr id="14" name="Text 14">
            <a:extLst xmlns:a="http://schemas.openxmlformats.org/drawingml/2006/main">
              <a:ext uri="{FF2B5EF4-FFF2-40B4-BE49-F238E27FC236}">
                <a16:creationId xmlns:a16="http://schemas.microsoft.com/office/drawing/2014/main" id="{83F90435-24BA-4F9B-863E-67AF522E137D}"/>
              </a:ext>
            </a:extLst>
          </p:cNvPr>
          <p:cNvSpPr>
            <a:spLocks xmlns:a="http://schemas.openxmlformats.org/drawingml/2006/main" noGrp="1"/>
          </p:cNvSpPr>
          <p:nvPr/>
        </p:nvSpPr>
        <p:spPr>
          <a:xfrm xmlns:a="http://schemas.openxmlformats.org/drawingml/2006/main">
            <a:off x="8324850" y="3600450"/>
            <a:ext cx="302895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0">
                <a:solidFill>
                  <a:srgbClr val="5D6873"/>
                </a:solidFill>
                <a:latin typeface="Arial"/>
                <a:ea typeface="Arial"/>
                <a:cs typeface="Arial"/>
              </a:rPr>
              <a:t>One human used specifications, GitHub work state, deterministic gates and review evidence to coordinate parallel agents.</a:t>
            </a:r>
            <a:endParaRPr sz="1700"/>
          </a:p>
        </p:txBody>
      </p:sp>
      <p:sp>
        <p:nvSpPr>
          <p:cNvPr id="15" name="Shape 15">
            <a:extLst xmlns:a="http://schemas.openxmlformats.org/drawingml/2006/main">
              <a:ext uri="{FF2B5EF4-FFF2-40B4-BE49-F238E27FC236}">
                <a16:creationId xmlns:a16="http://schemas.microsoft.com/office/drawing/2014/main" id="{1AABA735-8A61-4686-B329-0F921A0781C3}"/>
              </a:ext>
            </a:extLst>
          </p:cNvPr>
          <p:cNvSpPr>
            <a:spLocks xmlns:a="http://schemas.openxmlformats.org/drawingml/2006/main" noGrp="1"/>
          </p:cNvSpPr>
          <p:nvPr/>
        </p:nvSpPr>
        <p:spPr>
          <a:xfrm xmlns:a="http://schemas.openxmlformats.org/drawingml/2006/main">
            <a:off x="7429500" y="4743450"/>
            <a:ext cx="4000500" cy="72390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16" name="Text 16">
            <a:extLst xmlns:a="http://schemas.openxmlformats.org/drawingml/2006/main">
              <a:ext uri="{FF2B5EF4-FFF2-40B4-BE49-F238E27FC236}">
                <a16:creationId xmlns:a16="http://schemas.microsoft.com/office/drawing/2014/main" id="{246BA595-92A5-4798-A853-20AA16831A91}"/>
              </a:ext>
            </a:extLst>
          </p:cNvPr>
          <p:cNvSpPr>
            <a:spLocks xmlns:a="http://schemas.openxmlformats.org/drawingml/2006/main" noGrp="1"/>
          </p:cNvSpPr>
          <p:nvPr/>
        </p:nvSpPr>
        <p:spPr>
          <a:xfrm xmlns:a="http://schemas.openxmlformats.org/drawingml/2006/main">
            <a:off x="7658100" y="4876800"/>
            <a:ext cx="35433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600" b="1">
                <a:solidFill>
                  <a:srgbClr val="FFFFFF"/>
                </a:solidFill>
                <a:latin typeface="Arial"/>
                <a:ea typeface="Arial"/>
                <a:cs typeface="Arial"/>
              </a:rPr>
              <a:t>The human remains accountable for both customer review and accepted engineering change</a:t>
            </a:r>
            <a:endParaRPr sz="1600"/>
          </a:p>
        </p:txBody>
      </p:sp>
      <p:sp>
        <p:nvSpPr>
          <p:cNvPr id="17" name="Connector 17">
            <a:extLst xmlns:a="http://schemas.openxmlformats.org/drawingml/2006/main">
              <a:ext uri="{FF2B5EF4-FFF2-40B4-BE49-F238E27FC236}">
                <a16:creationId xmlns:a16="http://schemas.microsoft.com/office/drawing/2014/main" id="{9C5188DB-5D64-49AA-85D5-0B64675D1AC1}"/>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18" name="Text 18">
            <a:extLst xmlns:a="http://schemas.openxmlformats.org/drawingml/2006/main">
              <a:ext uri="{FF2B5EF4-FFF2-40B4-BE49-F238E27FC236}">
                <a16:creationId xmlns:a16="http://schemas.microsoft.com/office/drawing/2014/main" id="{DBE699D8-65C4-4905-9669-5DE71A8DD787}"/>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19" name="Text 19">
            <a:extLst xmlns:a="http://schemas.openxmlformats.org/drawingml/2006/main">
              <a:ext uri="{FF2B5EF4-FFF2-40B4-BE49-F238E27FC236}">
                <a16:creationId xmlns:a16="http://schemas.microsoft.com/office/drawing/2014/main" id="{EF37517A-C077-4CCD-972D-B3EC1B273F11}"/>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2</a:t>
            </a:r>
            <a:endParaRPr sz="1000"/>
          </a:p>
        </p:txBody>
      </p:sp>
    </p:spTree>
    <p:extLst>
      <p:ext uri="{BB962C8B-B14F-4D97-AF65-F5344CB8AC3E}">
        <p14:creationId xmlns:p14="http://schemas.microsoft.com/office/powerpoint/2010/main" val="37241463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FB798E3E-A52C-4EE2-938F-9BCB3C5CA8D9}"/>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CUSTOMER CARE LOOP</a:t>
            </a:r>
            <a:endParaRPr sz="1100"/>
          </a:p>
        </p:txBody>
      </p:sp>
      <p:sp>
        <p:nvSpPr>
          <p:cNvPr id="3" name="Text 3">
            <a:extLst xmlns:a="http://schemas.openxmlformats.org/drawingml/2006/main">
              <a:ext uri="{FF2B5EF4-FFF2-40B4-BE49-F238E27FC236}">
                <a16:creationId xmlns:a16="http://schemas.microsoft.com/office/drawing/2014/main" id="{DF4844DC-9E7B-4994-93A0-E21A30DF1A3E}"/>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The operator moves from source facts to a recommendation and back to reviewable history</a:t>
            </a:r>
            <a:endParaRPr sz="3000"/>
          </a:p>
        </p:txBody>
      </p:sp>
      <p:sp>
        <p:nvSpPr>
          <p:cNvPr id="4" name="Connector 4">
            <a:extLst xmlns:a="http://schemas.openxmlformats.org/drawingml/2006/main">
              <a:ext uri="{FF2B5EF4-FFF2-40B4-BE49-F238E27FC236}">
                <a16:creationId xmlns:a16="http://schemas.microsoft.com/office/drawing/2014/main" id="{0357D8FE-0CCA-4D43-98BE-B01627534969}"/>
              </a:ext>
            </a:extLst>
          </p:cNvPr>
          <p:cNvSpPr>
            <a:spLocks xmlns:a="http://schemas.openxmlformats.org/drawingml/2006/main" noGrp="1"/>
          </p:cNvSpPr>
          <p:nvPr/>
        </p:nvSpPr>
        <p:spPr>
          <a:xfrm xmlns:a="http://schemas.openxmlformats.org/drawingml/2006/main">
            <a:off x="2324100" y="2876550"/>
            <a:ext cx="533400" cy="0"/>
          </a:xfrm>
          <a:prstGeom xmlns:a="http://schemas.openxmlformats.org/drawingml/2006/main" prst="line">
            <a:avLst/>
          </a:prstGeom>
          <a:ln xmlns:a="http://schemas.openxmlformats.org/drawingml/2006/main" w="38100">
            <a:solidFill>
              <a:srgbClr val="D71920"/>
            </a:solidFill>
            <a:tailEnd type="triangle"/>
          </a:ln>
        </p:spPr>
      </p:sp>
      <p:sp>
        <p:nvSpPr>
          <p:cNvPr id="5" name="Connector 5">
            <a:extLst xmlns:a="http://schemas.openxmlformats.org/drawingml/2006/main">
              <a:ext uri="{FF2B5EF4-FFF2-40B4-BE49-F238E27FC236}">
                <a16:creationId xmlns:a16="http://schemas.microsoft.com/office/drawing/2014/main" id="{F5826582-6530-4DDA-9F30-7D7CA0A443DA}"/>
              </a:ext>
            </a:extLst>
          </p:cNvPr>
          <p:cNvSpPr>
            <a:spLocks xmlns:a="http://schemas.openxmlformats.org/drawingml/2006/main" noGrp="1"/>
          </p:cNvSpPr>
          <p:nvPr/>
        </p:nvSpPr>
        <p:spPr>
          <a:xfrm xmlns:a="http://schemas.openxmlformats.org/drawingml/2006/main">
            <a:off x="4610100" y="2876550"/>
            <a:ext cx="533400" cy="0"/>
          </a:xfrm>
          <a:prstGeom xmlns:a="http://schemas.openxmlformats.org/drawingml/2006/main" prst="line">
            <a:avLst/>
          </a:prstGeom>
          <a:ln xmlns:a="http://schemas.openxmlformats.org/drawingml/2006/main" w="38100">
            <a:solidFill>
              <a:srgbClr val="D71920"/>
            </a:solidFill>
            <a:tailEnd type="triangle"/>
          </a:ln>
        </p:spPr>
      </p:sp>
      <p:sp>
        <p:nvSpPr>
          <p:cNvPr id="6" name="Connector 6">
            <a:extLst xmlns:a="http://schemas.openxmlformats.org/drawingml/2006/main">
              <a:ext uri="{FF2B5EF4-FFF2-40B4-BE49-F238E27FC236}">
                <a16:creationId xmlns:a16="http://schemas.microsoft.com/office/drawing/2014/main" id="{15723460-C334-42C8-8890-0D9F86AD0DF1}"/>
              </a:ext>
            </a:extLst>
          </p:cNvPr>
          <p:cNvSpPr>
            <a:spLocks xmlns:a="http://schemas.openxmlformats.org/drawingml/2006/main" noGrp="1"/>
          </p:cNvSpPr>
          <p:nvPr/>
        </p:nvSpPr>
        <p:spPr>
          <a:xfrm xmlns:a="http://schemas.openxmlformats.org/drawingml/2006/main">
            <a:off x="6896100" y="2876550"/>
            <a:ext cx="533400" cy="0"/>
          </a:xfrm>
          <a:prstGeom xmlns:a="http://schemas.openxmlformats.org/drawingml/2006/main" prst="line">
            <a:avLst/>
          </a:prstGeom>
          <a:ln xmlns:a="http://schemas.openxmlformats.org/drawingml/2006/main" w="38100">
            <a:solidFill>
              <a:srgbClr val="D71920"/>
            </a:solidFill>
            <a:tailEnd type="triangle"/>
          </a:ln>
        </p:spPr>
      </p:sp>
      <p:sp>
        <p:nvSpPr>
          <p:cNvPr id="7" name="Connector 7">
            <a:extLst xmlns:a="http://schemas.openxmlformats.org/drawingml/2006/main">
              <a:ext uri="{FF2B5EF4-FFF2-40B4-BE49-F238E27FC236}">
                <a16:creationId xmlns:a16="http://schemas.microsoft.com/office/drawing/2014/main" id="{26C779AE-3D0B-4525-A956-DB4E41215526}"/>
              </a:ext>
            </a:extLst>
          </p:cNvPr>
          <p:cNvSpPr>
            <a:spLocks xmlns:a="http://schemas.openxmlformats.org/drawingml/2006/main" noGrp="1"/>
          </p:cNvSpPr>
          <p:nvPr/>
        </p:nvSpPr>
        <p:spPr>
          <a:xfrm xmlns:a="http://schemas.openxmlformats.org/drawingml/2006/main">
            <a:off x="9182100" y="2876550"/>
            <a:ext cx="533400" cy="0"/>
          </a:xfrm>
          <a:prstGeom xmlns:a="http://schemas.openxmlformats.org/drawingml/2006/main" prst="line">
            <a:avLst/>
          </a:prstGeom>
          <a:ln xmlns:a="http://schemas.openxmlformats.org/drawingml/2006/main" w="38100">
            <a:solidFill>
              <a:srgbClr val="D71920"/>
            </a:solidFill>
            <a:tailEnd type="triangle"/>
          </a:ln>
        </p:spPr>
      </p:sp>
      <p:sp>
        <p:nvSpPr>
          <p:cNvPr id="8" name="Connector 8">
            <a:extLst xmlns:a="http://schemas.openxmlformats.org/drawingml/2006/main">
              <a:ext uri="{FF2B5EF4-FFF2-40B4-BE49-F238E27FC236}">
                <a16:creationId xmlns:a16="http://schemas.microsoft.com/office/drawing/2014/main" id="{AE9E75CB-D9D1-476D-9F03-FCCFB5D525B6}"/>
              </a:ext>
            </a:extLst>
          </p:cNvPr>
          <p:cNvSpPr>
            <a:spLocks xmlns:a="http://schemas.openxmlformats.org/drawingml/2006/main" noGrp="1"/>
          </p:cNvSpPr>
          <p:nvPr/>
        </p:nvSpPr>
        <p:spPr>
          <a:xfrm xmlns:a="http://schemas.openxmlformats.org/drawingml/2006/main">
            <a:off x="10591800" y="4171950"/>
            <a:ext cx="0" cy="685800"/>
          </a:xfrm>
          <a:prstGeom xmlns:a="http://schemas.openxmlformats.org/drawingml/2006/main" prst="line">
            <a:avLst/>
          </a:prstGeom>
          <a:ln xmlns:a="http://schemas.openxmlformats.org/drawingml/2006/main" w="25400">
            <a:solidFill>
              <a:srgbClr val="2A5B84"/>
            </a:solidFill>
          </a:ln>
        </p:spPr>
      </p:sp>
      <p:sp>
        <p:nvSpPr>
          <p:cNvPr id="9" name="Connector 9">
            <a:extLst xmlns:a="http://schemas.openxmlformats.org/drawingml/2006/main">
              <a:ext uri="{FF2B5EF4-FFF2-40B4-BE49-F238E27FC236}">
                <a16:creationId xmlns:a16="http://schemas.microsoft.com/office/drawing/2014/main" id="{B1169335-D1AA-4C3E-BD23-82AD022D05F2}"/>
              </a:ext>
            </a:extLst>
          </p:cNvPr>
          <p:cNvSpPr>
            <a:spLocks xmlns:a="http://schemas.openxmlformats.org/drawingml/2006/main" noGrp="1"/>
          </p:cNvSpPr>
          <p:nvPr/>
        </p:nvSpPr>
        <p:spPr>
          <a:xfrm xmlns:a="http://schemas.openxmlformats.org/drawingml/2006/main" flipH="1">
            <a:off x="3733800" y="4857750"/>
            <a:ext cx="6858000" cy="0"/>
          </a:xfrm>
          <a:prstGeom xmlns:a="http://schemas.openxmlformats.org/drawingml/2006/main" prst="line">
            <a:avLst/>
          </a:prstGeom>
          <a:ln xmlns:a="http://schemas.openxmlformats.org/drawingml/2006/main" w="25400">
            <a:solidFill>
              <a:srgbClr val="2A5B84"/>
            </a:solidFill>
          </a:ln>
        </p:spPr>
      </p:sp>
      <p:sp>
        <p:nvSpPr>
          <p:cNvPr id="10" name="Connector 10">
            <a:extLst xmlns:a="http://schemas.openxmlformats.org/drawingml/2006/main">
              <a:ext uri="{FF2B5EF4-FFF2-40B4-BE49-F238E27FC236}">
                <a16:creationId xmlns:a16="http://schemas.microsoft.com/office/drawing/2014/main" id="{C6B410BD-7A35-4779-BFB6-0A7914B85EC7}"/>
              </a:ext>
            </a:extLst>
          </p:cNvPr>
          <p:cNvSpPr>
            <a:spLocks xmlns:a="http://schemas.openxmlformats.org/drawingml/2006/main" noGrp="1"/>
          </p:cNvSpPr>
          <p:nvPr/>
        </p:nvSpPr>
        <p:spPr>
          <a:xfrm xmlns:a="http://schemas.openxmlformats.org/drawingml/2006/main" flipV="1">
            <a:off x="3733800" y="4171950"/>
            <a:ext cx="0" cy="685800"/>
          </a:xfrm>
          <a:prstGeom xmlns:a="http://schemas.openxmlformats.org/drawingml/2006/main" prst="line">
            <a:avLst/>
          </a:prstGeom>
          <a:ln xmlns:a="http://schemas.openxmlformats.org/drawingml/2006/main" w="25400">
            <a:solidFill>
              <a:srgbClr val="2A5B84"/>
            </a:solidFill>
            <a:tailEnd type="triangle"/>
          </a:ln>
        </p:spPr>
      </p:sp>
      <p:sp>
        <p:nvSpPr>
          <p:cNvPr id="11" name="Shape 11">
            <a:extLst xmlns:a="http://schemas.openxmlformats.org/drawingml/2006/main">
              <a:ext uri="{FF2B5EF4-FFF2-40B4-BE49-F238E27FC236}">
                <a16:creationId xmlns:a16="http://schemas.microsoft.com/office/drawing/2014/main" id="{BB43053B-47D4-4778-AFE3-294506592FA0}"/>
              </a:ext>
            </a:extLst>
          </p:cNvPr>
          <p:cNvSpPr>
            <a:spLocks xmlns:a="http://schemas.openxmlformats.org/drawingml/2006/main" noGrp="1"/>
          </p:cNvSpPr>
          <p:nvPr/>
        </p:nvSpPr>
        <p:spPr>
          <a:xfrm xmlns:a="http://schemas.openxmlformats.org/drawingml/2006/main">
            <a:off x="571500" y="2133600"/>
            <a:ext cx="1752600" cy="20383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12" name="Shape 12">
            <a:extLst xmlns:a="http://schemas.openxmlformats.org/drawingml/2006/main">
              <a:ext uri="{FF2B5EF4-FFF2-40B4-BE49-F238E27FC236}">
                <a16:creationId xmlns:a16="http://schemas.microsoft.com/office/drawing/2014/main" id="{C088DBD5-9B82-4D4D-8B7B-E4B4214376F6}"/>
              </a:ext>
            </a:extLst>
          </p:cNvPr>
          <p:cNvSpPr>
            <a:spLocks xmlns:a="http://schemas.openxmlformats.org/drawingml/2006/main" noGrp="1"/>
          </p:cNvSpPr>
          <p:nvPr/>
        </p:nvSpPr>
        <p:spPr>
          <a:xfrm xmlns:a="http://schemas.openxmlformats.org/drawingml/2006/main">
            <a:off x="571500" y="2133600"/>
            <a:ext cx="1752600" cy="57150"/>
          </a:xfrm>
          <a:prstGeom xmlns:a="http://schemas.openxmlformats.org/drawingml/2006/main" prst="rect">
            <a:avLst/>
          </a:prstGeom>
          <a:solidFill xmlns:a="http://schemas.openxmlformats.org/drawingml/2006/main">
            <a:srgbClr val="D71920"/>
          </a:solidFill>
          <a:ln xmlns:a="http://schemas.openxmlformats.org/drawingml/2006/main" w="12700">
            <a:solidFill>
              <a:srgbClr val="D71920"/>
            </a:solidFill>
          </a:ln>
        </p:spPr>
      </p:sp>
      <p:sp>
        <p:nvSpPr>
          <p:cNvPr id="13" name="Text 13">
            <a:extLst xmlns:a="http://schemas.openxmlformats.org/drawingml/2006/main">
              <a:ext uri="{FF2B5EF4-FFF2-40B4-BE49-F238E27FC236}">
                <a16:creationId xmlns:a16="http://schemas.microsoft.com/office/drawing/2014/main" id="{25B111BB-83CA-4ACB-B673-E36B12DF21F0}"/>
              </a:ext>
            </a:extLst>
          </p:cNvPr>
          <p:cNvSpPr>
            <a:spLocks xmlns:a="http://schemas.openxmlformats.org/drawingml/2006/main" noGrp="1"/>
          </p:cNvSpPr>
          <p:nvPr/>
        </p:nvSpPr>
        <p:spPr>
          <a:xfrm xmlns:a="http://schemas.openxmlformats.org/drawingml/2006/main">
            <a:off x="723900" y="2286000"/>
            <a:ext cx="38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D71920"/>
                </a:solidFill>
                <a:latin typeface="Arial"/>
                <a:ea typeface="Arial"/>
                <a:cs typeface="Arial"/>
              </a:rPr>
              <a:t>01</a:t>
            </a:r>
            <a:endParaRPr sz="1200"/>
          </a:p>
        </p:txBody>
      </p:sp>
      <p:sp>
        <p:nvSpPr>
          <p:cNvPr id="14" name="Shape 14">
            <a:extLst xmlns:a="http://schemas.openxmlformats.org/drawingml/2006/main">
              <a:ext uri="{FF2B5EF4-FFF2-40B4-BE49-F238E27FC236}">
                <a16:creationId xmlns:a16="http://schemas.microsoft.com/office/drawing/2014/main" id="{F80177E1-9356-420D-832B-08159879A231}"/>
              </a:ext>
            </a:extLst>
          </p:cNvPr>
          <p:cNvSpPr>
            <a:spLocks xmlns:a="http://schemas.openxmlformats.org/drawingml/2006/main" noGrp="1"/>
          </p:cNvSpPr>
          <p:nvPr/>
        </p:nvSpPr>
        <p:spPr>
          <a:xfrm xmlns:a="http://schemas.openxmlformats.org/drawingml/2006/main">
            <a:off x="1143000" y="2343150"/>
            <a:ext cx="609600" cy="609600"/>
          </a:xfrm>
          <a:prstGeom xmlns:a="http://schemas.openxmlformats.org/drawingml/2006/main" prst="ellipse">
            <a:avLst/>
          </a:prstGeom>
          <a:solidFill xmlns:a="http://schemas.openxmlformats.org/drawingml/2006/main">
            <a:srgbClr val="F4F6F8"/>
          </a:solidFill>
          <a:ln xmlns:a="http://schemas.openxmlformats.org/drawingml/2006/main" w="19050">
            <a:solidFill>
              <a:srgbClr val="D71920"/>
            </a:solidFill>
          </a:ln>
        </p:spPr>
      </p:sp>
      <p:pic>
        <p:nvPicPr>
          <p:cNvPr id="73" name="Picture 15"/>
          <p:cNvPicPr>
            <a:picLocks xmlns:a="http://schemas.openxmlformats.org/drawingml/2006/main" noChangeAspect="1"/>
          </p:cNvPicPr>
          <p:nvPr/>
        </p:nvPicPr>
        <p:blipFill>
          <a:blip xmlns:r="http://schemas.openxmlformats.org/officeDocument/2006/relationships" xmlns:a="http://schemas.openxmlformats.org/drawingml/2006/main" r:embed="R7c3a7884fa9a4c59"/>
          <a:stretch xmlns:a="http://schemas.openxmlformats.org/drawingml/2006/main">
            <a:fillRect l="0" t="0" r="0" b="0"/>
          </a:stretch>
        </p:blipFill>
        <p:spPr>
          <a:xfrm xmlns:a="http://schemas.openxmlformats.org/drawingml/2006/main">
            <a:off x="1295400" y="2495550"/>
            <a:ext cx="304800" cy="304800"/>
          </a:xfrm>
          <a:prstGeom xmlns:a="http://schemas.openxmlformats.org/drawingml/2006/main" prst="rect">
            <a:avLst/>
          </a:prstGeom>
          <a:ln xmlns:a="http://schemas.openxmlformats.org/drawingml/2006/main">
            <a:noFill/>
          </a:ln>
        </p:spPr>
      </p:pic>
      <p:sp>
        <p:nvSpPr>
          <p:cNvPr id="16" name="Text 16">
            <a:extLst xmlns:a="http://schemas.openxmlformats.org/drawingml/2006/main">
              <a:ext uri="{FF2B5EF4-FFF2-40B4-BE49-F238E27FC236}">
                <a16:creationId xmlns:a16="http://schemas.microsoft.com/office/drawing/2014/main" id="{91AB7160-B253-4101-B8A9-1B10975175AA}"/>
              </a:ext>
            </a:extLst>
          </p:cNvPr>
          <p:cNvSpPr>
            <a:spLocks xmlns:a="http://schemas.openxmlformats.org/drawingml/2006/main" noGrp="1"/>
          </p:cNvSpPr>
          <p:nvPr/>
        </p:nvSpPr>
        <p:spPr>
          <a:xfrm xmlns:a="http://schemas.openxmlformats.org/drawingml/2006/main">
            <a:off x="723900" y="3105150"/>
            <a:ext cx="144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17212B"/>
                </a:solidFill>
                <a:latin typeface="Arial"/>
                <a:ea typeface="Arial"/>
                <a:cs typeface="Arial"/>
              </a:rPr>
              <a:t>Identify</a:t>
            </a:r>
            <a:endParaRPr sz="1900"/>
          </a:p>
        </p:txBody>
      </p:sp>
      <p:sp>
        <p:nvSpPr>
          <p:cNvPr id="17" name="Text 17">
            <a:extLst xmlns:a="http://schemas.openxmlformats.org/drawingml/2006/main">
              <a:ext uri="{FF2B5EF4-FFF2-40B4-BE49-F238E27FC236}">
                <a16:creationId xmlns:a16="http://schemas.microsoft.com/office/drawing/2014/main" id="{6810AFB4-DA68-4E62-8A1B-6B8A35264B0A}"/>
              </a:ext>
            </a:extLst>
          </p:cNvPr>
          <p:cNvSpPr>
            <a:spLocks xmlns:a="http://schemas.openxmlformats.org/drawingml/2006/main" noGrp="1"/>
          </p:cNvSpPr>
          <p:nvPr/>
        </p:nvSpPr>
        <p:spPr>
          <a:xfrm xmlns:a="http://schemas.openxmlformats.org/drawingml/2006/main">
            <a:off x="723900" y="3486150"/>
            <a:ext cx="14478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Authenticated operator</a:t>
            </a:r>
            <a:endParaRPr sz="1400"/>
          </a:p>
        </p:txBody>
      </p:sp>
      <p:sp>
        <p:nvSpPr>
          <p:cNvPr id="18" name="Shape 18">
            <a:extLst xmlns:a="http://schemas.openxmlformats.org/drawingml/2006/main">
              <a:ext uri="{FF2B5EF4-FFF2-40B4-BE49-F238E27FC236}">
                <a16:creationId xmlns:a16="http://schemas.microsoft.com/office/drawing/2014/main" id="{746732FD-2237-493F-AC36-BFCD3468731E}"/>
              </a:ext>
            </a:extLst>
          </p:cNvPr>
          <p:cNvSpPr>
            <a:spLocks xmlns:a="http://schemas.openxmlformats.org/drawingml/2006/main" noGrp="1"/>
          </p:cNvSpPr>
          <p:nvPr/>
        </p:nvSpPr>
        <p:spPr>
          <a:xfrm xmlns:a="http://schemas.openxmlformats.org/drawingml/2006/main">
            <a:off x="2857500" y="2133600"/>
            <a:ext cx="1752600" cy="20383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19" name="Shape 19">
            <a:extLst xmlns:a="http://schemas.openxmlformats.org/drawingml/2006/main">
              <a:ext uri="{FF2B5EF4-FFF2-40B4-BE49-F238E27FC236}">
                <a16:creationId xmlns:a16="http://schemas.microsoft.com/office/drawing/2014/main" id="{30044FB1-6890-483F-A43A-7C2915F2AF69}"/>
              </a:ext>
            </a:extLst>
          </p:cNvPr>
          <p:cNvSpPr>
            <a:spLocks xmlns:a="http://schemas.openxmlformats.org/drawingml/2006/main" noGrp="1"/>
          </p:cNvSpPr>
          <p:nvPr/>
        </p:nvSpPr>
        <p:spPr>
          <a:xfrm xmlns:a="http://schemas.openxmlformats.org/drawingml/2006/main">
            <a:off x="2857500" y="2133600"/>
            <a:ext cx="1752600" cy="57150"/>
          </a:xfrm>
          <a:prstGeom xmlns:a="http://schemas.openxmlformats.org/drawingml/2006/main" prst="rect">
            <a:avLst/>
          </a:prstGeom>
          <a:solidFill xmlns:a="http://schemas.openxmlformats.org/drawingml/2006/main">
            <a:srgbClr val="2A5B84"/>
          </a:solidFill>
          <a:ln xmlns:a="http://schemas.openxmlformats.org/drawingml/2006/main" w="12700">
            <a:solidFill>
              <a:srgbClr val="2A5B84"/>
            </a:solidFill>
          </a:ln>
        </p:spPr>
      </p:sp>
      <p:sp>
        <p:nvSpPr>
          <p:cNvPr id="20" name="Text 20">
            <a:extLst xmlns:a="http://schemas.openxmlformats.org/drawingml/2006/main">
              <a:ext uri="{FF2B5EF4-FFF2-40B4-BE49-F238E27FC236}">
                <a16:creationId xmlns:a16="http://schemas.microsoft.com/office/drawing/2014/main" id="{77AC7EE4-C692-44D2-8F38-C2980E6DB179}"/>
              </a:ext>
            </a:extLst>
          </p:cNvPr>
          <p:cNvSpPr>
            <a:spLocks xmlns:a="http://schemas.openxmlformats.org/drawingml/2006/main" noGrp="1"/>
          </p:cNvSpPr>
          <p:nvPr/>
        </p:nvSpPr>
        <p:spPr>
          <a:xfrm xmlns:a="http://schemas.openxmlformats.org/drawingml/2006/main">
            <a:off x="3009900" y="2286000"/>
            <a:ext cx="38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2A5B84"/>
                </a:solidFill>
                <a:latin typeface="Arial"/>
                <a:ea typeface="Arial"/>
                <a:cs typeface="Arial"/>
              </a:rPr>
              <a:t>02</a:t>
            </a:r>
            <a:endParaRPr sz="1200"/>
          </a:p>
        </p:txBody>
      </p:sp>
      <p:sp>
        <p:nvSpPr>
          <p:cNvPr id="21" name="Shape 21">
            <a:extLst xmlns:a="http://schemas.openxmlformats.org/drawingml/2006/main">
              <a:ext uri="{FF2B5EF4-FFF2-40B4-BE49-F238E27FC236}">
                <a16:creationId xmlns:a16="http://schemas.microsoft.com/office/drawing/2014/main" id="{36DFC2BF-FD2B-4496-94ED-9ACC8CAD469A}"/>
              </a:ext>
            </a:extLst>
          </p:cNvPr>
          <p:cNvSpPr>
            <a:spLocks xmlns:a="http://schemas.openxmlformats.org/drawingml/2006/main" noGrp="1"/>
          </p:cNvSpPr>
          <p:nvPr/>
        </p:nvSpPr>
        <p:spPr>
          <a:xfrm xmlns:a="http://schemas.openxmlformats.org/drawingml/2006/main">
            <a:off x="3429000" y="2343150"/>
            <a:ext cx="609600" cy="609600"/>
          </a:xfrm>
          <a:prstGeom xmlns:a="http://schemas.openxmlformats.org/drawingml/2006/main" prst="ellipse">
            <a:avLst/>
          </a:prstGeom>
          <a:solidFill xmlns:a="http://schemas.openxmlformats.org/drawingml/2006/main">
            <a:srgbClr val="F4F6F8"/>
          </a:solidFill>
          <a:ln xmlns:a="http://schemas.openxmlformats.org/drawingml/2006/main" w="19050">
            <a:solidFill>
              <a:srgbClr val="2A5B84"/>
            </a:solidFill>
          </a:ln>
        </p:spPr>
      </p:sp>
      <p:pic>
        <p:nvPicPr>
          <p:cNvPr id="80" name="Picture 22"/>
          <p:cNvPicPr>
            <a:picLocks xmlns:a="http://schemas.openxmlformats.org/drawingml/2006/main" noChangeAspect="1"/>
          </p:cNvPicPr>
          <p:nvPr/>
        </p:nvPicPr>
        <p:blipFill>
          <a:blip xmlns:r="http://schemas.openxmlformats.org/officeDocument/2006/relationships" xmlns:a="http://schemas.openxmlformats.org/drawingml/2006/main" r:embed="R1cbbc7a00fbe449c"/>
          <a:stretch xmlns:a="http://schemas.openxmlformats.org/drawingml/2006/main">
            <a:fillRect l="0" t="0" r="0" b="0"/>
          </a:stretch>
        </p:blipFill>
        <p:spPr>
          <a:xfrm xmlns:a="http://schemas.openxmlformats.org/drawingml/2006/main">
            <a:off x="3581400" y="2495550"/>
            <a:ext cx="304800" cy="304800"/>
          </a:xfrm>
          <a:prstGeom xmlns:a="http://schemas.openxmlformats.org/drawingml/2006/main" prst="rect">
            <a:avLst/>
          </a:prstGeom>
          <a:ln xmlns:a="http://schemas.openxmlformats.org/drawingml/2006/main">
            <a:noFill/>
          </a:ln>
        </p:spPr>
      </p:pic>
      <p:sp>
        <p:nvSpPr>
          <p:cNvPr id="23" name="Text 23">
            <a:extLst xmlns:a="http://schemas.openxmlformats.org/drawingml/2006/main">
              <a:ext uri="{FF2B5EF4-FFF2-40B4-BE49-F238E27FC236}">
                <a16:creationId xmlns:a16="http://schemas.microsoft.com/office/drawing/2014/main" id="{C3C8EB60-047D-487B-8DAE-1FB856B36836}"/>
              </a:ext>
            </a:extLst>
          </p:cNvPr>
          <p:cNvSpPr>
            <a:spLocks xmlns:a="http://schemas.openxmlformats.org/drawingml/2006/main" noGrp="1"/>
          </p:cNvSpPr>
          <p:nvPr/>
        </p:nvSpPr>
        <p:spPr>
          <a:xfrm xmlns:a="http://schemas.openxmlformats.org/drawingml/2006/main">
            <a:off x="3009900" y="3105150"/>
            <a:ext cx="144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17212B"/>
                </a:solidFill>
                <a:latin typeface="Arial"/>
                <a:ea typeface="Arial"/>
                <a:cs typeface="Arial"/>
              </a:rPr>
              <a:t>Review</a:t>
            </a:r>
            <a:endParaRPr sz="1900"/>
          </a:p>
        </p:txBody>
      </p:sp>
      <p:sp>
        <p:nvSpPr>
          <p:cNvPr id="24" name="Text 24">
            <a:extLst xmlns:a="http://schemas.openxmlformats.org/drawingml/2006/main">
              <a:ext uri="{FF2B5EF4-FFF2-40B4-BE49-F238E27FC236}">
                <a16:creationId xmlns:a16="http://schemas.microsoft.com/office/drawing/2014/main" id="{4B736B97-526B-4741-A5B5-E807CD8110A8}"/>
              </a:ext>
            </a:extLst>
          </p:cNvPr>
          <p:cNvSpPr>
            <a:spLocks xmlns:a="http://schemas.openxmlformats.org/drawingml/2006/main" noGrp="1"/>
          </p:cNvSpPr>
          <p:nvPr/>
        </p:nvSpPr>
        <p:spPr>
          <a:xfrm xmlns:a="http://schemas.openxmlformats.org/drawingml/2006/main">
            <a:off x="3009900" y="3486150"/>
            <a:ext cx="14478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Activity facts and source risk</a:t>
            </a:r>
            <a:endParaRPr sz="1400"/>
          </a:p>
        </p:txBody>
      </p:sp>
      <p:sp>
        <p:nvSpPr>
          <p:cNvPr id="25" name="Shape 25">
            <a:extLst xmlns:a="http://schemas.openxmlformats.org/drawingml/2006/main">
              <a:ext uri="{FF2B5EF4-FFF2-40B4-BE49-F238E27FC236}">
                <a16:creationId xmlns:a16="http://schemas.microsoft.com/office/drawing/2014/main" id="{731BDFDB-C079-40CE-A51E-F3782D47FE3F}"/>
              </a:ext>
            </a:extLst>
          </p:cNvPr>
          <p:cNvSpPr>
            <a:spLocks xmlns:a="http://schemas.openxmlformats.org/drawingml/2006/main" noGrp="1"/>
          </p:cNvSpPr>
          <p:nvPr/>
        </p:nvSpPr>
        <p:spPr>
          <a:xfrm xmlns:a="http://schemas.openxmlformats.org/drawingml/2006/main">
            <a:off x="5143500" y="2133600"/>
            <a:ext cx="1752600" cy="20383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26" name="Shape 26">
            <a:extLst xmlns:a="http://schemas.openxmlformats.org/drawingml/2006/main">
              <a:ext uri="{FF2B5EF4-FFF2-40B4-BE49-F238E27FC236}">
                <a16:creationId xmlns:a16="http://schemas.microsoft.com/office/drawing/2014/main" id="{57BFB9C7-0AD3-4D31-B576-B16AD0FB9E3E}"/>
              </a:ext>
            </a:extLst>
          </p:cNvPr>
          <p:cNvSpPr>
            <a:spLocks xmlns:a="http://schemas.openxmlformats.org/drawingml/2006/main" noGrp="1"/>
          </p:cNvSpPr>
          <p:nvPr/>
        </p:nvSpPr>
        <p:spPr>
          <a:xfrm xmlns:a="http://schemas.openxmlformats.org/drawingml/2006/main">
            <a:off x="5143500" y="2133600"/>
            <a:ext cx="1752600" cy="57150"/>
          </a:xfrm>
          <a:prstGeom xmlns:a="http://schemas.openxmlformats.org/drawingml/2006/main" prst="rect">
            <a:avLst/>
          </a:prstGeom>
          <a:solidFill xmlns:a="http://schemas.openxmlformats.org/drawingml/2006/main">
            <a:srgbClr val="981B1E"/>
          </a:solidFill>
          <a:ln xmlns:a="http://schemas.openxmlformats.org/drawingml/2006/main" w="12700">
            <a:solidFill>
              <a:srgbClr val="981B1E"/>
            </a:solidFill>
          </a:ln>
        </p:spPr>
      </p:sp>
      <p:sp>
        <p:nvSpPr>
          <p:cNvPr id="27" name="Text 27">
            <a:extLst xmlns:a="http://schemas.openxmlformats.org/drawingml/2006/main">
              <a:ext uri="{FF2B5EF4-FFF2-40B4-BE49-F238E27FC236}">
                <a16:creationId xmlns:a16="http://schemas.microsoft.com/office/drawing/2014/main" id="{B0FFF8BF-CE75-4811-BB07-7778A257E6F5}"/>
              </a:ext>
            </a:extLst>
          </p:cNvPr>
          <p:cNvSpPr>
            <a:spLocks xmlns:a="http://schemas.openxmlformats.org/drawingml/2006/main" noGrp="1"/>
          </p:cNvSpPr>
          <p:nvPr/>
        </p:nvSpPr>
        <p:spPr>
          <a:xfrm xmlns:a="http://schemas.openxmlformats.org/drawingml/2006/main">
            <a:off x="5295900" y="2286000"/>
            <a:ext cx="38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981B1E"/>
                </a:solidFill>
                <a:latin typeface="Arial"/>
                <a:ea typeface="Arial"/>
                <a:cs typeface="Arial"/>
              </a:rPr>
              <a:t>03</a:t>
            </a:r>
            <a:endParaRPr sz="1200"/>
          </a:p>
        </p:txBody>
      </p:sp>
      <p:sp>
        <p:nvSpPr>
          <p:cNvPr id="28" name="Shape 28">
            <a:extLst xmlns:a="http://schemas.openxmlformats.org/drawingml/2006/main">
              <a:ext uri="{FF2B5EF4-FFF2-40B4-BE49-F238E27FC236}">
                <a16:creationId xmlns:a16="http://schemas.microsoft.com/office/drawing/2014/main" id="{B5A68D5E-A4EC-4FCB-BA98-AF08DC216D80}"/>
              </a:ext>
            </a:extLst>
          </p:cNvPr>
          <p:cNvSpPr>
            <a:spLocks xmlns:a="http://schemas.openxmlformats.org/drawingml/2006/main" noGrp="1"/>
          </p:cNvSpPr>
          <p:nvPr/>
        </p:nvSpPr>
        <p:spPr>
          <a:xfrm xmlns:a="http://schemas.openxmlformats.org/drawingml/2006/main">
            <a:off x="5715000" y="2343150"/>
            <a:ext cx="609600" cy="609600"/>
          </a:xfrm>
          <a:prstGeom xmlns:a="http://schemas.openxmlformats.org/drawingml/2006/main" prst="ellipse">
            <a:avLst/>
          </a:prstGeom>
          <a:solidFill xmlns:a="http://schemas.openxmlformats.org/drawingml/2006/main">
            <a:srgbClr val="F4F6F8"/>
          </a:solidFill>
          <a:ln xmlns:a="http://schemas.openxmlformats.org/drawingml/2006/main" w="19050">
            <a:solidFill>
              <a:srgbClr val="981B1E"/>
            </a:solidFill>
          </a:ln>
        </p:spPr>
      </p:sp>
      <p:pic>
        <p:nvPicPr>
          <p:cNvPr id="87" name="Picture 29"/>
          <p:cNvPicPr>
            <a:picLocks xmlns:a="http://schemas.openxmlformats.org/drawingml/2006/main" noChangeAspect="1"/>
          </p:cNvPicPr>
          <p:nvPr/>
        </p:nvPicPr>
        <p:blipFill>
          <a:blip xmlns:r="http://schemas.openxmlformats.org/officeDocument/2006/relationships" xmlns:a="http://schemas.openxmlformats.org/drawingml/2006/main" r:embed="R1d366705d76749a6"/>
          <a:stretch xmlns:a="http://schemas.openxmlformats.org/drawingml/2006/main">
            <a:fillRect l="0" t="0" r="0" b="0"/>
          </a:stretch>
        </p:blipFill>
        <p:spPr>
          <a:xfrm xmlns:a="http://schemas.openxmlformats.org/drawingml/2006/main">
            <a:off x="5867400" y="2495550"/>
            <a:ext cx="304800" cy="30480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6DEB8922-95E0-4A96-A913-693EDB9C358C}"/>
              </a:ext>
            </a:extLst>
          </p:cNvPr>
          <p:cNvSpPr>
            <a:spLocks xmlns:a="http://schemas.openxmlformats.org/drawingml/2006/main" noGrp="1"/>
          </p:cNvSpPr>
          <p:nvPr/>
        </p:nvSpPr>
        <p:spPr>
          <a:xfrm xmlns:a="http://schemas.openxmlformats.org/drawingml/2006/main">
            <a:off x="5295900" y="3105150"/>
            <a:ext cx="144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17212B"/>
                </a:solidFill>
                <a:latin typeface="Arial"/>
                <a:ea typeface="Arial"/>
                <a:cs typeface="Arial"/>
              </a:rPr>
              <a:t>Analyze</a:t>
            </a:r>
            <a:endParaRPr sz="1900"/>
          </a:p>
        </p:txBody>
      </p:sp>
      <p:sp>
        <p:nvSpPr>
          <p:cNvPr id="31" name="Text 31">
            <a:extLst xmlns:a="http://schemas.openxmlformats.org/drawingml/2006/main">
              <a:ext uri="{FF2B5EF4-FFF2-40B4-BE49-F238E27FC236}">
                <a16:creationId xmlns:a16="http://schemas.microsoft.com/office/drawing/2014/main" id="{64871CB5-CA57-43BC-9399-2BBBB1CA6406}"/>
              </a:ext>
            </a:extLst>
          </p:cNvPr>
          <p:cNvSpPr>
            <a:spLocks xmlns:a="http://schemas.openxmlformats.org/drawingml/2006/main" noGrp="1"/>
          </p:cNvSpPr>
          <p:nvPr/>
        </p:nvSpPr>
        <p:spPr>
          <a:xfrm xmlns:a="http://schemas.openxmlformats.org/drawingml/2006/main">
            <a:off x="5295900" y="3486150"/>
            <a:ext cx="14478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Bounded evidence pipeline</a:t>
            </a:r>
            <a:endParaRPr sz="1400"/>
          </a:p>
        </p:txBody>
      </p:sp>
      <p:sp>
        <p:nvSpPr>
          <p:cNvPr id="32" name="Shape 32">
            <a:extLst xmlns:a="http://schemas.openxmlformats.org/drawingml/2006/main">
              <a:ext uri="{FF2B5EF4-FFF2-40B4-BE49-F238E27FC236}">
                <a16:creationId xmlns:a16="http://schemas.microsoft.com/office/drawing/2014/main" id="{5833526C-93E1-4737-AF07-6C864DBD26AB}"/>
              </a:ext>
            </a:extLst>
          </p:cNvPr>
          <p:cNvSpPr>
            <a:spLocks xmlns:a="http://schemas.openxmlformats.org/drawingml/2006/main" noGrp="1"/>
          </p:cNvSpPr>
          <p:nvPr/>
        </p:nvSpPr>
        <p:spPr>
          <a:xfrm xmlns:a="http://schemas.openxmlformats.org/drawingml/2006/main">
            <a:off x="7429500" y="2133600"/>
            <a:ext cx="1752600" cy="20383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33" name="Shape 33">
            <a:extLst xmlns:a="http://schemas.openxmlformats.org/drawingml/2006/main">
              <a:ext uri="{FF2B5EF4-FFF2-40B4-BE49-F238E27FC236}">
                <a16:creationId xmlns:a16="http://schemas.microsoft.com/office/drawing/2014/main" id="{B36B73A3-B1CA-4D35-BEDD-28C5A795BB09}"/>
              </a:ext>
            </a:extLst>
          </p:cNvPr>
          <p:cNvSpPr>
            <a:spLocks xmlns:a="http://schemas.openxmlformats.org/drawingml/2006/main" noGrp="1"/>
          </p:cNvSpPr>
          <p:nvPr/>
        </p:nvSpPr>
        <p:spPr>
          <a:xfrm xmlns:a="http://schemas.openxmlformats.org/drawingml/2006/main">
            <a:off x="7429500" y="2133600"/>
            <a:ext cx="1752600" cy="57150"/>
          </a:xfrm>
          <a:prstGeom xmlns:a="http://schemas.openxmlformats.org/drawingml/2006/main" prst="rect">
            <a:avLst/>
          </a:prstGeom>
          <a:solidFill xmlns:a="http://schemas.openxmlformats.org/drawingml/2006/main">
            <a:srgbClr val="1F7A5A"/>
          </a:solidFill>
          <a:ln xmlns:a="http://schemas.openxmlformats.org/drawingml/2006/main" w="12700">
            <a:solidFill>
              <a:srgbClr val="1F7A5A"/>
            </a:solidFill>
          </a:ln>
        </p:spPr>
      </p:sp>
      <p:sp>
        <p:nvSpPr>
          <p:cNvPr id="34" name="Text 34">
            <a:extLst xmlns:a="http://schemas.openxmlformats.org/drawingml/2006/main">
              <a:ext uri="{FF2B5EF4-FFF2-40B4-BE49-F238E27FC236}">
                <a16:creationId xmlns:a16="http://schemas.microsoft.com/office/drawing/2014/main" id="{5C5285FF-FA49-4EF4-917A-1EF0C15243E4}"/>
              </a:ext>
            </a:extLst>
          </p:cNvPr>
          <p:cNvSpPr>
            <a:spLocks xmlns:a="http://schemas.openxmlformats.org/drawingml/2006/main" noGrp="1"/>
          </p:cNvSpPr>
          <p:nvPr/>
        </p:nvSpPr>
        <p:spPr>
          <a:xfrm xmlns:a="http://schemas.openxmlformats.org/drawingml/2006/main">
            <a:off x="7581900" y="2286000"/>
            <a:ext cx="38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1F7A5A"/>
                </a:solidFill>
                <a:latin typeface="Arial"/>
                <a:ea typeface="Arial"/>
                <a:cs typeface="Arial"/>
              </a:rPr>
              <a:t>04</a:t>
            </a:r>
            <a:endParaRPr sz="1200"/>
          </a:p>
        </p:txBody>
      </p:sp>
      <p:sp>
        <p:nvSpPr>
          <p:cNvPr id="35" name="Shape 35">
            <a:extLst xmlns:a="http://schemas.openxmlformats.org/drawingml/2006/main">
              <a:ext uri="{FF2B5EF4-FFF2-40B4-BE49-F238E27FC236}">
                <a16:creationId xmlns:a16="http://schemas.microsoft.com/office/drawing/2014/main" id="{A3E6BEEC-2F83-404F-9ECE-CA903DD53EA0}"/>
              </a:ext>
            </a:extLst>
          </p:cNvPr>
          <p:cNvSpPr>
            <a:spLocks xmlns:a="http://schemas.openxmlformats.org/drawingml/2006/main" noGrp="1"/>
          </p:cNvSpPr>
          <p:nvPr/>
        </p:nvSpPr>
        <p:spPr>
          <a:xfrm xmlns:a="http://schemas.openxmlformats.org/drawingml/2006/main">
            <a:off x="8001000" y="2343150"/>
            <a:ext cx="609600" cy="609600"/>
          </a:xfrm>
          <a:prstGeom xmlns:a="http://schemas.openxmlformats.org/drawingml/2006/main" prst="ellipse">
            <a:avLst/>
          </a:prstGeom>
          <a:solidFill xmlns:a="http://schemas.openxmlformats.org/drawingml/2006/main">
            <a:srgbClr val="F4F6F8"/>
          </a:solidFill>
          <a:ln xmlns:a="http://schemas.openxmlformats.org/drawingml/2006/main" w="19050">
            <a:solidFill>
              <a:srgbClr val="1F7A5A"/>
            </a:solidFill>
          </a:ln>
        </p:spPr>
      </p:sp>
      <p:pic>
        <p:nvPicPr>
          <p:cNvPr id="94" name="Picture 36"/>
          <p:cNvPicPr>
            <a:picLocks xmlns:a="http://schemas.openxmlformats.org/drawingml/2006/main" noChangeAspect="1"/>
          </p:cNvPicPr>
          <p:nvPr/>
        </p:nvPicPr>
        <p:blipFill>
          <a:blip xmlns:r="http://schemas.openxmlformats.org/officeDocument/2006/relationships" xmlns:a="http://schemas.openxmlformats.org/drawingml/2006/main" r:embed="R063a1a5651084283"/>
          <a:stretch xmlns:a="http://schemas.openxmlformats.org/drawingml/2006/main">
            <a:fillRect l="0" t="0" r="0" b="0"/>
          </a:stretch>
        </p:blipFill>
        <p:spPr>
          <a:xfrm xmlns:a="http://schemas.openxmlformats.org/drawingml/2006/main">
            <a:off x="8153400" y="2495550"/>
            <a:ext cx="304800" cy="304800"/>
          </a:xfrm>
          <a:prstGeom xmlns:a="http://schemas.openxmlformats.org/drawingml/2006/main" prst="rect">
            <a:avLst/>
          </a:prstGeom>
          <a:ln xmlns:a="http://schemas.openxmlformats.org/drawingml/2006/main">
            <a:noFill/>
          </a:ln>
        </p:spPr>
      </p:pic>
      <p:sp>
        <p:nvSpPr>
          <p:cNvPr id="37" name="Text 37">
            <a:extLst xmlns:a="http://schemas.openxmlformats.org/drawingml/2006/main">
              <a:ext uri="{FF2B5EF4-FFF2-40B4-BE49-F238E27FC236}">
                <a16:creationId xmlns:a16="http://schemas.microsoft.com/office/drawing/2014/main" id="{D6256296-387E-49AE-9D12-185412D2AD70}"/>
              </a:ext>
            </a:extLst>
          </p:cNvPr>
          <p:cNvSpPr>
            <a:spLocks xmlns:a="http://schemas.openxmlformats.org/drawingml/2006/main" noGrp="1"/>
          </p:cNvSpPr>
          <p:nvPr/>
        </p:nvSpPr>
        <p:spPr>
          <a:xfrm xmlns:a="http://schemas.openxmlformats.org/drawingml/2006/main">
            <a:off x="7581900" y="3105150"/>
            <a:ext cx="144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17212B"/>
                </a:solidFill>
                <a:latin typeface="Arial"/>
                <a:ea typeface="Arial"/>
                <a:cs typeface="Arial"/>
              </a:rPr>
              <a:t>Inspect</a:t>
            </a:r>
            <a:endParaRPr sz="1900"/>
          </a:p>
        </p:txBody>
      </p:sp>
      <p:sp>
        <p:nvSpPr>
          <p:cNvPr id="38" name="Text 38">
            <a:extLst xmlns:a="http://schemas.openxmlformats.org/drawingml/2006/main">
              <a:ext uri="{FF2B5EF4-FFF2-40B4-BE49-F238E27FC236}">
                <a16:creationId xmlns:a16="http://schemas.microsoft.com/office/drawing/2014/main" id="{F677D7A6-7306-42C7-9E37-A1075ECE616E}"/>
              </a:ext>
            </a:extLst>
          </p:cNvPr>
          <p:cNvSpPr>
            <a:spLocks xmlns:a="http://schemas.openxmlformats.org/drawingml/2006/main" noGrp="1"/>
          </p:cNvSpPr>
          <p:nvPr/>
        </p:nvSpPr>
        <p:spPr>
          <a:xfrm xmlns:a="http://schemas.openxmlformats.org/drawingml/2006/main">
            <a:off x="7581900" y="3486150"/>
            <a:ext cx="14478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Grounding and provenance</a:t>
            </a:r>
            <a:endParaRPr sz="1400"/>
          </a:p>
        </p:txBody>
      </p:sp>
      <p:sp>
        <p:nvSpPr>
          <p:cNvPr id="39" name="Shape 39">
            <a:extLst xmlns:a="http://schemas.openxmlformats.org/drawingml/2006/main">
              <a:ext uri="{FF2B5EF4-FFF2-40B4-BE49-F238E27FC236}">
                <a16:creationId xmlns:a16="http://schemas.microsoft.com/office/drawing/2014/main" id="{F5AC92A8-EEF2-4907-9E5A-19FA7C5A478F}"/>
              </a:ext>
            </a:extLst>
          </p:cNvPr>
          <p:cNvSpPr>
            <a:spLocks xmlns:a="http://schemas.openxmlformats.org/drawingml/2006/main" noGrp="1"/>
          </p:cNvSpPr>
          <p:nvPr/>
        </p:nvSpPr>
        <p:spPr>
          <a:xfrm xmlns:a="http://schemas.openxmlformats.org/drawingml/2006/main">
            <a:off x="9715500" y="2133600"/>
            <a:ext cx="1752600" cy="20383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40" name="Shape 40">
            <a:extLst xmlns:a="http://schemas.openxmlformats.org/drawingml/2006/main">
              <a:ext uri="{FF2B5EF4-FFF2-40B4-BE49-F238E27FC236}">
                <a16:creationId xmlns:a16="http://schemas.microsoft.com/office/drawing/2014/main" id="{5DA8FB9A-6ADC-4992-98DF-C3849C534C1A}"/>
              </a:ext>
            </a:extLst>
          </p:cNvPr>
          <p:cNvSpPr>
            <a:spLocks xmlns:a="http://schemas.openxmlformats.org/drawingml/2006/main" noGrp="1"/>
          </p:cNvSpPr>
          <p:nvPr/>
        </p:nvSpPr>
        <p:spPr>
          <a:xfrm xmlns:a="http://schemas.openxmlformats.org/drawingml/2006/main">
            <a:off x="9715500" y="2133600"/>
            <a:ext cx="1752600" cy="57150"/>
          </a:xfrm>
          <a:prstGeom xmlns:a="http://schemas.openxmlformats.org/drawingml/2006/main" prst="rect">
            <a:avLst/>
          </a:prstGeom>
          <a:solidFill xmlns:a="http://schemas.openxmlformats.org/drawingml/2006/main">
            <a:srgbClr val="D71920"/>
          </a:solidFill>
          <a:ln xmlns:a="http://schemas.openxmlformats.org/drawingml/2006/main" w="12700">
            <a:solidFill>
              <a:srgbClr val="D71920"/>
            </a:solidFill>
          </a:ln>
        </p:spPr>
      </p:sp>
      <p:sp>
        <p:nvSpPr>
          <p:cNvPr id="41" name="Text 41">
            <a:extLst xmlns:a="http://schemas.openxmlformats.org/drawingml/2006/main">
              <a:ext uri="{FF2B5EF4-FFF2-40B4-BE49-F238E27FC236}">
                <a16:creationId xmlns:a16="http://schemas.microsoft.com/office/drawing/2014/main" id="{A3CE5D13-E9AA-4D33-8338-41F67B35F3A0}"/>
              </a:ext>
            </a:extLst>
          </p:cNvPr>
          <p:cNvSpPr>
            <a:spLocks xmlns:a="http://schemas.openxmlformats.org/drawingml/2006/main" noGrp="1"/>
          </p:cNvSpPr>
          <p:nvPr/>
        </p:nvSpPr>
        <p:spPr>
          <a:xfrm xmlns:a="http://schemas.openxmlformats.org/drawingml/2006/main">
            <a:off x="9867900" y="2286000"/>
            <a:ext cx="38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D71920"/>
                </a:solidFill>
                <a:latin typeface="Arial"/>
                <a:ea typeface="Arial"/>
                <a:cs typeface="Arial"/>
              </a:rPr>
              <a:t>05</a:t>
            </a:r>
            <a:endParaRPr sz="1200"/>
          </a:p>
        </p:txBody>
      </p:sp>
      <p:sp>
        <p:nvSpPr>
          <p:cNvPr id="42" name="Shape 42">
            <a:extLst xmlns:a="http://schemas.openxmlformats.org/drawingml/2006/main">
              <a:ext uri="{FF2B5EF4-FFF2-40B4-BE49-F238E27FC236}">
                <a16:creationId xmlns:a16="http://schemas.microsoft.com/office/drawing/2014/main" id="{4D7AC141-9A59-49C8-8CC9-4BE307228A2F}"/>
              </a:ext>
            </a:extLst>
          </p:cNvPr>
          <p:cNvSpPr>
            <a:spLocks xmlns:a="http://schemas.openxmlformats.org/drawingml/2006/main" noGrp="1"/>
          </p:cNvSpPr>
          <p:nvPr/>
        </p:nvSpPr>
        <p:spPr>
          <a:xfrm xmlns:a="http://schemas.openxmlformats.org/drawingml/2006/main">
            <a:off x="10287000" y="2343150"/>
            <a:ext cx="609600" cy="609600"/>
          </a:xfrm>
          <a:prstGeom xmlns:a="http://schemas.openxmlformats.org/drawingml/2006/main" prst="ellipse">
            <a:avLst/>
          </a:prstGeom>
          <a:solidFill xmlns:a="http://schemas.openxmlformats.org/drawingml/2006/main">
            <a:srgbClr val="FFFFFF"/>
          </a:solidFill>
          <a:ln xmlns:a="http://schemas.openxmlformats.org/drawingml/2006/main" w="19050">
            <a:solidFill>
              <a:srgbClr val="D71920"/>
            </a:solidFill>
          </a:ln>
        </p:spPr>
      </p:sp>
      <p:pic>
        <p:nvPicPr>
          <p:cNvPr id="101" name="Picture 43"/>
          <p:cNvPicPr>
            <a:picLocks xmlns:a="http://schemas.openxmlformats.org/drawingml/2006/main" noChangeAspect="1"/>
          </p:cNvPicPr>
          <p:nvPr/>
        </p:nvPicPr>
        <p:blipFill>
          <a:blip xmlns:r="http://schemas.openxmlformats.org/officeDocument/2006/relationships" xmlns:a="http://schemas.openxmlformats.org/drawingml/2006/main" r:embed="R0bd4510a745d442c"/>
          <a:stretch xmlns:a="http://schemas.openxmlformats.org/drawingml/2006/main">
            <a:fillRect l="0" t="0" r="0" b="0"/>
          </a:stretch>
        </p:blipFill>
        <p:spPr>
          <a:xfrm xmlns:a="http://schemas.openxmlformats.org/drawingml/2006/main">
            <a:off x="10439400" y="2495550"/>
            <a:ext cx="304800" cy="304800"/>
          </a:xfrm>
          <a:prstGeom xmlns:a="http://schemas.openxmlformats.org/drawingml/2006/main" prst="rect">
            <a:avLst/>
          </a:prstGeom>
          <a:ln xmlns:a="http://schemas.openxmlformats.org/drawingml/2006/main">
            <a:noFill/>
          </a:ln>
        </p:spPr>
      </p:pic>
      <p:sp>
        <p:nvSpPr>
          <p:cNvPr id="44" name="Text 44">
            <a:extLst xmlns:a="http://schemas.openxmlformats.org/drawingml/2006/main">
              <a:ext uri="{FF2B5EF4-FFF2-40B4-BE49-F238E27FC236}">
                <a16:creationId xmlns:a16="http://schemas.microsoft.com/office/drawing/2014/main" id="{62C6C731-CA73-43B4-9274-BD17A9CDAFE4}"/>
              </a:ext>
            </a:extLst>
          </p:cNvPr>
          <p:cNvSpPr>
            <a:spLocks xmlns:a="http://schemas.openxmlformats.org/drawingml/2006/main" noGrp="1"/>
          </p:cNvSpPr>
          <p:nvPr/>
        </p:nvSpPr>
        <p:spPr>
          <a:xfrm xmlns:a="http://schemas.openxmlformats.org/drawingml/2006/main">
            <a:off x="9867900" y="3105150"/>
            <a:ext cx="144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17212B"/>
                </a:solidFill>
                <a:latin typeface="Arial"/>
                <a:ea typeface="Arial"/>
                <a:cs typeface="Arial"/>
              </a:rPr>
              <a:t>Reopen</a:t>
            </a:r>
            <a:endParaRPr sz="1900"/>
          </a:p>
        </p:txBody>
      </p:sp>
      <p:sp>
        <p:nvSpPr>
          <p:cNvPr id="45" name="Text 45">
            <a:extLst xmlns:a="http://schemas.openxmlformats.org/drawingml/2006/main">
              <a:ext uri="{FF2B5EF4-FFF2-40B4-BE49-F238E27FC236}">
                <a16:creationId xmlns:a16="http://schemas.microsoft.com/office/drawing/2014/main" id="{E83338B6-9703-44D2-8C0D-F7C1C05EFAA0}"/>
              </a:ext>
            </a:extLst>
          </p:cNvPr>
          <p:cNvSpPr>
            <a:spLocks xmlns:a="http://schemas.openxmlformats.org/drawingml/2006/main" noGrp="1"/>
          </p:cNvSpPr>
          <p:nvPr/>
        </p:nvSpPr>
        <p:spPr>
          <a:xfrm xmlns:a="http://schemas.openxmlformats.org/drawingml/2006/main">
            <a:off x="9867900" y="3486150"/>
            <a:ext cx="14478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Persisted review context</a:t>
            </a:r>
            <a:endParaRPr sz="1400"/>
          </a:p>
        </p:txBody>
      </p:sp>
      <p:sp>
        <p:nvSpPr>
          <p:cNvPr id="46" name="Text 46">
            <a:extLst xmlns:a="http://schemas.openxmlformats.org/drawingml/2006/main">
              <a:ext uri="{FF2B5EF4-FFF2-40B4-BE49-F238E27FC236}">
                <a16:creationId xmlns:a16="http://schemas.microsoft.com/office/drawing/2014/main" id="{4C60C858-95DB-441C-A2E9-760E34946368}"/>
              </a:ext>
            </a:extLst>
          </p:cNvPr>
          <p:cNvSpPr>
            <a:spLocks xmlns:a="http://schemas.openxmlformats.org/drawingml/2006/main" noGrp="1"/>
          </p:cNvSpPr>
          <p:nvPr/>
        </p:nvSpPr>
        <p:spPr>
          <a:xfrm xmlns:a="http://schemas.openxmlformats.org/drawingml/2006/main">
            <a:off x="4762500" y="4591050"/>
            <a:ext cx="4762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2A5B84"/>
                </a:solidFill>
                <a:latin typeface="Arial"/>
                <a:ea typeface="Arial"/>
                <a:cs typeface="Arial"/>
              </a:rPr>
              <a:t>A later review resumes from retained context</a:t>
            </a:r>
            <a:endParaRPr sz="1400"/>
          </a:p>
        </p:txBody>
      </p:sp>
      <p:sp>
        <p:nvSpPr>
          <p:cNvPr id="47" name="Shape 47">
            <a:extLst xmlns:a="http://schemas.openxmlformats.org/drawingml/2006/main">
              <a:ext uri="{FF2B5EF4-FFF2-40B4-BE49-F238E27FC236}">
                <a16:creationId xmlns:a16="http://schemas.microsoft.com/office/drawing/2014/main" id="{36A276C0-0D6C-4A8B-8B29-B2C6C5FF00F0}"/>
              </a:ext>
            </a:extLst>
          </p:cNvPr>
          <p:cNvSpPr>
            <a:spLocks xmlns:a="http://schemas.openxmlformats.org/drawingml/2006/main" noGrp="1"/>
          </p:cNvSpPr>
          <p:nvPr/>
        </p:nvSpPr>
        <p:spPr>
          <a:xfrm xmlns:a="http://schemas.openxmlformats.org/drawingml/2006/main">
            <a:off x="1981200" y="5391150"/>
            <a:ext cx="8229600" cy="628650"/>
          </a:xfrm>
          <a:prstGeom xmlns:a="http://schemas.openxmlformats.org/drawingml/2006/main" prst="rect">
            <a:avLst/>
          </a:prstGeom>
          <a:solidFill xmlns:a="http://schemas.openxmlformats.org/drawingml/2006/main">
            <a:srgbClr val="F4F6F8"/>
          </a:solidFill>
          <a:ln xmlns:a="http://schemas.openxmlformats.org/drawingml/2006/main" w="12700">
            <a:solidFill>
              <a:srgbClr val="D9DEE3"/>
            </a:solidFill>
          </a:ln>
        </p:spPr>
      </p:sp>
      <p:sp>
        <p:nvSpPr>
          <p:cNvPr id="48" name="Shape 48">
            <a:extLst xmlns:a="http://schemas.openxmlformats.org/drawingml/2006/main">
              <a:ext uri="{FF2B5EF4-FFF2-40B4-BE49-F238E27FC236}">
                <a16:creationId xmlns:a16="http://schemas.microsoft.com/office/drawing/2014/main" id="{95FD71D9-CDBA-4AAF-AC67-72DD041A0682}"/>
              </a:ext>
            </a:extLst>
          </p:cNvPr>
          <p:cNvSpPr>
            <a:spLocks xmlns:a="http://schemas.openxmlformats.org/drawingml/2006/main" noGrp="1"/>
          </p:cNvSpPr>
          <p:nvPr/>
        </p:nvSpPr>
        <p:spPr>
          <a:xfrm xmlns:a="http://schemas.openxmlformats.org/drawingml/2006/main">
            <a:off x="2152650" y="5495925"/>
            <a:ext cx="400050" cy="400050"/>
          </a:xfrm>
          <a:prstGeom xmlns:a="http://schemas.openxmlformats.org/drawingml/2006/main" prst="ellipse">
            <a:avLst/>
          </a:prstGeom>
          <a:solidFill xmlns:a="http://schemas.openxmlformats.org/drawingml/2006/main">
            <a:srgbClr val="FFFFFF"/>
          </a:solidFill>
          <a:ln xmlns:a="http://schemas.openxmlformats.org/drawingml/2006/main" w="19050">
            <a:solidFill>
              <a:srgbClr val="D71920"/>
            </a:solidFill>
          </a:ln>
        </p:spPr>
      </p:sp>
      <p:pic>
        <p:nvPicPr>
          <p:cNvPr id="107" name="Picture 49"/>
          <p:cNvPicPr>
            <a:picLocks xmlns:a="http://schemas.openxmlformats.org/drawingml/2006/main" noChangeAspect="1"/>
          </p:cNvPicPr>
          <p:nvPr/>
        </p:nvPicPr>
        <p:blipFill>
          <a:blip xmlns:r="http://schemas.openxmlformats.org/officeDocument/2006/relationships" xmlns:a="http://schemas.openxmlformats.org/drawingml/2006/main" r:embed="Rb29dcb1ed5964ec9"/>
          <a:stretch xmlns:a="http://schemas.openxmlformats.org/drawingml/2006/main">
            <a:fillRect l="0" t="0" r="0" b="0"/>
          </a:stretch>
        </p:blipFill>
        <p:spPr>
          <a:xfrm xmlns:a="http://schemas.openxmlformats.org/drawingml/2006/main">
            <a:off x="2257425" y="5600700"/>
            <a:ext cx="190500" cy="190500"/>
          </a:xfrm>
          <a:prstGeom xmlns:a="http://schemas.openxmlformats.org/drawingml/2006/main" prst="rect">
            <a:avLst/>
          </a:prstGeom>
          <a:ln xmlns:a="http://schemas.openxmlformats.org/drawingml/2006/main">
            <a:noFill/>
          </a:ln>
        </p:spPr>
      </p:pic>
      <p:sp>
        <p:nvSpPr>
          <p:cNvPr id="50" name="Text 50">
            <a:extLst xmlns:a="http://schemas.openxmlformats.org/drawingml/2006/main">
              <a:ext uri="{FF2B5EF4-FFF2-40B4-BE49-F238E27FC236}">
                <a16:creationId xmlns:a16="http://schemas.microsoft.com/office/drawing/2014/main" id="{B77EEEF5-907A-40CA-99E5-74BDC4B2A023}"/>
              </a:ext>
            </a:extLst>
          </p:cNvPr>
          <p:cNvSpPr>
            <a:spLocks xmlns:a="http://schemas.openxmlformats.org/drawingml/2006/main" noGrp="1"/>
          </p:cNvSpPr>
          <p:nvPr/>
        </p:nvSpPr>
        <p:spPr>
          <a:xfrm xmlns:a="http://schemas.openxmlformats.org/drawingml/2006/main">
            <a:off x="2743200" y="5524500"/>
            <a:ext cx="7239000" cy="361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700" b="1">
                <a:solidFill>
                  <a:srgbClr val="17212B"/>
                </a:solidFill>
                <a:latin typeface="Arial"/>
                <a:ea typeface="Arial"/>
                <a:cs typeface="Arial"/>
              </a:rPr>
              <a:t>The recommendation remains advisory. The operator keeps the decision.</a:t>
            </a:r>
            <a:endParaRPr sz="1700"/>
          </a:p>
        </p:txBody>
      </p:sp>
      <p:sp>
        <p:nvSpPr>
          <p:cNvPr id="51" name="Connector 51">
            <a:extLst xmlns:a="http://schemas.openxmlformats.org/drawingml/2006/main">
              <a:ext uri="{FF2B5EF4-FFF2-40B4-BE49-F238E27FC236}">
                <a16:creationId xmlns:a16="http://schemas.microsoft.com/office/drawing/2014/main" id="{92A8FD24-3007-46B6-8597-5E7DF6EA725E}"/>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52" name="Text 52">
            <a:extLst xmlns:a="http://schemas.openxmlformats.org/drawingml/2006/main">
              <a:ext uri="{FF2B5EF4-FFF2-40B4-BE49-F238E27FC236}">
                <a16:creationId xmlns:a16="http://schemas.microsoft.com/office/drawing/2014/main" id="{B8F5A6FF-6121-4884-9053-51C2E09CA70A}"/>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53" name="Text 53">
            <a:extLst xmlns:a="http://schemas.openxmlformats.org/drawingml/2006/main">
              <a:ext uri="{FF2B5EF4-FFF2-40B4-BE49-F238E27FC236}">
                <a16:creationId xmlns:a16="http://schemas.microsoft.com/office/drawing/2014/main" id="{3E0405E3-A35B-4879-A005-947AD08C1837}"/>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3</a:t>
            </a:r>
            <a:endParaRPr sz="1000"/>
          </a:p>
        </p:txBody>
      </p:sp>
    </p:spTree>
    <p:extLst>
      <p:ext uri="{BB962C8B-B14F-4D97-AF65-F5344CB8AC3E}">
        <p14:creationId xmlns:p14="http://schemas.microsoft.com/office/powerpoint/2010/main" val="2160222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DF752298-EE96-4CDD-BE34-4BD28F2D1ABB}"/>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DELIVERED INTERVIEW DEMONSTRATOR</a:t>
            </a:r>
            <a:endParaRPr sz="1100"/>
          </a:p>
        </p:txBody>
      </p:sp>
      <p:sp>
        <p:nvSpPr>
          <p:cNvPr id="3" name="Text 3">
            <a:extLst xmlns:a="http://schemas.openxmlformats.org/drawingml/2006/main">
              <a:ext uri="{FF2B5EF4-FFF2-40B4-BE49-F238E27FC236}">
                <a16:creationId xmlns:a16="http://schemas.microsoft.com/office/drawing/2014/main" id="{A288B216-F7BD-46A8-8F67-58FC300C9171}"/>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R5 closes the live loop from WatchInfra to LM Studio and back to browser history</a:t>
            </a:r>
            <a:endParaRPr sz="3000"/>
          </a:p>
        </p:txBody>
      </p:sp>
      <p:sp>
        <p:nvSpPr>
          <p:cNvPr id="4" name="Shape 4">
            <a:extLst xmlns:a="http://schemas.openxmlformats.org/drawingml/2006/main">
              <a:ext uri="{FF2B5EF4-FFF2-40B4-BE49-F238E27FC236}">
                <a16:creationId xmlns:a16="http://schemas.microsoft.com/office/drawing/2014/main" id="{9FD76775-E155-41B6-9CD8-2DD2F1AE021C}"/>
              </a:ext>
            </a:extLst>
          </p:cNvPr>
          <p:cNvSpPr>
            <a:spLocks xmlns:a="http://schemas.openxmlformats.org/drawingml/2006/main" noGrp="1"/>
          </p:cNvSpPr>
          <p:nvPr/>
        </p:nvSpPr>
        <p:spPr>
          <a:xfrm xmlns:a="http://schemas.openxmlformats.org/drawingml/2006/main">
            <a:off x="552450" y="1619250"/>
            <a:ext cx="5429250" cy="38290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20" name="Picture 5"/>
          <p:cNvPicPr>
            <a:picLocks xmlns:a="http://schemas.openxmlformats.org/drawingml/2006/main" noChangeAspect="1"/>
          </p:cNvPicPr>
          <p:nvPr/>
        </p:nvPicPr>
        <p:blipFill>
          <a:blip xmlns:r="http://schemas.openxmlformats.org/officeDocument/2006/relationships" xmlns:a="http://schemas.openxmlformats.org/drawingml/2006/main" r:embed="Rb3305423a41c4a49"/>
          <a:stretch xmlns:a="http://schemas.openxmlformats.org/drawingml/2006/main">
            <a:fillRect l="0" t="0" r="0" b="0"/>
          </a:stretch>
        </p:blipFill>
        <p:spPr>
          <a:xfrm xmlns:a="http://schemas.openxmlformats.org/drawingml/2006/main">
            <a:off x="647700" y="1714500"/>
            <a:ext cx="5238750" cy="3638550"/>
          </a:xfrm>
          <a:prstGeom xmlns:a="http://schemas.openxmlformats.org/drawingml/2006/main" prst="rect">
            <a:avLst/>
          </a:prstGeom>
          <a:ln xmlns:a="http://schemas.openxmlformats.org/drawingml/2006/main">
            <a:noFill/>
          </a:ln>
        </p:spPr>
      </p:pic>
      <p:sp>
        <p:nvSpPr>
          <p:cNvPr id="6" name="Shape 6">
            <a:extLst xmlns:a="http://schemas.openxmlformats.org/drawingml/2006/main">
              <a:ext uri="{FF2B5EF4-FFF2-40B4-BE49-F238E27FC236}">
                <a16:creationId xmlns:a16="http://schemas.microsoft.com/office/drawing/2014/main" id="{A987330B-E63D-43F1-BBD4-0BF938EFCE18}"/>
              </a:ext>
            </a:extLst>
          </p:cNvPr>
          <p:cNvSpPr>
            <a:spLocks xmlns:a="http://schemas.openxmlformats.org/drawingml/2006/main" noGrp="1"/>
          </p:cNvSpPr>
          <p:nvPr/>
        </p:nvSpPr>
        <p:spPr>
          <a:xfrm xmlns:a="http://schemas.openxmlformats.org/drawingml/2006/main">
            <a:off x="6210300" y="1619250"/>
            <a:ext cx="5429250" cy="38290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22" name="Picture 7"/>
          <p:cNvPicPr>
            <a:picLocks xmlns:a="http://schemas.openxmlformats.org/drawingml/2006/main" noChangeAspect="1"/>
          </p:cNvPicPr>
          <p:nvPr/>
        </p:nvPicPr>
        <p:blipFill>
          <a:blip xmlns:r="http://schemas.openxmlformats.org/officeDocument/2006/relationships" xmlns:a="http://schemas.openxmlformats.org/drawingml/2006/main" r:embed="Rfe44bce3d1e54885"/>
          <a:stretch xmlns:a="http://schemas.openxmlformats.org/drawingml/2006/main">
            <a:fillRect l="0" t="0" r="0" b="0"/>
          </a:stretch>
        </p:blipFill>
        <p:spPr>
          <a:xfrm xmlns:a="http://schemas.openxmlformats.org/drawingml/2006/main">
            <a:off x="6305550" y="1714500"/>
            <a:ext cx="5238750" cy="3638550"/>
          </a:xfrm>
          <a:prstGeom xmlns:a="http://schemas.openxmlformats.org/drawingml/2006/main" prst="rect">
            <a:avLst/>
          </a:prstGeom>
          <a:ln xmlns:a="http://schemas.openxmlformats.org/drawingml/2006/main">
            <a:noFill/>
          </a:ln>
        </p:spPr>
      </p:pic>
      <p:sp>
        <p:nvSpPr>
          <p:cNvPr id="8" name="Text 8">
            <a:extLst xmlns:a="http://schemas.openxmlformats.org/drawingml/2006/main">
              <a:ext uri="{FF2B5EF4-FFF2-40B4-BE49-F238E27FC236}">
                <a16:creationId xmlns:a16="http://schemas.microsoft.com/office/drawing/2014/main" id="{FA793903-9231-4348-A1C4-163B886B6317}"/>
              </a:ext>
            </a:extLst>
          </p:cNvPr>
          <p:cNvSpPr>
            <a:spLocks xmlns:a="http://schemas.openxmlformats.org/drawingml/2006/main" noGrp="1"/>
          </p:cNvSpPr>
          <p:nvPr/>
        </p:nvSpPr>
        <p:spPr>
          <a:xfrm xmlns:a="http://schemas.openxmlformats.org/drawingml/2006/main">
            <a:off x="723900" y="1790700"/>
            <a:ext cx="1962150" cy="285750"/>
          </a:xfrm>
          <a:prstGeom xmlns:a="http://schemas.openxmlformats.org/drawingml/2006/main" prst="rect">
            <a:avLst/>
          </a:prstGeom>
          <a:solidFill xmlns:a="http://schemas.openxmlformats.org/drawingml/2006/main">
            <a:srgbClr val="D71920"/>
          </a:solidFill>
          <a:ln xmlns:a="http://schemas.openxmlformats.org/drawingml/2006/main">
            <a:noFill/>
          </a:ln>
        </p:spPr>
        <p:txBody>
          <a:bodyPr xmlns:a="http://schemas.openxmlformats.org/drawingml/2006/main" wrap="square" lIns="66675" tIns="66675" rIns="66675" bIns="66675" anchor="ctr"/>
          <a:lstStyle xmlns:a="http://schemas.openxmlformats.org/drawingml/2006/main"/>
          <a:p xmlns:a="http://schemas.openxmlformats.org/drawingml/2006/main">
            <a:pPr algn="l">
              <a:buNone/>
            </a:pPr>
            <a:r>
              <a:rPr sz="1200" b="1">
                <a:solidFill>
                  <a:srgbClr val="FFFFFF"/>
                </a:solidFill>
                <a:latin typeface="Arial"/>
                <a:ea typeface="Arial"/>
                <a:cs typeface="Arial"/>
              </a:rPr>
              <a:t>1  ANALYSIS RESULT</a:t>
            </a:r>
            <a:endParaRPr sz="1200"/>
          </a:p>
        </p:txBody>
      </p:sp>
      <p:sp>
        <p:nvSpPr>
          <p:cNvPr id="9" name="Text 9">
            <a:extLst xmlns:a="http://schemas.openxmlformats.org/drawingml/2006/main">
              <a:ext uri="{FF2B5EF4-FFF2-40B4-BE49-F238E27FC236}">
                <a16:creationId xmlns:a16="http://schemas.microsoft.com/office/drawing/2014/main" id="{0F2B31CC-B6E8-4B84-BC1B-FFBE53A3594B}"/>
              </a:ext>
            </a:extLst>
          </p:cNvPr>
          <p:cNvSpPr>
            <a:spLocks xmlns:a="http://schemas.openxmlformats.org/drawingml/2006/main" noGrp="1"/>
          </p:cNvSpPr>
          <p:nvPr/>
        </p:nvSpPr>
        <p:spPr>
          <a:xfrm xmlns:a="http://schemas.openxmlformats.org/drawingml/2006/main">
            <a:off x="6381750" y="1790700"/>
            <a:ext cx="2133600" cy="285750"/>
          </a:xfrm>
          <a:prstGeom xmlns:a="http://schemas.openxmlformats.org/drawingml/2006/main" prst="rect">
            <a:avLst/>
          </a:prstGeom>
          <a:solidFill xmlns:a="http://schemas.openxmlformats.org/drawingml/2006/main">
            <a:srgbClr val="2A5B84"/>
          </a:solidFill>
          <a:ln xmlns:a="http://schemas.openxmlformats.org/drawingml/2006/main">
            <a:noFill/>
          </a:ln>
        </p:spPr>
        <p:txBody>
          <a:bodyPr xmlns:a="http://schemas.openxmlformats.org/drawingml/2006/main" wrap="square" lIns="66675" tIns="66675" rIns="66675" bIns="66675" anchor="ctr"/>
          <a:lstStyle xmlns:a="http://schemas.openxmlformats.org/drawingml/2006/main"/>
          <a:p xmlns:a="http://schemas.openxmlformats.org/drawingml/2006/main">
            <a:pPr algn="l">
              <a:buNone/>
            </a:pPr>
            <a:r>
              <a:rPr sz="1200" b="1">
                <a:solidFill>
                  <a:srgbClr val="FFFFFF"/>
                </a:solidFill>
                <a:latin typeface="Arial"/>
                <a:ea typeface="Arial"/>
                <a:cs typeface="Arial"/>
              </a:rPr>
              <a:t>2  LOCAL PROVENANCE</a:t>
            </a:r>
            <a:endParaRPr sz="1200"/>
          </a:p>
        </p:txBody>
      </p:sp>
      <p:sp>
        <p:nvSpPr>
          <p:cNvPr id="10" name="Shape 10">
            <a:extLst xmlns:a="http://schemas.openxmlformats.org/drawingml/2006/main">
              <a:ext uri="{FF2B5EF4-FFF2-40B4-BE49-F238E27FC236}">
                <a16:creationId xmlns:a16="http://schemas.microsoft.com/office/drawing/2014/main" id="{5738BBE9-7A8E-44BE-BEB9-AA7E93751DA1}"/>
              </a:ext>
            </a:extLst>
          </p:cNvPr>
          <p:cNvSpPr>
            <a:spLocks xmlns:a="http://schemas.openxmlformats.org/drawingml/2006/main" noGrp="1"/>
          </p:cNvSpPr>
          <p:nvPr/>
        </p:nvSpPr>
        <p:spPr>
          <a:xfrm xmlns:a="http://schemas.openxmlformats.org/drawingml/2006/main">
            <a:off x="552450" y="5619750"/>
            <a:ext cx="11087100" cy="51435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11" name="Text 11">
            <a:extLst xmlns:a="http://schemas.openxmlformats.org/drawingml/2006/main">
              <a:ext uri="{FF2B5EF4-FFF2-40B4-BE49-F238E27FC236}">
                <a16:creationId xmlns:a16="http://schemas.microsoft.com/office/drawing/2014/main" id="{8AFC3CE1-B552-4899-A283-6D8E3BA302A5}"/>
              </a:ext>
            </a:extLst>
          </p:cNvPr>
          <p:cNvSpPr>
            <a:spLocks xmlns:a="http://schemas.openxmlformats.org/drawingml/2006/main" noGrp="1"/>
          </p:cNvSpPr>
          <p:nvPr/>
        </p:nvSpPr>
        <p:spPr>
          <a:xfrm xmlns:a="http://schemas.openxmlformats.org/drawingml/2006/main">
            <a:off x="723900" y="5715000"/>
            <a:ext cx="107442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1">
                <a:solidFill>
                  <a:srgbClr val="FFFFFF"/>
                </a:solidFill>
                <a:latin typeface="Arial"/>
                <a:ea typeface="Arial"/>
                <a:cs typeface="Arial"/>
              </a:rPr>
              <a:t>Bayesian + fuzzy + Random Forest · pgvector + MiniLM · Ministral through LM Studio · external transmission: no</a:t>
            </a:r>
            <a:endParaRPr sz="1400"/>
          </a:p>
        </p:txBody>
      </p:sp>
      <p:sp>
        <p:nvSpPr>
          <p:cNvPr id="12" name="Connector 12">
            <a:extLst xmlns:a="http://schemas.openxmlformats.org/drawingml/2006/main">
              <a:ext uri="{FF2B5EF4-FFF2-40B4-BE49-F238E27FC236}">
                <a16:creationId xmlns:a16="http://schemas.microsoft.com/office/drawing/2014/main" id="{9A39B981-9608-48BA-8848-AE062BD4B09A}"/>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13" name="Text 13">
            <a:extLst xmlns:a="http://schemas.openxmlformats.org/drawingml/2006/main">
              <a:ext uri="{FF2B5EF4-FFF2-40B4-BE49-F238E27FC236}">
                <a16:creationId xmlns:a16="http://schemas.microsoft.com/office/drawing/2014/main" id="{316DFF25-03EC-4F19-8896-F21AE676FA31}"/>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14" name="Text 14">
            <a:extLst xmlns:a="http://schemas.openxmlformats.org/drawingml/2006/main">
              <a:ext uri="{FF2B5EF4-FFF2-40B4-BE49-F238E27FC236}">
                <a16:creationId xmlns:a16="http://schemas.microsoft.com/office/drawing/2014/main" id="{5F5859E8-2818-443B-A461-0BC337D2A362}"/>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4</a:t>
            </a:r>
            <a:endParaRPr sz="1000"/>
          </a:p>
        </p:txBody>
      </p:sp>
    </p:spTree>
    <p:extLst>
      <p:ext uri="{BB962C8B-B14F-4D97-AF65-F5344CB8AC3E}">
        <p14:creationId xmlns:p14="http://schemas.microsoft.com/office/powerpoint/2010/main" val="1905953740"/>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05201912-D088-471B-A678-881DCBBCA2E3}"/>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APPLICATION DATA FLOW</a:t>
            </a:r>
            <a:endParaRPr sz="1100"/>
          </a:p>
        </p:txBody>
      </p:sp>
      <p:sp>
        <p:nvSpPr>
          <p:cNvPr id="3" name="Text 3">
            <a:extLst xmlns:a="http://schemas.openxmlformats.org/drawingml/2006/main">
              <a:ext uri="{FF2B5EF4-FFF2-40B4-BE49-F238E27FC236}">
                <a16:creationId xmlns:a16="http://schemas.microsoft.com/office/drawing/2014/main" id="{AC8D380F-C06D-4569-ACCF-552E8A8A5694}"/>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Trust comes from separating detection, grounding and synthesis</a:t>
            </a:r>
            <a:endParaRPr sz="3000"/>
          </a:p>
        </p:txBody>
      </p:sp>
      <p:sp>
        <p:nvSpPr>
          <p:cNvPr id="4" name="Shape 4">
            <a:extLst xmlns:a="http://schemas.openxmlformats.org/drawingml/2006/main">
              <a:ext uri="{FF2B5EF4-FFF2-40B4-BE49-F238E27FC236}">
                <a16:creationId xmlns:a16="http://schemas.microsoft.com/office/drawing/2014/main" id="{A3C37CCB-7FAA-4CB5-B3D2-731C739A5031}"/>
              </a:ext>
            </a:extLst>
          </p:cNvPr>
          <p:cNvSpPr>
            <a:spLocks xmlns:a="http://schemas.openxmlformats.org/drawingml/2006/main" noGrp="1"/>
          </p:cNvSpPr>
          <p:nvPr/>
        </p:nvSpPr>
        <p:spPr>
          <a:xfrm xmlns:a="http://schemas.openxmlformats.org/drawingml/2006/main">
            <a:off x="552450" y="1809750"/>
            <a:ext cx="11087100" cy="2743200"/>
          </a:xfrm>
          <a:prstGeom xmlns:a="http://schemas.openxmlformats.org/drawingml/2006/main" prst="rect">
            <a:avLst/>
          </a:prstGeom>
          <a:solidFill xmlns:a="http://schemas.openxmlformats.org/drawingml/2006/main">
            <a:srgbClr val="F4F6F8"/>
          </a:solidFill>
          <a:ln xmlns:a="http://schemas.openxmlformats.org/drawingml/2006/main" w="12700">
            <a:solidFill>
              <a:srgbClr val="D9DEE3"/>
            </a:solidFill>
          </a:ln>
        </p:spPr>
      </p:sp>
      <p:sp>
        <p:nvSpPr>
          <p:cNvPr id="5" name="Connector 5">
            <a:extLst xmlns:a="http://schemas.openxmlformats.org/drawingml/2006/main">
              <a:ext uri="{FF2B5EF4-FFF2-40B4-BE49-F238E27FC236}">
                <a16:creationId xmlns:a16="http://schemas.microsoft.com/office/drawing/2014/main" id="{1757F468-3512-4DB9-9265-E6F70A55D415}"/>
              </a:ext>
            </a:extLst>
          </p:cNvPr>
          <p:cNvSpPr>
            <a:spLocks xmlns:a="http://schemas.openxmlformats.org/drawingml/2006/main" noGrp="1"/>
          </p:cNvSpPr>
          <p:nvPr/>
        </p:nvSpPr>
        <p:spPr>
          <a:xfrm xmlns:a="http://schemas.openxmlformats.org/drawingml/2006/main">
            <a:off x="150495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6" name="Text 6">
            <a:extLst xmlns:a="http://schemas.openxmlformats.org/drawingml/2006/main">
              <a:ext uri="{FF2B5EF4-FFF2-40B4-BE49-F238E27FC236}">
                <a16:creationId xmlns:a16="http://schemas.microsoft.com/office/drawing/2014/main" id="{7E1D8C7E-CA93-4A1B-A3D6-2A2E95883081}"/>
              </a:ext>
            </a:extLst>
          </p:cNvPr>
          <p:cNvSpPr>
            <a:spLocks xmlns:a="http://schemas.openxmlformats.org/drawingml/2006/main" noGrp="1"/>
          </p:cNvSpPr>
          <p:nvPr/>
        </p:nvSpPr>
        <p:spPr>
          <a:xfrm xmlns:a="http://schemas.openxmlformats.org/drawingml/2006/main">
            <a:off x="97155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7212B"/>
                </a:solidFill>
                <a:latin typeface="Arial"/>
                <a:ea typeface="Arial"/>
                <a:cs typeface="Arial"/>
              </a:rPr>
              <a:t>01</a:t>
            </a:r>
            <a:endParaRPr sz="1000"/>
          </a:p>
        </p:txBody>
      </p:sp>
      <p:sp>
        <p:nvSpPr>
          <p:cNvPr id="7" name="Shape 7">
            <a:extLst xmlns:a="http://schemas.openxmlformats.org/drawingml/2006/main">
              <a:ext uri="{FF2B5EF4-FFF2-40B4-BE49-F238E27FC236}">
                <a16:creationId xmlns:a16="http://schemas.microsoft.com/office/drawing/2014/main" id="{10D1BC24-16AE-4AF0-8890-273A70A71511}"/>
              </a:ext>
            </a:extLst>
          </p:cNvPr>
          <p:cNvSpPr>
            <a:spLocks xmlns:a="http://schemas.openxmlformats.org/drawingml/2006/main" noGrp="1"/>
          </p:cNvSpPr>
          <p:nvPr/>
        </p:nvSpPr>
        <p:spPr>
          <a:xfrm xmlns:a="http://schemas.openxmlformats.org/drawingml/2006/main">
            <a:off x="78105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17212B"/>
            </a:solidFill>
          </a:ln>
        </p:spPr>
      </p:sp>
      <p:pic>
        <p:nvPicPr>
          <p:cNvPr id="74" name="Picture 8"/>
          <p:cNvPicPr>
            <a:picLocks xmlns:a="http://schemas.openxmlformats.org/drawingml/2006/main" noChangeAspect="1"/>
          </p:cNvPicPr>
          <p:nvPr/>
        </p:nvPicPr>
        <p:blipFill>
          <a:blip xmlns:r="http://schemas.openxmlformats.org/officeDocument/2006/relationships" xmlns:a="http://schemas.openxmlformats.org/drawingml/2006/main" r:embed="R09901b36ea224bee"/>
          <a:stretch xmlns:a="http://schemas.openxmlformats.org/drawingml/2006/main">
            <a:fillRect l="0" t="0" r="0" b="0"/>
          </a:stretch>
        </p:blipFill>
        <p:spPr>
          <a:xfrm xmlns:a="http://schemas.openxmlformats.org/drawingml/2006/main">
            <a:off x="962025" y="2428875"/>
            <a:ext cx="361950" cy="361950"/>
          </a:xfrm>
          <a:prstGeom xmlns:a="http://schemas.openxmlformats.org/drawingml/2006/main" prst="rect">
            <a:avLst/>
          </a:prstGeom>
          <a:ln xmlns:a="http://schemas.openxmlformats.org/drawingml/2006/main">
            <a:noFill/>
          </a:ln>
        </p:spPr>
      </p:pic>
      <p:sp>
        <p:nvSpPr>
          <p:cNvPr id="9" name="Text 9">
            <a:extLst xmlns:a="http://schemas.openxmlformats.org/drawingml/2006/main">
              <a:ext uri="{FF2B5EF4-FFF2-40B4-BE49-F238E27FC236}">
                <a16:creationId xmlns:a16="http://schemas.microsoft.com/office/drawing/2014/main" id="{1DB4DF2F-E653-4655-A601-159DD2F69EAA}"/>
              </a:ext>
            </a:extLst>
          </p:cNvPr>
          <p:cNvSpPr>
            <a:spLocks xmlns:a="http://schemas.openxmlformats.org/drawingml/2006/main" noGrp="1"/>
          </p:cNvSpPr>
          <p:nvPr/>
        </p:nvSpPr>
        <p:spPr>
          <a:xfrm xmlns:a="http://schemas.openxmlformats.org/drawingml/2006/main">
            <a:off x="45720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17212B"/>
                </a:solidFill>
                <a:latin typeface="Arial"/>
                <a:ea typeface="Arial"/>
                <a:cs typeface="Arial"/>
              </a:rPr>
              <a:t>SOURCE</a:t>
            </a:r>
            <a:endParaRPr sz="1300"/>
          </a:p>
        </p:txBody>
      </p:sp>
      <p:sp>
        <p:nvSpPr>
          <p:cNvPr id="10" name="Text 10">
            <a:extLst xmlns:a="http://schemas.openxmlformats.org/drawingml/2006/main">
              <a:ext uri="{FF2B5EF4-FFF2-40B4-BE49-F238E27FC236}">
                <a16:creationId xmlns:a16="http://schemas.microsoft.com/office/drawing/2014/main" id="{686553BE-E4D0-496D-B4FC-C647DA8DF979}"/>
              </a:ext>
            </a:extLst>
          </p:cNvPr>
          <p:cNvSpPr>
            <a:spLocks xmlns:a="http://schemas.openxmlformats.org/drawingml/2006/main" noGrp="1"/>
          </p:cNvSpPr>
          <p:nvPr/>
        </p:nvSpPr>
        <p:spPr>
          <a:xfrm xmlns:a="http://schemas.openxmlformats.org/drawingml/2006/main">
            <a:off x="45720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Customer snapshot</a:t>
            </a:r>
            <a:endParaRPr sz="1300"/>
          </a:p>
          <a:p xmlns:a="http://schemas.openxmlformats.org/drawingml/2006/main">
            <a:pPr algn="ctr">
              <a:buNone/>
            </a:pPr>
            <a:r>
              <a:rPr sz="1300" b="0">
                <a:solidFill>
                  <a:srgbClr val="17212B"/>
                </a:solidFill>
                <a:latin typeface="Arial"/>
                <a:ea typeface="Arial"/>
                <a:cs typeface="Arial"/>
              </a:rPr>
              <a:t>and source risk</a:t>
            </a:r>
            <a:endParaRPr sz="1300"/>
          </a:p>
        </p:txBody>
      </p:sp>
      <p:sp>
        <p:nvSpPr>
          <p:cNvPr id="11" name="Connector 11">
            <a:extLst xmlns:a="http://schemas.openxmlformats.org/drawingml/2006/main">
              <a:ext uri="{FF2B5EF4-FFF2-40B4-BE49-F238E27FC236}">
                <a16:creationId xmlns:a16="http://schemas.microsoft.com/office/drawing/2014/main" id="{328814BA-4140-4170-B063-1EEA3D029AFB}"/>
              </a:ext>
            </a:extLst>
          </p:cNvPr>
          <p:cNvSpPr>
            <a:spLocks xmlns:a="http://schemas.openxmlformats.org/drawingml/2006/main" noGrp="1"/>
          </p:cNvSpPr>
          <p:nvPr/>
        </p:nvSpPr>
        <p:spPr>
          <a:xfrm xmlns:a="http://schemas.openxmlformats.org/drawingml/2006/main">
            <a:off x="312420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12" name="Text 12">
            <a:extLst xmlns:a="http://schemas.openxmlformats.org/drawingml/2006/main">
              <a:ext uri="{FF2B5EF4-FFF2-40B4-BE49-F238E27FC236}">
                <a16:creationId xmlns:a16="http://schemas.microsoft.com/office/drawing/2014/main" id="{735653EF-4C90-44A9-B4A7-9083F51C1F4C}"/>
              </a:ext>
            </a:extLst>
          </p:cNvPr>
          <p:cNvSpPr>
            <a:spLocks xmlns:a="http://schemas.openxmlformats.org/drawingml/2006/main" noGrp="1"/>
          </p:cNvSpPr>
          <p:nvPr/>
        </p:nvSpPr>
        <p:spPr>
          <a:xfrm xmlns:a="http://schemas.openxmlformats.org/drawingml/2006/main">
            <a:off x="259080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D71920"/>
                </a:solidFill>
                <a:latin typeface="Arial"/>
                <a:ea typeface="Arial"/>
                <a:cs typeface="Arial"/>
              </a:rPr>
              <a:t>02</a:t>
            </a:r>
            <a:endParaRPr sz="1000"/>
          </a:p>
        </p:txBody>
      </p:sp>
      <p:sp>
        <p:nvSpPr>
          <p:cNvPr id="13" name="Shape 13">
            <a:extLst xmlns:a="http://schemas.openxmlformats.org/drawingml/2006/main">
              <a:ext uri="{FF2B5EF4-FFF2-40B4-BE49-F238E27FC236}">
                <a16:creationId xmlns:a16="http://schemas.microsoft.com/office/drawing/2014/main" id="{0F1634E9-BA49-46B6-8E94-4C449054B11E}"/>
              </a:ext>
            </a:extLst>
          </p:cNvPr>
          <p:cNvSpPr>
            <a:spLocks xmlns:a="http://schemas.openxmlformats.org/drawingml/2006/main" noGrp="1"/>
          </p:cNvSpPr>
          <p:nvPr/>
        </p:nvSpPr>
        <p:spPr>
          <a:xfrm xmlns:a="http://schemas.openxmlformats.org/drawingml/2006/main">
            <a:off x="240030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D71920"/>
            </a:solidFill>
          </a:ln>
        </p:spPr>
      </p:sp>
      <p:pic>
        <p:nvPicPr>
          <p:cNvPr id="80" name="Picture 14"/>
          <p:cNvPicPr>
            <a:picLocks xmlns:a="http://schemas.openxmlformats.org/drawingml/2006/main" noChangeAspect="1"/>
          </p:cNvPicPr>
          <p:nvPr/>
        </p:nvPicPr>
        <p:blipFill>
          <a:blip xmlns:r="http://schemas.openxmlformats.org/officeDocument/2006/relationships" xmlns:a="http://schemas.openxmlformats.org/drawingml/2006/main" r:embed="R06811cb476cc4a04"/>
          <a:stretch xmlns:a="http://schemas.openxmlformats.org/drawingml/2006/main">
            <a:fillRect l="0" t="0" r="0" b="0"/>
          </a:stretch>
        </p:blipFill>
        <p:spPr>
          <a:xfrm xmlns:a="http://schemas.openxmlformats.org/drawingml/2006/main">
            <a:off x="2581275" y="2428875"/>
            <a:ext cx="361950" cy="361950"/>
          </a:xfrm>
          <a:prstGeom xmlns:a="http://schemas.openxmlformats.org/drawingml/2006/main" prst="rect">
            <a:avLst/>
          </a:prstGeom>
          <a:ln xmlns:a="http://schemas.openxmlformats.org/drawingml/2006/main">
            <a:noFill/>
          </a:ln>
        </p:spPr>
      </p:pic>
      <p:sp>
        <p:nvSpPr>
          <p:cNvPr id="15" name="Text 15">
            <a:extLst xmlns:a="http://schemas.openxmlformats.org/drawingml/2006/main">
              <a:ext uri="{FF2B5EF4-FFF2-40B4-BE49-F238E27FC236}">
                <a16:creationId xmlns:a16="http://schemas.microsoft.com/office/drawing/2014/main" id="{5C272471-60B0-4F14-BA4B-54CA028C19A0}"/>
              </a:ext>
            </a:extLst>
          </p:cNvPr>
          <p:cNvSpPr>
            <a:spLocks xmlns:a="http://schemas.openxmlformats.org/drawingml/2006/main" noGrp="1"/>
          </p:cNvSpPr>
          <p:nvPr/>
        </p:nvSpPr>
        <p:spPr>
          <a:xfrm xmlns:a="http://schemas.openxmlformats.org/drawingml/2006/main">
            <a:off x="207645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D71920"/>
                </a:solidFill>
                <a:latin typeface="Arial"/>
                <a:ea typeface="Arial"/>
                <a:cs typeface="Arial"/>
              </a:rPr>
              <a:t>DETECT</a:t>
            </a:r>
            <a:endParaRPr sz="1300"/>
          </a:p>
        </p:txBody>
      </p:sp>
      <p:sp>
        <p:nvSpPr>
          <p:cNvPr id="16" name="Text 16">
            <a:extLst xmlns:a="http://schemas.openxmlformats.org/drawingml/2006/main">
              <a:ext uri="{FF2B5EF4-FFF2-40B4-BE49-F238E27FC236}">
                <a16:creationId xmlns:a16="http://schemas.microsoft.com/office/drawing/2014/main" id="{C39C9AF1-0913-42AE-BEC9-C6FA9D9CE21D}"/>
              </a:ext>
            </a:extLst>
          </p:cNvPr>
          <p:cNvSpPr>
            <a:spLocks xmlns:a="http://schemas.openxmlformats.org/drawingml/2006/main" noGrp="1"/>
          </p:cNvSpPr>
          <p:nvPr/>
        </p:nvSpPr>
        <p:spPr>
          <a:xfrm xmlns:a="http://schemas.openxmlformats.org/drawingml/2006/main">
            <a:off x="207645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Derived signals</a:t>
            </a:r>
            <a:endParaRPr sz="1300"/>
          </a:p>
          <a:p xmlns:a="http://schemas.openxmlformats.org/drawingml/2006/main">
            <a:pPr algn="ctr">
              <a:buNone/>
            </a:pPr>
            <a:r>
              <a:rPr sz="1300" b="0">
                <a:solidFill>
                  <a:srgbClr val="17212B"/>
                </a:solidFill>
                <a:latin typeface="Arial"/>
                <a:ea typeface="Arial"/>
                <a:cs typeface="Arial"/>
              </a:rPr>
              <a:t>with provenance</a:t>
            </a:r>
            <a:endParaRPr sz="1300"/>
          </a:p>
        </p:txBody>
      </p:sp>
      <p:sp>
        <p:nvSpPr>
          <p:cNvPr id="17" name="Connector 17">
            <a:extLst xmlns:a="http://schemas.openxmlformats.org/drawingml/2006/main">
              <a:ext uri="{FF2B5EF4-FFF2-40B4-BE49-F238E27FC236}">
                <a16:creationId xmlns:a16="http://schemas.microsoft.com/office/drawing/2014/main" id="{49084DE0-4A08-4858-B42E-E18B70372A7E}"/>
              </a:ext>
            </a:extLst>
          </p:cNvPr>
          <p:cNvSpPr>
            <a:spLocks xmlns:a="http://schemas.openxmlformats.org/drawingml/2006/main" noGrp="1"/>
          </p:cNvSpPr>
          <p:nvPr/>
        </p:nvSpPr>
        <p:spPr>
          <a:xfrm xmlns:a="http://schemas.openxmlformats.org/drawingml/2006/main">
            <a:off x="474345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18" name="Text 18">
            <a:extLst xmlns:a="http://schemas.openxmlformats.org/drawingml/2006/main">
              <a:ext uri="{FF2B5EF4-FFF2-40B4-BE49-F238E27FC236}">
                <a16:creationId xmlns:a16="http://schemas.microsoft.com/office/drawing/2014/main" id="{03B33B9D-5C06-444D-801E-14F21091D05B}"/>
              </a:ext>
            </a:extLst>
          </p:cNvPr>
          <p:cNvSpPr>
            <a:spLocks xmlns:a="http://schemas.openxmlformats.org/drawingml/2006/main" noGrp="1"/>
          </p:cNvSpPr>
          <p:nvPr/>
        </p:nvSpPr>
        <p:spPr>
          <a:xfrm xmlns:a="http://schemas.openxmlformats.org/drawingml/2006/main">
            <a:off x="421005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2A5B84"/>
                </a:solidFill>
                <a:latin typeface="Arial"/>
                <a:ea typeface="Arial"/>
                <a:cs typeface="Arial"/>
              </a:rPr>
              <a:t>03</a:t>
            </a:r>
            <a:endParaRPr sz="1000"/>
          </a:p>
        </p:txBody>
      </p:sp>
      <p:sp>
        <p:nvSpPr>
          <p:cNvPr id="19" name="Shape 19">
            <a:extLst xmlns:a="http://schemas.openxmlformats.org/drawingml/2006/main">
              <a:ext uri="{FF2B5EF4-FFF2-40B4-BE49-F238E27FC236}">
                <a16:creationId xmlns:a16="http://schemas.microsoft.com/office/drawing/2014/main" id="{AFEC62EF-A8FA-45BA-925D-B772051FEEBC}"/>
              </a:ext>
            </a:extLst>
          </p:cNvPr>
          <p:cNvSpPr>
            <a:spLocks xmlns:a="http://schemas.openxmlformats.org/drawingml/2006/main" noGrp="1"/>
          </p:cNvSpPr>
          <p:nvPr/>
        </p:nvSpPr>
        <p:spPr>
          <a:xfrm xmlns:a="http://schemas.openxmlformats.org/drawingml/2006/main">
            <a:off x="401955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2A5B84"/>
            </a:solidFill>
          </a:ln>
        </p:spPr>
      </p:sp>
      <p:pic>
        <p:nvPicPr>
          <p:cNvPr id="86" name="Picture 20"/>
          <p:cNvPicPr>
            <a:picLocks xmlns:a="http://schemas.openxmlformats.org/drawingml/2006/main" noChangeAspect="1"/>
          </p:cNvPicPr>
          <p:nvPr/>
        </p:nvPicPr>
        <p:blipFill>
          <a:blip xmlns:r="http://schemas.openxmlformats.org/officeDocument/2006/relationships" xmlns:a="http://schemas.openxmlformats.org/drawingml/2006/main" r:embed="Rc8198f77be274168"/>
          <a:stretch xmlns:a="http://schemas.openxmlformats.org/drawingml/2006/main">
            <a:fillRect l="0" t="0" r="0" b="0"/>
          </a:stretch>
        </p:blipFill>
        <p:spPr>
          <a:xfrm xmlns:a="http://schemas.openxmlformats.org/drawingml/2006/main">
            <a:off x="4200525" y="2428875"/>
            <a:ext cx="361950" cy="361950"/>
          </a:xfrm>
          <a:prstGeom xmlns:a="http://schemas.openxmlformats.org/drawingml/2006/main" prst="rect">
            <a:avLst/>
          </a:prstGeom>
          <a:ln xmlns:a="http://schemas.openxmlformats.org/drawingml/2006/main">
            <a:noFill/>
          </a:ln>
        </p:spPr>
      </p:pic>
      <p:sp>
        <p:nvSpPr>
          <p:cNvPr id="21" name="Text 21">
            <a:extLst xmlns:a="http://schemas.openxmlformats.org/drawingml/2006/main">
              <a:ext uri="{FF2B5EF4-FFF2-40B4-BE49-F238E27FC236}">
                <a16:creationId xmlns:a16="http://schemas.microsoft.com/office/drawing/2014/main" id="{26BE8A9C-41BF-4B87-B68B-9B6DF137CF0D}"/>
              </a:ext>
            </a:extLst>
          </p:cNvPr>
          <p:cNvSpPr>
            <a:spLocks xmlns:a="http://schemas.openxmlformats.org/drawingml/2006/main" noGrp="1"/>
          </p:cNvSpPr>
          <p:nvPr/>
        </p:nvSpPr>
        <p:spPr>
          <a:xfrm xmlns:a="http://schemas.openxmlformats.org/drawingml/2006/main">
            <a:off x="369570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2A5B84"/>
                </a:solidFill>
                <a:latin typeface="Arial"/>
                <a:ea typeface="Arial"/>
                <a:cs typeface="Arial"/>
              </a:rPr>
              <a:t>RETRIEVE</a:t>
            </a:r>
            <a:endParaRPr sz="1300"/>
          </a:p>
        </p:txBody>
      </p:sp>
      <p:sp>
        <p:nvSpPr>
          <p:cNvPr id="22" name="Text 22">
            <a:extLst xmlns:a="http://schemas.openxmlformats.org/drawingml/2006/main">
              <a:ext uri="{FF2B5EF4-FFF2-40B4-BE49-F238E27FC236}">
                <a16:creationId xmlns:a16="http://schemas.microsoft.com/office/drawing/2014/main" id="{680706E1-A5FE-4AAA-903E-301B45A7B541}"/>
              </a:ext>
            </a:extLst>
          </p:cNvPr>
          <p:cNvSpPr>
            <a:spLocks xmlns:a="http://schemas.openxmlformats.org/drawingml/2006/main" noGrp="1"/>
          </p:cNvSpPr>
          <p:nvPr/>
        </p:nvSpPr>
        <p:spPr>
          <a:xfrm xmlns:a="http://schemas.openxmlformats.org/drawingml/2006/main">
            <a:off x="369570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Relevant synthetic</a:t>
            </a:r>
            <a:endParaRPr sz="1300"/>
          </a:p>
          <a:p xmlns:a="http://schemas.openxmlformats.org/drawingml/2006/main">
            <a:pPr algn="ctr">
              <a:buNone/>
            </a:pPr>
            <a:r>
              <a:rPr sz="1300" b="0">
                <a:solidFill>
                  <a:srgbClr val="17212B"/>
                </a:solidFill>
                <a:latin typeface="Arial"/>
                <a:ea typeface="Arial"/>
                <a:cs typeface="Arial"/>
              </a:rPr>
              <a:t>policy chunks</a:t>
            </a:r>
            <a:endParaRPr sz="1300"/>
          </a:p>
        </p:txBody>
      </p:sp>
      <p:sp>
        <p:nvSpPr>
          <p:cNvPr id="23" name="Connector 23">
            <a:extLst xmlns:a="http://schemas.openxmlformats.org/drawingml/2006/main">
              <a:ext uri="{FF2B5EF4-FFF2-40B4-BE49-F238E27FC236}">
                <a16:creationId xmlns:a16="http://schemas.microsoft.com/office/drawing/2014/main" id="{10A47867-2054-4002-A607-DC4B7AE992DA}"/>
              </a:ext>
            </a:extLst>
          </p:cNvPr>
          <p:cNvSpPr>
            <a:spLocks xmlns:a="http://schemas.openxmlformats.org/drawingml/2006/main" noGrp="1"/>
          </p:cNvSpPr>
          <p:nvPr/>
        </p:nvSpPr>
        <p:spPr>
          <a:xfrm xmlns:a="http://schemas.openxmlformats.org/drawingml/2006/main">
            <a:off x="636270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24" name="Text 24">
            <a:extLst xmlns:a="http://schemas.openxmlformats.org/drawingml/2006/main">
              <a:ext uri="{FF2B5EF4-FFF2-40B4-BE49-F238E27FC236}">
                <a16:creationId xmlns:a16="http://schemas.microsoft.com/office/drawing/2014/main" id="{1406F1D3-B982-410F-BA71-458D5C25A8CC}"/>
              </a:ext>
            </a:extLst>
          </p:cNvPr>
          <p:cNvSpPr>
            <a:spLocks xmlns:a="http://schemas.openxmlformats.org/drawingml/2006/main" noGrp="1"/>
          </p:cNvSpPr>
          <p:nvPr/>
        </p:nvSpPr>
        <p:spPr>
          <a:xfrm xmlns:a="http://schemas.openxmlformats.org/drawingml/2006/main">
            <a:off x="582930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384754"/>
                </a:solidFill>
                <a:latin typeface="Arial"/>
                <a:ea typeface="Arial"/>
                <a:cs typeface="Arial"/>
              </a:rPr>
              <a:t>04</a:t>
            </a:r>
            <a:endParaRPr sz="1000"/>
          </a:p>
        </p:txBody>
      </p:sp>
      <p:sp>
        <p:nvSpPr>
          <p:cNvPr id="25" name="Shape 25">
            <a:extLst xmlns:a="http://schemas.openxmlformats.org/drawingml/2006/main">
              <a:ext uri="{FF2B5EF4-FFF2-40B4-BE49-F238E27FC236}">
                <a16:creationId xmlns:a16="http://schemas.microsoft.com/office/drawing/2014/main" id="{670A529B-4C92-41FB-AB1B-AAE409EC00F3}"/>
              </a:ext>
            </a:extLst>
          </p:cNvPr>
          <p:cNvSpPr>
            <a:spLocks xmlns:a="http://schemas.openxmlformats.org/drawingml/2006/main" noGrp="1"/>
          </p:cNvSpPr>
          <p:nvPr/>
        </p:nvSpPr>
        <p:spPr>
          <a:xfrm xmlns:a="http://schemas.openxmlformats.org/drawingml/2006/main">
            <a:off x="563880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384754"/>
            </a:solidFill>
          </a:ln>
        </p:spPr>
      </p:sp>
      <p:pic>
        <p:nvPicPr>
          <p:cNvPr id="92" name="Picture 26"/>
          <p:cNvPicPr>
            <a:picLocks xmlns:a="http://schemas.openxmlformats.org/drawingml/2006/main" noChangeAspect="1"/>
          </p:cNvPicPr>
          <p:nvPr/>
        </p:nvPicPr>
        <p:blipFill>
          <a:blip xmlns:r="http://schemas.openxmlformats.org/officeDocument/2006/relationships" xmlns:a="http://schemas.openxmlformats.org/drawingml/2006/main" r:embed="R9cd98e26e0824803"/>
          <a:stretch xmlns:a="http://schemas.openxmlformats.org/drawingml/2006/main">
            <a:fillRect l="0" t="0" r="0" b="0"/>
          </a:stretch>
        </p:blipFill>
        <p:spPr>
          <a:xfrm xmlns:a="http://schemas.openxmlformats.org/drawingml/2006/main">
            <a:off x="5819775" y="2428875"/>
            <a:ext cx="361950" cy="361950"/>
          </a:xfrm>
          <a:prstGeom xmlns:a="http://schemas.openxmlformats.org/drawingml/2006/main" prst="rect">
            <a:avLst/>
          </a:prstGeom>
          <a:ln xmlns:a="http://schemas.openxmlformats.org/drawingml/2006/main">
            <a:noFill/>
          </a:ln>
        </p:spPr>
      </p:pic>
      <p:sp>
        <p:nvSpPr>
          <p:cNvPr id="27" name="Text 27">
            <a:extLst xmlns:a="http://schemas.openxmlformats.org/drawingml/2006/main">
              <a:ext uri="{FF2B5EF4-FFF2-40B4-BE49-F238E27FC236}">
                <a16:creationId xmlns:a16="http://schemas.microsoft.com/office/drawing/2014/main" id="{C9C5F186-38FD-4FBF-A329-A70833F1DB9F}"/>
              </a:ext>
            </a:extLst>
          </p:cNvPr>
          <p:cNvSpPr>
            <a:spLocks xmlns:a="http://schemas.openxmlformats.org/drawingml/2006/main" noGrp="1"/>
          </p:cNvSpPr>
          <p:nvPr/>
        </p:nvSpPr>
        <p:spPr>
          <a:xfrm xmlns:a="http://schemas.openxmlformats.org/drawingml/2006/main">
            <a:off x="531495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384754"/>
                </a:solidFill>
                <a:latin typeface="Arial"/>
                <a:ea typeface="Arial"/>
                <a:cs typeface="Arial"/>
              </a:rPr>
              <a:t>ENVELOPE</a:t>
            </a:r>
            <a:endParaRPr sz="1300"/>
          </a:p>
        </p:txBody>
      </p:sp>
      <p:sp>
        <p:nvSpPr>
          <p:cNvPr id="28" name="Text 28">
            <a:extLst xmlns:a="http://schemas.openxmlformats.org/drawingml/2006/main">
              <a:ext uri="{FF2B5EF4-FFF2-40B4-BE49-F238E27FC236}">
                <a16:creationId xmlns:a16="http://schemas.microsoft.com/office/drawing/2014/main" id="{A353DE0A-F930-4F39-A3EF-6BA08321F865}"/>
              </a:ext>
            </a:extLst>
          </p:cNvPr>
          <p:cNvSpPr>
            <a:spLocks xmlns:a="http://schemas.openxmlformats.org/drawingml/2006/main" noGrp="1"/>
          </p:cNvSpPr>
          <p:nvPr/>
        </p:nvSpPr>
        <p:spPr>
          <a:xfrm xmlns:a="http://schemas.openxmlformats.org/drawingml/2006/main">
            <a:off x="531495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Bounded typed</a:t>
            </a:r>
            <a:endParaRPr sz="1300"/>
          </a:p>
          <a:p xmlns:a="http://schemas.openxmlformats.org/drawingml/2006/main">
            <a:pPr algn="ctr">
              <a:buNone/>
            </a:pPr>
            <a:r>
              <a:rPr sz="1300" b="0">
                <a:solidFill>
                  <a:srgbClr val="17212B"/>
                </a:solidFill>
                <a:latin typeface="Arial"/>
                <a:ea typeface="Arial"/>
                <a:cs typeface="Arial"/>
              </a:rPr>
              <a:t>evidence context</a:t>
            </a:r>
            <a:endParaRPr sz="1300"/>
          </a:p>
        </p:txBody>
      </p:sp>
      <p:sp>
        <p:nvSpPr>
          <p:cNvPr id="29" name="Connector 29">
            <a:extLst xmlns:a="http://schemas.openxmlformats.org/drawingml/2006/main">
              <a:ext uri="{FF2B5EF4-FFF2-40B4-BE49-F238E27FC236}">
                <a16:creationId xmlns:a16="http://schemas.microsoft.com/office/drawing/2014/main" id="{5108C65B-F304-4F48-A30F-1F410CBA30ED}"/>
              </a:ext>
            </a:extLst>
          </p:cNvPr>
          <p:cNvSpPr>
            <a:spLocks xmlns:a="http://schemas.openxmlformats.org/drawingml/2006/main" noGrp="1"/>
          </p:cNvSpPr>
          <p:nvPr/>
        </p:nvSpPr>
        <p:spPr>
          <a:xfrm xmlns:a="http://schemas.openxmlformats.org/drawingml/2006/main">
            <a:off x="798195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30" name="Text 30">
            <a:extLst xmlns:a="http://schemas.openxmlformats.org/drawingml/2006/main">
              <a:ext uri="{FF2B5EF4-FFF2-40B4-BE49-F238E27FC236}">
                <a16:creationId xmlns:a16="http://schemas.microsoft.com/office/drawing/2014/main" id="{82F57270-4B54-426E-9084-4FCD4EA3DD15}"/>
              </a:ext>
            </a:extLst>
          </p:cNvPr>
          <p:cNvSpPr>
            <a:spLocks xmlns:a="http://schemas.openxmlformats.org/drawingml/2006/main" noGrp="1"/>
          </p:cNvSpPr>
          <p:nvPr/>
        </p:nvSpPr>
        <p:spPr>
          <a:xfrm xmlns:a="http://schemas.openxmlformats.org/drawingml/2006/main">
            <a:off x="744855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F7A5A"/>
                </a:solidFill>
                <a:latin typeface="Arial"/>
                <a:ea typeface="Arial"/>
                <a:cs typeface="Arial"/>
              </a:rPr>
              <a:t>05</a:t>
            </a:r>
            <a:endParaRPr sz="1000"/>
          </a:p>
        </p:txBody>
      </p:sp>
      <p:sp>
        <p:nvSpPr>
          <p:cNvPr id="31" name="Shape 31">
            <a:extLst xmlns:a="http://schemas.openxmlformats.org/drawingml/2006/main">
              <a:ext uri="{FF2B5EF4-FFF2-40B4-BE49-F238E27FC236}">
                <a16:creationId xmlns:a16="http://schemas.microsoft.com/office/drawing/2014/main" id="{E074AB19-E892-4456-8CA8-C1BE6E62ECDC}"/>
              </a:ext>
            </a:extLst>
          </p:cNvPr>
          <p:cNvSpPr>
            <a:spLocks xmlns:a="http://schemas.openxmlformats.org/drawingml/2006/main" noGrp="1"/>
          </p:cNvSpPr>
          <p:nvPr/>
        </p:nvSpPr>
        <p:spPr>
          <a:xfrm xmlns:a="http://schemas.openxmlformats.org/drawingml/2006/main">
            <a:off x="725805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1F7A5A"/>
            </a:solidFill>
          </a:ln>
        </p:spPr>
      </p:sp>
      <p:pic>
        <p:nvPicPr>
          <p:cNvPr id="98" name="Picture 32"/>
          <p:cNvPicPr>
            <a:picLocks xmlns:a="http://schemas.openxmlformats.org/drawingml/2006/main" noChangeAspect="1"/>
          </p:cNvPicPr>
          <p:nvPr/>
        </p:nvPicPr>
        <p:blipFill>
          <a:blip xmlns:r="http://schemas.openxmlformats.org/officeDocument/2006/relationships" xmlns:a="http://schemas.openxmlformats.org/drawingml/2006/main" r:embed="R577b1049bfd44118"/>
          <a:stretch xmlns:a="http://schemas.openxmlformats.org/drawingml/2006/main">
            <a:fillRect l="0" t="0" r="0" b="0"/>
          </a:stretch>
        </p:blipFill>
        <p:spPr>
          <a:xfrm xmlns:a="http://schemas.openxmlformats.org/drawingml/2006/main">
            <a:off x="7439025" y="2428875"/>
            <a:ext cx="361950" cy="361950"/>
          </a:xfrm>
          <a:prstGeom xmlns:a="http://schemas.openxmlformats.org/drawingml/2006/main" prst="rect">
            <a:avLst/>
          </a:prstGeom>
          <a:ln xmlns:a="http://schemas.openxmlformats.org/drawingml/2006/main">
            <a:noFill/>
          </a:ln>
        </p:spPr>
      </p:pic>
      <p:sp>
        <p:nvSpPr>
          <p:cNvPr id="33" name="Text 33">
            <a:extLst xmlns:a="http://schemas.openxmlformats.org/drawingml/2006/main">
              <a:ext uri="{FF2B5EF4-FFF2-40B4-BE49-F238E27FC236}">
                <a16:creationId xmlns:a16="http://schemas.microsoft.com/office/drawing/2014/main" id="{C7E1D98B-61E2-40E1-A33F-FE1FA7B9F674}"/>
              </a:ext>
            </a:extLst>
          </p:cNvPr>
          <p:cNvSpPr>
            <a:spLocks xmlns:a="http://schemas.openxmlformats.org/drawingml/2006/main" noGrp="1"/>
          </p:cNvSpPr>
          <p:nvPr/>
        </p:nvSpPr>
        <p:spPr>
          <a:xfrm xmlns:a="http://schemas.openxmlformats.org/drawingml/2006/main">
            <a:off x="693420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1F7A5A"/>
                </a:solidFill>
                <a:latin typeface="Arial"/>
                <a:ea typeface="Arial"/>
                <a:cs typeface="Arial"/>
              </a:rPr>
              <a:t>SYNTHESIZE</a:t>
            </a:r>
            <a:endParaRPr sz="1300"/>
          </a:p>
        </p:txBody>
      </p:sp>
      <p:sp>
        <p:nvSpPr>
          <p:cNvPr id="34" name="Text 34">
            <a:extLst xmlns:a="http://schemas.openxmlformats.org/drawingml/2006/main">
              <a:ext uri="{FF2B5EF4-FFF2-40B4-BE49-F238E27FC236}">
                <a16:creationId xmlns:a16="http://schemas.microsoft.com/office/drawing/2014/main" id="{8885246B-ADAB-4EB2-98A6-041D4EF269AD}"/>
              </a:ext>
            </a:extLst>
          </p:cNvPr>
          <p:cNvSpPr>
            <a:spLocks xmlns:a="http://schemas.openxmlformats.org/drawingml/2006/main" noGrp="1"/>
          </p:cNvSpPr>
          <p:nvPr/>
        </p:nvSpPr>
        <p:spPr>
          <a:xfrm xmlns:a="http://schemas.openxmlformats.org/drawingml/2006/main">
            <a:off x="693420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Structured result</a:t>
            </a:r>
            <a:endParaRPr sz="1300"/>
          </a:p>
          <a:p xmlns:a="http://schemas.openxmlformats.org/drawingml/2006/main">
            <a:pPr algn="ctr">
              <a:buNone/>
            </a:pPr>
            <a:r>
              <a:rPr sz="1300" b="0">
                <a:solidFill>
                  <a:srgbClr val="17212B"/>
                </a:solidFill>
                <a:latin typeface="Arial"/>
                <a:ea typeface="Arial"/>
                <a:cs typeface="Arial"/>
              </a:rPr>
              <a:t>through one port</a:t>
            </a:r>
            <a:endParaRPr sz="1300"/>
          </a:p>
        </p:txBody>
      </p:sp>
      <p:sp>
        <p:nvSpPr>
          <p:cNvPr id="35" name="Connector 35">
            <a:extLst xmlns:a="http://schemas.openxmlformats.org/drawingml/2006/main">
              <a:ext uri="{FF2B5EF4-FFF2-40B4-BE49-F238E27FC236}">
                <a16:creationId xmlns:a16="http://schemas.microsoft.com/office/drawing/2014/main" id="{AC4C9D2C-6BED-45CC-8302-9EFB859EFDBE}"/>
              </a:ext>
            </a:extLst>
          </p:cNvPr>
          <p:cNvSpPr>
            <a:spLocks xmlns:a="http://schemas.openxmlformats.org/drawingml/2006/main" noGrp="1"/>
          </p:cNvSpPr>
          <p:nvPr/>
        </p:nvSpPr>
        <p:spPr>
          <a:xfrm xmlns:a="http://schemas.openxmlformats.org/drawingml/2006/main">
            <a:off x="960120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36" name="Text 36">
            <a:extLst xmlns:a="http://schemas.openxmlformats.org/drawingml/2006/main">
              <a:ext uri="{FF2B5EF4-FFF2-40B4-BE49-F238E27FC236}">
                <a16:creationId xmlns:a16="http://schemas.microsoft.com/office/drawing/2014/main" id="{4D7625B8-C2EF-469A-9E98-7D2F9974464B}"/>
              </a:ext>
            </a:extLst>
          </p:cNvPr>
          <p:cNvSpPr>
            <a:spLocks xmlns:a="http://schemas.openxmlformats.org/drawingml/2006/main" noGrp="1"/>
          </p:cNvSpPr>
          <p:nvPr/>
        </p:nvSpPr>
        <p:spPr>
          <a:xfrm xmlns:a="http://schemas.openxmlformats.org/drawingml/2006/main">
            <a:off x="906780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B46B13"/>
                </a:solidFill>
                <a:latin typeface="Arial"/>
                <a:ea typeface="Arial"/>
                <a:cs typeface="Arial"/>
              </a:rPr>
              <a:t>06</a:t>
            </a:r>
            <a:endParaRPr sz="1000"/>
          </a:p>
        </p:txBody>
      </p:sp>
      <p:sp>
        <p:nvSpPr>
          <p:cNvPr id="37" name="Shape 37">
            <a:extLst xmlns:a="http://schemas.openxmlformats.org/drawingml/2006/main">
              <a:ext uri="{FF2B5EF4-FFF2-40B4-BE49-F238E27FC236}">
                <a16:creationId xmlns:a16="http://schemas.microsoft.com/office/drawing/2014/main" id="{14112388-4AB7-444F-BE80-35BEE2D7536F}"/>
              </a:ext>
            </a:extLst>
          </p:cNvPr>
          <p:cNvSpPr>
            <a:spLocks xmlns:a="http://schemas.openxmlformats.org/drawingml/2006/main" noGrp="1"/>
          </p:cNvSpPr>
          <p:nvPr/>
        </p:nvSpPr>
        <p:spPr>
          <a:xfrm xmlns:a="http://schemas.openxmlformats.org/drawingml/2006/main">
            <a:off x="887730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B46B13"/>
            </a:solidFill>
          </a:ln>
        </p:spPr>
      </p:sp>
      <p:pic>
        <p:nvPicPr>
          <p:cNvPr id="104" name="Picture 38"/>
          <p:cNvPicPr>
            <a:picLocks xmlns:a="http://schemas.openxmlformats.org/drawingml/2006/main" noChangeAspect="1"/>
          </p:cNvPicPr>
          <p:nvPr/>
        </p:nvPicPr>
        <p:blipFill>
          <a:blip xmlns:r="http://schemas.openxmlformats.org/officeDocument/2006/relationships" xmlns:a="http://schemas.openxmlformats.org/drawingml/2006/main" r:embed="R04ec35d8cfbe4db1"/>
          <a:stretch xmlns:a="http://schemas.openxmlformats.org/drawingml/2006/main">
            <a:fillRect l="0" t="0" r="0" b="0"/>
          </a:stretch>
        </p:blipFill>
        <p:spPr>
          <a:xfrm xmlns:a="http://schemas.openxmlformats.org/drawingml/2006/main">
            <a:off x="9058275" y="2428875"/>
            <a:ext cx="361950" cy="361950"/>
          </a:xfrm>
          <a:prstGeom xmlns:a="http://schemas.openxmlformats.org/drawingml/2006/main" prst="rect">
            <a:avLst/>
          </a:prstGeom>
          <a:ln xmlns:a="http://schemas.openxmlformats.org/drawingml/2006/main">
            <a:noFill/>
          </a:ln>
        </p:spPr>
      </p:pic>
      <p:sp>
        <p:nvSpPr>
          <p:cNvPr id="39" name="Text 39">
            <a:extLst xmlns:a="http://schemas.openxmlformats.org/drawingml/2006/main">
              <a:ext uri="{FF2B5EF4-FFF2-40B4-BE49-F238E27FC236}">
                <a16:creationId xmlns:a16="http://schemas.microsoft.com/office/drawing/2014/main" id="{E3DA6941-76C5-41A0-B075-2D61BAC9AF9E}"/>
              </a:ext>
            </a:extLst>
          </p:cNvPr>
          <p:cNvSpPr>
            <a:spLocks xmlns:a="http://schemas.openxmlformats.org/drawingml/2006/main" noGrp="1"/>
          </p:cNvSpPr>
          <p:nvPr/>
        </p:nvSpPr>
        <p:spPr>
          <a:xfrm xmlns:a="http://schemas.openxmlformats.org/drawingml/2006/main">
            <a:off x="855345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B46B13"/>
                </a:solidFill>
                <a:latin typeface="Arial"/>
                <a:ea typeface="Arial"/>
                <a:cs typeface="Arial"/>
              </a:rPr>
              <a:t>VALIDATE</a:t>
            </a:r>
            <a:endParaRPr sz="1300"/>
          </a:p>
        </p:txBody>
      </p:sp>
      <p:sp>
        <p:nvSpPr>
          <p:cNvPr id="40" name="Text 40">
            <a:extLst xmlns:a="http://schemas.openxmlformats.org/drawingml/2006/main">
              <a:ext uri="{FF2B5EF4-FFF2-40B4-BE49-F238E27FC236}">
                <a16:creationId xmlns:a16="http://schemas.microsoft.com/office/drawing/2014/main" id="{429B5294-A1BC-43FA-B8C4-F887AFCAE775}"/>
              </a:ext>
            </a:extLst>
          </p:cNvPr>
          <p:cNvSpPr>
            <a:spLocks xmlns:a="http://schemas.openxmlformats.org/drawingml/2006/main" noGrp="1"/>
          </p:cNvSpPr>
          <p:nvPr/>
        </p:nvSpPr>
        <p:spPr>
          <a:xfrm xmlns:a="http://schemas.openxmlformats.org/drawingml/2006/main">
            <a:off x="855345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Evidence references</a:t>
            </a:r>
            <a:endParaRPr sz="1300"/>
          </a:p>
          <a:p xmlns:a="http://schemas.openxmlformats.org/drawingml/2006/main">
            <a:pPr algn="ctr">
              <a:buNone/>
            </a:pPr>
            <a:r>
              <a:rPr sz="1300" b="0">
                <a:solidFill>
                  <a:srgbClr val="17212B"/>
                </a:solidFill>
                <a:latin typeface="Arial"/>
                <a:ea typeface="Arial"/>
                <a:cs typeface="Arial"/>
              </a:rPr>
              <a:t>must be supported</a:t>
            </a:r>
            <a:endParaRPr sz="1300"/>
          </a:p>
        </p:txBody>
      </p:sp>
      <p:sp>
        <p:nvSpPr>
          <p:cNvPr id="41" name="Text 41">
            <a:extLst xmlns:a="http://schemas.openxmlformats.org/drawingml/2006/main">
              <a:ext uri="{FF2B5EF4-FFF2-40B4-BE49-F238E27FC236}">
                <a16:creationId xmlns:a16="http://schemas.microsoft.com/office/drawing/2014/main" id="{0D94F1CE-8EAC-4B33-8E1B-1424FA50D02C}"/>
              </a:ext>
            </a:extLst>
          </p:cNvPr>
          <p:cNvSpPr>
            <a:spLocks xmlns:a="http://schemas.openxmlformats.org/drawingml/2006/main" noGrp="1"/>
          </p:cNvSpPr>
          <p:nvPr/>
        </p:nvSpPr>
        <p:spPr>
          <a:xfrm xmlns:a="http://schemas.openxmlformats.org/drawingml/2006/main">
            <a:off x="1068705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981B1E"/>
                </a:solidFill>
                <a:latin typeface="Arial"/>
                <a:ea typeface="Arial"/>
                <a:cs typeface="Arial"/>
              </a:rPr>
              <a:t>07</a:t>
            </a:r>
            <a:endParaRPr sz="1000"/>
          </a:p>
        </p:txBody>
      </p:sp>
      <p:sp>
        <p:nvSpPr>
          <p:cNvPr id="42" name="Shape 42">
            <a:extLst xmlns:a="http://schemas.openxmlformats.org/drawingml/2006/main">
              <a:ext uri="{FF2B5EF4-FFF2-40B4-BE49-F238E27FC236}">
                <a16:creationId xmlns:a16="http://schemas.microsoft.com/office/drawing/2014/main" id="{F5BEC707-BD58-44A1-8818-6982F10D3E8B}"/>
              </a:ext>
            </a:extLst>
          </p:cNvPr>
          <p:cNvSpPr>
            <a:spLocks xmlns:a="http://schemas.openxmlformats.org/drawingml/2006/main" noGrp="1"/>
          </p:cNvSpPr>
          <p:nvPr/>
        </p:nvSpPr>
        <p:spPr>
          <a:xfrm xmlns:a="http://schemas.openxmlformats.org/drawingml/2006/main">
            <a:off x="1049655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981B1E"/>
            </a:solidFill>
          </a:ln>
        </p:spPr>
      </p:sp>
      <p:pic>
        <p:nvPicPr>
          <p:cNvPr id="109" name="Picture 43"/>
          <p:cNvPicPr>
            <a:picLocks xmlns:a="http://schemas.openxmlformats.org/drawingml/2006/main" noChangeAspect="1"/>
          </p:cNvPicPr>
          <p:nvPr/>
        </p:nvPicPr>
        <p:blipFill>
          <a:blip xmlns:r="http://schemas.openxmlformats.org/officeDocument/2006/relationships" xmlns:a="http://schemas.openxmlformats.org/drawingml/2006/main" r:embed="R41026b607caf4993"/>
          <a:stretch xmlns:a="http://schemas.openxmlformats.org/drawingml/2006/main">
            <a:fillRect l="0" t="0" r="0" b="0"/>
          </a:stretch>
        </p:blipFill>
        <p:spPr>
          <a:xfrm xmlns:a="http://schemas.openxmlformats.org/drawingml/2006/main">
            <a:off x="10677525" y="2428875"/>
            <a:ext cx="361950" cy="361950"/>
          </a:xfrm>
          <a:prstGeom xmlns:a="http://schemas.openxmlformats.org/drawingml/2006/main" prst="rect">
            <a:avLst/>
          </a:prstGeom>
          <a:ln xmlns:a="http://schemas.openxmlformats.org/drawingml/2006/main">
            <a:noFill/>
          </a:ln>
        </p:spPr>
      </p:pic>
      <p:sp>
        <p:nvSpPr>
          <p:cNvPr id="44" name="Text 44">
            <a:extLst xmlns:a="http://schemas.openxmlformats.org/drawingml/2006/main">
              <a:ext uri="{FF2B5EF4-FFF2-40B4-BE49-F238E27FC236}">
                <a16:creationId xmlns:a16="http://schemas.microsoft.com/office/drawing/2014/main" id="{6849BEBE-6DA0-4827-9819-25D37D855387}"/>
              </a:ext>
            </a:extLst>
          </p:cNvPr>
          <p:cNvSpPr>
            <a:spLocks xmlns:a="http://schemas.openxmlformats.org/drawingml/2006/main" noGrp="1"/>
          </p:cNvSpPr>
          <p:nvPr/>
        </p:nvSpPr>
        <p:spPr>
          <a:xfrm xmlns:a="http://schemas.openxmlformats.org/drawingml/2006/main">
            <a:off x="1017270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981B1E"/>
                </a:solidFill>
                <a:latin typeface="Arial"/>
                <a:ea typeface="Arial"/>
                <a:cs typeface="Arial"/>
              </a:rPr>
              <a:t>PERSIST</a:t>
            </a:r>
            <a:endParaRPr sz="1300"/>
          </a:p>
        </p:txBody>
      </p:sp>
      <p:sp>
        <p:nvSpPr>
          <p:cNvPr id="45" name="Text 45">
            <a:extLst xmlns:a="http://schemas.openxmlformats.org/drawingml/2006/main">
              <a:ext uri="{FF2B5EF4-FFF2-40B4-BE49-F238E27FC236}">
                <a16:creationId xmlns:a16="http://schemas.microsoft.com/office/drawing/2014/main" id="{F9A7FB05-AA34-47EA-BDDA-9CEEDB642C38}"/>
              </a:ext>
            </a:extLst>
          </p:cNvPr>
          <p:cNvSpPr>
            <a:spLocks xmlns:a="http://schemas.openxmlformats.org/drawingml/2006/main" noGrp="1"/>
          </p:cNvSpPr>
          <p:nvPr/>
        </p:nvSpPr>
        <p:spPr>
          <a:xfrm xmlns:a="http://schemas.openxmlformats.org/drawingml/2006/main">
            <a:off x="1017270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Completed result</a:t>
            </a:r>
            <a:endParaRPr sz="1300"/>
          </a:p>
          <a:p xmlns:a="http://schemas.openxmlformats.org/drawingml/2006/main">
            <a:pPr algn="ctr">
              <a:buNone/>
            </a:pPr>
            <a:r>
              <a:rPr sz="1300" b="0">
                <a:solidFill>
                  <a:srgbClr val="17212B"/>
                </a:solidFill>
                <a:latin typeface="Arial"/>
                <a:ea typeface="Arial"/>
                <a:cs typeface="Arial"/>
              </a:rPr>
              <a:t>and history</a:t>
            </a:r>
            <a:endParaRPr sz="1300"/>
          </a:p>
        </p:txBody>
      </p:sp>
      <p:sp>
        <p:nvSpPr>
          <p:cNvPr id="46" name="Shape 46">
            <a:extLst xmlns:a="http://schemas.openxmlformats.org/drawingml/2006/main">
              <a:ext uri="{FF2B5EF4-FFF2-40B4-BE49-F238E27FC236}">
                <a16:creationId xmlns:a16="http://schemas.microsoft.com/office/drawing/2014/main" id="{786E563E-0BE6-49FD-8410-879FE03D161F}"/>
              </a:ext>
            </a:extLst>
          </p:cNvPr>
          <p:cNvSpPr>
            <a:spLocks xmlns:a="http://schemas.openxmlformats.org/drawingml/2006/main" noGrp="1"/>
          </p:cNvSpPr>
          <p:nvPr/>
        </p:nvSpPr>
        <p:spPr>
          <a:xfrm xmlns:a="http://schemas.openxmlformats.org/drawingml/2006/main">
            <a:off x="6496050" y="4171950"/>
            <a:ext cx="4914900" cy="247650"/>
          </a:xfrm>
          <a:prstGeom xmlns:a="http://schemas.openxmlformats.org/drawingml/2006/main" prst="rect">
            <a:avLst/>
          </a:prstGeom>
          <a:solidFill xmlns:a="http://schemas.openxmlformats.org/drawingml/2006/main">
            <a:srgbClr val="FFFFFF"/>
          </a:solidFill>
          <a:ln xmlns:a="http://schemas.openxmlformats.org/drawingml/2006/main" w="12700">
            <a:solidFill>
              <a:srgbClr val="B46B13"/>
            </a:solidFill>
          </a:ln>
        </p:spPr>
      </p:sp>
      <p:sp>
        <p:nvSpPr>
          <p:cNvPr id="47" name="Text 47">
            <a:extLst xmlns:a="http://schemas.openxmlformats.org/drawingml/2006/main">
              <a:ext uri="{FF2B5EF4-FFF2-40B4-BE49-F238E27FC236}">
                <a16:creationId xmlns:a16="http://schemas.microsoft.com/office/drawing/2014/main" id="{E6902C0B-1ED7-405D-B493-42873558E7FB}"/>
              </a:ext>
            </a:extLst>
          </p:cNvPr>
          <p:cNvSpPr>
            <a:spLocks xmlns:a="http://schemas.openxmlformats.org/drawingml/2006/main" noGrp="1"/>
          </p:cNvSpPr>
          <p:nvPr/>
        </p:nvSpPr>
        <p:spPr>
          <a:xfrm xmlns:a="http://schemas.openxmlformats.org/drawingml/2006/main">
            <a:off x="6667500" y="4210050"/>
            <a:ext cx="4572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B46B13"/>
                </a:solidFill>
                <a:latin typeface="Arial"/>
                <a:ea typeface="Arial"/>
                <a:cs typeface="Arial"/>
              </a:rPr>
              <a:t>Any failure remains explicit before persistence</a:t>
            </a:r>
            <a:endParaRPr sz="1100"/>
          </a:p>
        </p:txBody>
      </p:sp>
      <p:sp>
        <p:nvSpPr>
          <p:cNvPr id="48" name="Shape 48">
            <a:extLst xmlns:a="http://schemas.openxmlformats.org/drawingml/2006/main">
              <a:ext uri="{FF2B5EF4-FFF2-40B4-BE49-F238E27FC236}">
                <a16:creationId xmlns:a16="http://schemas.microsoft.com/office/drawing/2014/main" id="{BA69DD42-1D3B-4276-A02B-48C97A0A6C8B}"/>
              </a:ext>
            </a:extLst>
          </p:cNvPr>
          <p:cNvSpPr>
            <a:spLocks xmlns:a="http://schemas.openxmlformats.org/drawingml/2006/main" noGrp="1"/>
          </p:cNvSpPr>
          <p:nvPr/>
        </p:nvSpPr>
        <p:spPr>
          <a:xfrm xmlns:a="http://schemas.openxmlformats.org/drawingml/2006/main">
            <a:off x="895350" y="4914900"/>
            <a:ext cx="10401300" cy="87630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sp>
        <p:nvSpPr>
          <p:cNvPr id="49" name="Shape 49">
            <a:extLst xmlns:a="http://schemas.openxmlformats.org/drawingml/2006/main">
              <a:ext uri="{FF2B5EF4-FFF2-40B4-BE49-F238E27FC236}">
                <a16:creationId xmlns:a16="http://schemas.microsoft.com/office/drawing/2014/main" id="{B4B6B352-3939-4C0B-AA68-115613082E53}"/>
              </a:ext>
            </a:extLst>
          </p:cNvPr>
          <p:cNvSpPr>
            <a:spLocks xmlns:a="http://schemas.openxmlformats.org/drawingml/2006/main" noGrp="1"/>
          </p:cNvSpPr>
          <p:nvPr/>
        </p:nvSpPr>
        <p:spPr>
          <a:xfrm xmlns:a="http://schemas.openxmlformats.org/drawingml/2006/main">
            <a:off x="1123950" y="5105400"/>
            <a:ext cx="476250" cy="476250"/>
          </a:xfrm>
          <a:prstGeom xmlns:a="http://schemas.openxmlformats.org/drawingml/2006/main" prst="roundRect">
            <a:avLst/>
          </a:prstGeom>
          <a:solidFill xmlns:a="http://schemas.openxmlformats.org/drawingml/2006/main">
            <a:srgbClr val="EAF1F7"/>
          </a:solidFill>
          <a:ln xmlns:a="http://schemas.openxmlformats.org/drawingml/2006/main" w="19050">
            <a:solidFill>
              <a:srgbClr val="2A5B84"/>
            </a:solidFill>
          </a:ln>
        </p:spPr>
      </p:sp>
      <p:pic>
        <p:nvPicPr>
          <p:cNvPr id="116" name="Picture 50"/>
          <p:cNvPicPr>
            <a:picLocks xmlns:a="http://schemas.openxmlformats.org/drawingml/2006/main" noChangeAspect="1"/>
          </p:cNvPicPr>
          <p:nvPr/>
        </p:nvPicPr>
        <p:blipFill>
          <a:blip xmlns:r="http://schemas.openxmlformats.org/officeDocument/2006/relationships" xmlns:a="http://schemas.openxmlformats.org/drawingml/2006/main" r:embed="R131b2f0fb85b4493"/>
          <a:stretch xmlns:a="http://schemas.openxmlformats.org/drawingml/2006/main">
            <a:fillRect l="0" t="0" r="0" b="0"/>
          </a:stretch>
        </p:blipFill>
        <p:spPr>
          <a:xfrm xmlns:a="http://schemas.openxmlformats.org/drawingml/2006/main">
            <a:off x="1247775" y="5229225"/>
            <a:ext cx="228600" cy="228600"/>
          </a:xfrm>
          <a:prstGeom xmlns:a="http://schemas.openxmlformats.org/drawingml/2006/main" prst="rect">
            <a:avLst/>
          </a:prstGeom>
          <a:ln xmlns:a="http://schemas.openxmlformats.org/drawingml/2006/main">
            <a:noFill/>
          </a:ln>
        </p:spPr>
      </p:pic>
      <p:sp>
        <p:nvSpPr>
          <p:cNvPr id="51" name="Text 51">
            <a:extLst xmlns:a="http://schemas.openxmlformats.org/drawingml/2006/main">
              <a:ext uri="{FF2B5EF4-FFF2-40B4-BE49-F238E27FC236}">
                <a16:creationId xmlns:a16="http://schemas.microsoft.com/office/drawing/2014/main" id="{F60D9525-B838-4878-B6B2-7908BCE5D6B5}"/>
              </a:ext>
            </a:extLst>
          </p:cNvPr>
          <p:cNvSpPr>
            <a:spLocks xmlns:a="http://schemas.openxmlformats.org/drawingml/2006/main" noGrp="1"/>
          </p:cNvSpPr>
          <p:nvPr/>
        </p:nvSpPr>
        <p:spPr>
          <a:xfrm xmlns:a="http://schemas.openxmlformats.org/drawingml/2006/main">
            <a:off x="1790700" y="5048250"/>
            <a:ext cx="3905250" cy="571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600" b="1">
                <a:solidFill>
                  <a:srgbClr val="17212B"/>
                </a:solidFill>
                <a:latin typeface="Arial"/>
                <a:ea typeface="Arial"/>
                <a:cs typeface="Arial"/>
              </a:rPr>
              <a:t>Source facts stay authoritative and separate from derived evidence</a:t>
            </a:r>
            <a:endParaRPr sz="1600"/>
          </a:p>
        </p:txBody>
      </p:sp>
      <p:sp>
        <p:nvSpPr>
          <p:cNvPr id="52" name="Connector 52">
            <a:extLst xmlns:a="http://schemas.openxmlformats.org/drawingml/2006/main">
              <a:ext uri="{FF2B5EF4-FFF2-40B4-BE49-F238E27FC236}">
                <a16:creationId xmlns:a16="http://schemas.microsoft.com/office/drawing/2014/main" id="{C78936C4-C56E-41CC-A4D9-0370095D121F}"/>
              </a:ext>
            </a:extLst>
          </p:cNvPr>
          <p:cNvSpPr>
            <a:spLocks xmlns:a="http://schemas.openxmlformats.org/drawingml/2006/main" noGrp="1"/>
          </p:cNvSpPr>
          <p:nvPr/>
        </p:nvSpPr>
        <p:spPr>
          <a:xfrm xmlns:a="http://schemas.openxmlformats.org/drawingml/2006/main">
            <a:off x="6038850" y="5048250"/>
            <a:ext cx="0" cy="571500"/>
          </a:xfrm>
          <a:prstGeom xmlns:a="http://schemas.openxmlformats.org/drawingml/2006/main" prst="line">
            <a:avLst/>
          </a:prstGeom>
          <a:ln xmlns:a="http://schemas.openxmlformats.org/drawingml/2006/main" w="25400">
            <a:solidFill>
              <a:srgbClr val="D9DEE3"/>
            </a:solidFill>
          </a:ln>
        </p:spPr>
      </p:sp>
      <p:sp>
        <p:nvSpPr>
          <p:cNvPr id="53" name="Shape 53">
            <a:extLst xmlns:a="http://schemas.openxmlformats.org/drawingml/2006/main">
              <a:ext uri="{FF2B5EF4-FFF2-40B4-BE49-F238E27FC236}">
                <a16:creationId xmlns:a16="http://schemas.microsoft.com/office/drawing/2014/main" id="{F3E87886-6DD0-4CAE-9151-A0FAAC81092A}"/>
              </a:ext>
            </a:extLst>
          </p:cNvPr>
          <p:cNvSpPr>
            <a:spLocks xmlns:a="http://schemas.openxmlformats.org/drawingml/2006/main" noGrp="1"/>
          </p:cNvSpPr>
          <p:nvPr/>
        </p:nvSpPr>
        <p:spPr>
          <a:xfrm xmlns:a="http://schemas.openxmlformats.org/drawingml/2006/main">
            <a:off x="6381750" y="5105400"/>
            <a:ext cx="476250" cy="476250"/>
          </a:xfrm>
          <a:prstGeom xmlns:a="http://schemas.openxmlformats.org/drawingml/2006/main" prst="roundRect">
            <a:avLst/>
          </a:prstGeom>
          <a:solidFill xmlns:a="http://schemas.openxmlformats.org/drawingml/2006/main">
            <a:srgbClr val="EAF5F0"/>
          </a:solidFill>
          <a:ln xmlns:a="http://schemas.openxmlformats.org/drawingml/2006/main" w="19050">
            <a:solidFill>
              <a:srgbClr val="1F7A5A"/>
            </a:solidFill>
          </a:ln>
        </p:spPr>
      </p:sp>
      <p:pic>
        <p:nvPicPr>
          <p:cNvPr id="120" name="Picture 54"/>
          <p:cNvPicPr>
            <a:picLocks xmlns:a="http://schemas.openxmlformats.org/drawingml/2006/main" noChangeAspect="1"/>
          </p:cNvPicPr>
          <p:nvPr/>
        </p:nvPicPr>
        <p:blipFill>
          <a:blip xmlns:r="http://schemas.openxmlformats.org/officeDocument/2006/relationships" xmlns:a="http://schemas.openxmlformats.org/drawingml/2006/main" r:embed="Rcb02a5a85d7f45d5"/>
          <a:stretch xmlns:a="http://schemas.openxmlformats.org/drawingml/2006/main">
            <a:fillRect l="0" t="0" r="0" b="0"/>
          </a:stretch>
        </p:blipFill>
        <p:spPr>
          <a:xfrm xmlns:a="http://schemas.openxmlformats.org/drawingml/2006/main">
            <a:off x="6505575" y="5229225"/>
            <a:ext cx="228600" cy="228600"/>
          </a:xfrm>
          <a:prstGeom xmlns:a="http://schemas.openxmlformats.org/drawingml/2006/main" prst="rect">
            <a:avLst/>
          </a:prstGeom>
          <a:ln xmlns:a="http://schemas.openxmlformats.org/drawingml/2006/main">
            <a:noFill/>
          </a:ln>
        </p:spPr>
      </p:pic>
      <p:sp>
        <p:nvSpPr>
          <p:cNvPr id="55" name="Text 55">
            <a:extLst xmlns:a="http://schemas.openxmlformats.org/drawingml/2006/main">
              <a:ext uri="{FF2B5EF4-FFF2-40B4-BE49-F238E27FC236}">
                <a16:creationId xmlns:a16="http://schemas.microsoft.com/office/drawing/2014/main" id="{7DEF328C-2247-47FB-8E80-603A930A7DFA}"/>
              </a:ext>
            </a:extLst>
          </p:cNvPr>
          <p:cNvSpPr>
            <a:spLocks xmlns:a="http://schemas.openxmlformats.org/drawingml/2006/main" noGrp="1"/>
          </p:cNvSpPr>
          <p:nvPr/>
        </p:nvSpPr>
        <p:spPr>
          <a:xfrm xmlns:a="http://schemas.openxmlformats.org/drawingml/2006/main">
            <a:off x="7048500" y="5048250"/>
            <a:ext cx="3905250" cy="571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600" b="1">
                <a:solidFill>
                  <a:srgbClr val="17212B"/>
                </a:solidFill>
                <a:latin typeface="Arial"/>
                <a:ea typeface="Arial"/>
                <a:cs typeface="Arial"/>
              </a:rPr>
              <a:t>Only a valid completed result reaches reviewable history</a:t>
            </a:r>
            <a:endParaRPr sz="1600"/>
          </a:p>
        </p:txBody>
      </p:sp>
      <p:sp>
        <p:nvSpPr>
          <p:cNvPr id="56" name="Connector 56">
            <a:extLst xmlns:a="http://schemas.openxmlformats.org/drawingml/2006/main">
              <a:ext uri="{FF2B5EF4-FFF2-40B4-BE49-F238E27FC236}">
                <a16:creationId xmlns:a16="http://schemas.microsoft.com/office/drawing/2014/main" id="{ED245A7F-72A9-47EF-93DB-EB87C67430ED}"/>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57" name="Text 57">
            <a:extLst xmlns:a="http://schemas.openxmlformats.org/drawingml/2006/main">
              <a:ext uri="{FF2B5EF4-FFF2-40B4-BE49-F238E27FC236}">
                <a16:creationId xmlns:a16="http://schemas.microsoft.com/office/drawing/2014/main" id="{163D665F-CCC1-4F31-9E26-E528A5081894}"/>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58" name="Text 58">
            <a:extLst xmlns:a="http://schemas.openxmlformats.org/drawingml/2006/main">
              <a:ext uri="{FF2B5EF4-FFF2-40B4-BE49-F238E27FC236}">
                <a16:creationId xmlns:a16="http://schemas.microsoft.com/office/drawing/2014/main" id="{B939FB88-7DFC-4A2B-A8B0-4EDB52FDB7AE}"/>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5</a:t>
            </a:r>
            <a:endParaRPr sz="1000"/>
          </a:p>
        </p:txBody>
      </p:sp>
    </p:spTree>
    <p:extLst>
      <p:ext uri="{BB962C8B-B14F-4D97-AF65-F5344CB8AC3E}">
        <p14:creationId xmlns:p14="http://schemas.microsoft.com/office/powerpoint/2010/main" val="170764957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63202EFE-7960-4A95-8CAB-FBBB6531FA87}"/>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IMPLEMENTATION LANDSCAPE</a:t>
            </a:r>
            <a:endParaRPr sz="1100"/>
          </a:p>
        </p:txBody>
      </p:sp>
      <p:sp>
        <p:nvSpPr>
          <p:cNvPr id="3" name="Text 3">
            <a:extLst xmlns:a="http://schemas.openxmlformats.org/drawingml/2006/main">
              <a:ext uri="{FF2B5EF4-FFF2-40B4-BE49-F238E27FC236}">
                <a16:creationId xmlns:a16="http://schemas.microsoft.com/office/drawing/2014/main" id="{319BD073-267F-44D5-AD06-B6B735C65994}"/>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The analytical pipeline is a portfolio — not one model</a:t>
            </a:r>
            <a:endParaRPr sz="3000"/>
          </a:p>
        </p:txBody>
      </p:sp>
      <p:sp>
        <p:nvSpPr>
          <p:cNvPr id="4" name="Text 4">
            <a:extLst xmlns:a="http://schemas.openxmlformats.org/drawingml/2006/main">
              <a:ext uri="{FF2B5EF4-FFF2-40B4-BE49-F238E27FC236}">
                <a16:creationId xmlns:a16="http://schemas.microsoft.com/office/drawing/2014/main" id="{3D9A6289-A5D6-4BCF-BD25-240AE6434843}"/>
              </a:ext>
            </a:extLst>
          </p:cNvPr>
          <p:cNvSpPr>
            <a:spLocks xmlns:a="http://schemas.openxmlformats.org/drawingml/2006/main" noGrp="1"/>
          </p:cNvSpPr>
          <p:nvPr/>
        </p:nvSpPr>
        <p:spPr>
          <a:xfrm xmlns:a="http://schemas.openxmlformats.org/drawingml/2006/main">
            <a:off x="571500" y="1362075"/>
            <a:ext cx="28575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10">
                <a:solidFill>
                  <a:srgbClr val="5D6873"/>
                </a:solidFill>
                <a:latin typeface="Arial"/>
                <a:ea typeface="Arial"/>
                <a:cs typeface="Arial"/>
              </a:rPr>
              <a:t>STATUS · 6 SEPTEMBER 2026</a:t>
            </a:r>
            <a:endParaRPr sz="1000"/>
          </a:p>
        </p:txBody>
      </p:sp>
      <p:sp>
        <p:nvSpPr>
          <p:cNvPr id="5" name="Shape 5">
            <a:extLst xmlns:a="http://schemas.openxmlformats.org/drawingml/2006/main">
              <a:ext uri="{FF2B5EF4-FFF2-40B4-BE49-F238E27FC236}">
                <a16:creationId xmlns:a16="http://schemas.microsoft.com/office/drawing/2014/main" id="{B700479E-10AB-4B98-B732-D54908399014}"/>
              </a:ext>
            </a:extLst>
          </p:cNvPr>
          <p:cNvSpPr>
            <a:spLocks xmlns:a="http://schemas.openxmlformats.org/drawingml/2006/main" noGrp="1"/>
          </p:cNvSpPr>
          <p:nvPr/>
        </p:nvSpPr>
        <p:spPr>
          <a:xfrm xmlns:a="http://schemas.openxmlformats.org/drawingml/2006/main">
            <a:off x="6838950" y="1390650"/>
            <a:ext cx="114300" cy="11430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6" name="Text 6">
            <a:extLst xmlns:a="http://schemas.openxmlformats.org/drawingml/2006/main">
              <a:ext uri="{FF2B5EF4-FFF2-40B4-BE49-F238E27FC236}">
                <a16:creationId xmlns:a16="http://schemas.microsoft.com/office/drawing/2014/main" id="{B7B00B85-F8E6-4C1B-A520-D696CF057592}"/>
              </a:ext>
            </a:extLst>
          </p:cNvPr>
          <p:cNvSpPr>
            <a:spLocks xmlns:a="http://schemas.openxmlformats.org/drawingml/2006/main" noGrp="1"/>
          </p:cNvSpPr>
          <p:nvPr/>
        </p:nvSpPr>
        <p:spPr>
          <a:xfrm xmlns:a="http://schemas.openxmlformats.org/drawingml/2006/main">
            <a:off x="7029450" y="1343025"/>
            <a:ext cx="7810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a:solidFill>
                  <a:srgbClr val="5D6873"/>
                </a:solidFill>
                <a:latin typeface="Arial"/>
                <a:ea typeface="Arial"/>
                <a:cs typeface="Arial"/>
              </a:rPr>
              <a:t>DELIVERED</a:t>
            </a:r>
            <a:endParaRPr sz="1000"/>
          </a:p>
        </p:txBody>
      </p:sp>
      <p:sp>
        <p:nvSpPr>
          <p:cNvPr id="7" name="Shape 7">
            <a:extLst xmlns:a="http://schemas.openxmlformats.org/drawingml/2006/main">
              <a:ext uri="{FF2B5EF4-FFF2-40B4-BE49-F238E27FC236}">
                <a16:creationId xmlns:a16="http://schemas.microsoft.com/office/drawing/2014/main" id="{BEEBDFB7-61B1-4255-8341-6B0619A75F15}"/>
              </a:ext>
            </a:extLst>
          </p:cNvPr>
          <p:cNvSpPr>
            <a:spLocks xmlns:a="http://schemas.openxmlformats.org/drawingml/2006/main" noGrp="1"/>
          </p:cNvSpPr>
          <p:nvPr/>
        </p:nvSpPr>
        <p:spPr>
          <a:xfrm xmlns:a="http://schemas.openxmlformats.org/drawingml/2006/main">
            <a:off x="7981950" y="1390650"/>
            <a:ext cx="114300" cy="114300"/>
          </a:xfrm>
          <a:prstGeom xmlns:a="http://schemas.openxmlformats.org/drawingml/2006/main" prst="ellipse">
            <a:avLst/>
          </a:prstGeom>
          <a:solidFill xmlns:a="http://schemas.openxmlformats.org/drawingml/2006/main">
            <a:srgbClr val="B46B13"/>
          </a:solidFill>
          <a:ln xmlns:a="http://schemas.openxmlformats.org/drawingml/2006/main" w="12700">
            <a:solidFill>
              <a:srgbClr val="B46B13"/>
            </a:solidFill>
          </a:ln>
        </p:spPr>
      </p:sp>
      <p:sp>
        <p:nvSpPr>
          <p:cNvPr id="8" name="Text 8">
            <a:extLst xmlns:a="http://schemas.openxmlformats.org/drawingml/2006/main">
              <a:ext uri="{FF2B5EF4-FFF2-40B4-BE49-F238E27FC236}">
                <a16:creationId xmlns:a16="http://schemas.microsoft.com/office/drawing/2014/main" id="{1C95961E-516F-4F37-92EB-D40E604DD535}"/>
              </a:ext>
            </a:extLst>
          </p:cNvPr>
          <p:cNvSpPr>
            <a:spLocks xmlns:a="http://schemas.openxmlformats.org/drawingml/2006/main" noGrp="1"/>
          </p:cNvSpPr>
          <p:nvPr/>
        </p:nvSpPr>
        <p:spPr>
          <a:xfrm xmlns:a="http://schemas.openxmlformats.org/drawingml/2006/main">
            <a:off x="8172450" y="1343025"/>
            <a:ext cx="8001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a:solidFill>
                  <a:srgbClr val="5D6873"/>
                </a:solidFill>
                <a:latin typeface="Arial"/>
                <a:ea typeface="Arial"/>
                <a:cs typeface="Arial"/>
              </a:rPr>
              <a:t>FOLLOW-UP</a:t>
            </a:r>
            <a:endParaRPr sz="1000"/>
          </a:p>
        </p:txBody>
      </p:sp>
      <p:sp>
        <p:nvSpPr>
          <p:cNvPr id="9" name="Shape 9">
            <a:extLst xmlns:a="http://schemas.openxmlformats.org/drawingml/2006/main">
              <a:ext uri="{FF2B5EF4-FFF2-40B4-BE49-F238E27FC236}">
                <a16:creationId xmlns:a16="http://schemas.microsoft.com/office/drawing/2014/main" id="{7C95F215-7FCC-42A5-9C1B-5BEECD2C5EC8}"/>
              </a:ext>
            </a:extLst>
          </p:cNvPr>
          <p:cNvSpPr>
            <a:spLocks xmlns:a="http://schemas.openxmlformats.org/drawingml/2006/main" noGrp="1"/>
          </p:cNvSpPr>
          <p:nvPr/>
        </p:nvSpPr>
        <p:spPr>
          <a:xfrm xmlns:a="http://schemas.openxmlformats.org/drawingml/2006/main">
            <a:off x="9220200" y="1390650"/>
            <a:ext cx="114300" cy="114300"/>
          </a:xfrm>
          <a:prstGeom xmlns:a="http://schemas.openxmlformats.org/drawingml/2006/main" prst="ellipse">
            <a:avLst/>
          </a:prstGeom>
          <a:solidFill xmlns:a="http://schemas.openxmlformats.org/drawingml/2006/main">
            <a:srgbClr val="FFFFFF"/>
          </a:solidFill>
          <a:ln xmlns:a="http://schemas.openxmlformats.org/drawingml/2006/main" w="25400">
            <a:solidFill>
              <a:srgbClr val="384754"/>
            </a:solidFill>
          </a:ln>
        </p:spPr>
      </p:sp>
      <p:sp>
        <p:nvSpPr>
          <p:cNvPr id="10" name="Text 10">
            <a:extLst xmlns:a="http://schemas.openxmlformats.org/drawingml/2006/main">
              <a:ext uri="{FF2B5EF4-FFF2-40B4-BE49-F238E27FC236}">
                <a16:creationId xmlns:a16="http://schemas.microsoft.com/office/drawing/2014/main" id="{C504107E-A417-4A1D-8DFE-FB9904E70958}"/>
              </a:ext>
            </a:extLst>
          </p:cNvPr>
          <p:cNvSpPr>
            <a:spLocks xmlns:a="http://schemas.openxmlformats.org/drawingml/2006/main" noGrp="1"/>
          </p:cNvSpPr>
          <p:nvPr/>
        </p:nvSpPr>
        <p:spPr>
          <a:xfrm xmlns:a="http://schemas.openxmlformats.org/drawingml/2006/main">
            <a:off x="9410700" y="1343025"/>
            <a:ext cx="1066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a:solidFill>
                  <a:srgbClr val="5D6873"/>
                </a:solidFill>
                <a:latin typeface="Arial"/>
                <a:ea typeface="Arial"/>
                <a:cs typeface="Arial"/>
              </a:rPr>
              <a:t>PLANNED</a:t>
            </a:r>
            <a:endParaRPr sz="1000"/>
          </a:p>
        </p:txBody>
      </p:sp>
      <p:sp>
        <p:nvSpPr>
          <p:cNvPr id="11" name="Shape 11">
            <a:extLst xmlns:a="http://schemas.openxmlformats.org/drawingml/2006/main">
              <a:ext uri="{FF2B5EF4-FFF2-40B4-BE49-F238E27FC236}">
                <a16:creationId xmlns:a16="http://schemas.microsoft.com/office/drawing/2014/main" id="{C0BE18A2-D07B-4CFF-BDF0-76EF77C32FC1}"/>
              </a:ext>
            </a:extLst>
          </p:cNvPr>
          <p:cNvSpPr>
            <a:spLocks xmlns:a="http://schemas.openxmlformats.org/drawingml/2006/main" noGrp="1"/>
          </p:cNvSpPr>
          <p:nvPr/>
        </p:nvSpPr>
        <p:spPr>
          <a:xfrm xmlns:a="http://schemas.openxmlformats.org/drawingml/2006/main">
            <a:off x="552450" y="1695450"/>
            <a:ext cx="5429250" cy="400050"/>
          </a:xfrm>
          <a:prstGeom xmlns:a="http://schemas.openxmlformats.org/drawingml/2006/main" prst="roundRect">
            <a:avLst/>
          </a:prstGeom>
          <a:solidFill xmlns:a="http://schemas.openxmlformats.org/drawingml/2006/main">
            <a:srgbClr val="FCEBEC"/>
          </a:solidFill>
          <a:ln xmlns:a="http://schemas.openxmlformats.org/drawingml/2006/main" w="19050">
            <a:solidFill>
              <a:srgbClr val="D71920"/>
            </a:solidFill>
          </a:ln>
        </p:spPr>
      </p:sp>
      <p:sp>
        <p:nvSpPr>
          <p:cNvPr id="12" name="Text 12">
            <a:extLst xmlns:a="http://schemas.openxmlformats.org/drawingml/2006/main">
              <a:ext uri="{FF2B5EF4-FFF2-40B4-BE49-F238E27FC236}">
                <a16:creationId xmlns:a16="http://schemas.microsoft.com/office/drawing/2014/main" id="{71B9CCEA-09AB-45D7-8C36-9211CC7FF17D}"/>
              </a:ext>
            </a:extLst>
          </p:cNvPr>
          <p:cNvSpPr>
            <a:spLocks xmlns:a="http://schemas.openxmlformats.org/drawingml/2006/main" noGrp="1"/>
          </p:cNvSpPr>
          <p:nvPr/>
        </p:nvSpPr>
        <p:spPr>
          <a:xfrm xmlns:a="http://schemas.openxmlformats.org/drawingml/2006/main">
            <a:off x="723900" y="1771650"/>
            <a:ext cx="50863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spc="80">
                <a:solidFill>
                  <a:srgbClr val="981B1E"/>
                </a:solidFill>
                <a:latin typeface="Arial"/>
                <a:ea typeface="Arial"/>
                <a:cs typeface="Arial"/>
              </a:rPr>
              <a:t>STAGE 1 · DETECT &amp; SCORE</a:t>
            </a:r>
            <a:endParaRPr sz="1400"/>
          </a:p>
        </p:txBody>
      </p:sp>
      <p:sp>
        <p:nvSpPr>
          <p:cNvPr id="13" name="Shape 13">
            <a:extLst xmlns:a="http://schemas.openxmlformats.org/drawingml/2006/main">
              <a:ext uri="{FF2B5EF4-FFF2-40B4-BE49-F238E27FC236}">
                <a16:creationId xmlns:a16="http://schemas.microsoft.com/office/drawing/2014/main" id="{AFE48316-6ACF-44A1-9204-C1BDF969D319}"/>
              </a:ext>
            </a:extLst>
          </p:cNvPr>
          <p:cNvSpPr>
            <a:spLocks xmlns:a="http://schemas.openxmlformats.org/drawingml/2006/main" noGrp="1"/>
          </p:cNvSpPr>
          <p:nvPr/>
        </p:nvSpPr>
        <p:spPr>
          <a:xfrm xmlns:a="http://schemas.openxmlformats.org/drawingml/2006/main">
            <a:off x="685800" y="2247900"/>
            <a:ext cx="5162550" cy="4953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D71920"/>
            </a:solidFill>
          </a:ln>
        </p:spPr>
      </p:sp>
      <p:pic>
        <p:nvPicPr>
          <p:cNvPr id="134" name="Picture 14"/>
          <p:cNvPicPr>
            <a:picLocks xmlns:a="http://schemas.openxmlformats.org/drawingml/2006/main" noChangeAspect="1"/>
          </p:cNvPicPr>
          <p:nvPr/>
        </p:nvPicPr>
        <p:blipFill>
          <a:blip xmlns:r="http://schemas.openxmlformats.org/officeDocument/2006/relationships" xmlns:a="http://schemas.openxmlformats.org/drawingml/2006/main" r:embed="Re6300ab32cc84ec9"/>
          <a:stretch xmlns:a="http://schemas.openxmlformats.org/drawingml/2006/main">
            <a:fillRect l="0" t="0" r="0" b="0"/>
          </a:stretch>
        </p:blipFill>
        <p:spPr>
          <a:xfrm xmlns:a="http://schemas.openxmlformats.org/drawingml/2006/main">
            <a:off x="819150" y="2352675"/>
            <a:ext cx="285750" cy="285750"/>
          </a:xfrm>
          <a:prstGeom xmlns:a="http://schemas.openxmlformats.org/drawingml/2006/main" prst="rect">
            <a:avLst/>
          </a:prstGeom>
          <a:ln xmlns:a="http://schemas.openxmlformats.org/drawingml/2006/main">
            <a:noFill/>
          </a:ln>
        </p:spPr>
      </p:pic>
      <p:sp>
        <p:nvSpPr>
          <p:cNvPr id="15" name="Text 15">
            <a:extLst xmlns:a="http://schemas.openxmlformats.org/drawingml/2006/main">
              <a:ext uri="{FF2B5EF4-FFF2-40B4-BE49-F238E27FC236}">
                <a16:creationId xmlns:a16="http://schemas.microsoft.com/office/drawing/2014/main" id="{B75A794F-380E-4F3A-969D-DF015EAA8E0B}"/>
              </a:ext>
            </a:extLst>
          </p:cNvPr>
          <p:cNvSpPr>
            <a:spLocks xmlns:a="http://schemas.openxmlformats.org/drawingml/2006/main" noGrp="1"/>
          </p:cNvSpPr>
          <p:nvPr/>
        </p:nvSpPr>
        <p:spPr>
          <a:xfrm xmlns:a="http://schemas.openxmlformats.org/drawingml/2006/main">
            <a:off x="1238250" y="2314575"/>
            <a:ext cx="272415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800" b="1">
                <a:solidFill>
                  <a:srgbClr val="17212B"/>
                </a:solidFill>
                <a:latin typeface="Arial"/>
                <a:ea typeface="Arial"/>
                <a:cs typeface="Arial"/>
              </a:rPr>
              <a:t>RiskSignalDetectorPort</a:t>
            </a:r>
            <a:endParaRPr sz="1800"/>
          </a:p>
        </p:txBody>
      </p:sp>
      <p:sp>
        <p:nvSpPr>
          <p:cNvPr id="16" name="Text 16">
            <a:extLst xmlns:a="http://schemas.openxmlformats.org/drawingml/2006/main">
              <a:ext uri="{FF2B5EF4-FFF2-40B4-BE49-F238E27FC236}">
                <a16:creationId xmlns:a16="http://schemas.microsoft.com/office/drawing/2014/main" id="{D9984C5B-DB20-44B4-BDAD-0E3463693AD8}"/>
              </a:ext>
            </a:extLst>
          </p:cNvPr>
          <p:cNvSpPr>
            <a:spLocks xmlns:a="http://schemas.openxmlformats.org/drawingml/2006/main" noGrp="1"/>
          </p:cNvSpPr>
          <p:nvPr/>
        </p:nvSpPr>
        <p:spPr>
          <a:xfrm xmlns:a="http://schemas.openxmlformats.org/drawingml/2006/main">
            <a:off x="4171950" y="2343150"/>
            <a:ext cx="14668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r">
              <a:buNone/>
            </a:pPr>
            <a:r>
              <a:rPr sz="1000" b="1">
                <a:solidFill>
                  <a:srgbClr val="5D6873"/>
                </a:solidFill>
                <a:latin typeface="Arial"/>
                <a:ea typeface="Arial"/>
                <a:cs typeface="Arial"/>
              </a:rPr>
              <a:t>stable contract</a:t>
            </a:r>
            <a:endParaRPr sz="1000"/>
          </a:p>
        </p:txBody>
      </p:sp>
      <p:sp>
        <p:nvSpPr>
          <p:cNvPr id="17" name="Connector 17">
            <a:extLst xmlns:a="http://schemas.openxmlformats.org/drawingml/2006/main">
              <a:ext uri="{FF2B5EF4-FFF2-40B4-BE49-F238E27FC236}">
                <a16:creationId xmlns:a16="http://schemas.microsoft.com/office/drawing/2014/main" id="{CEEA1E34-B877-4F0A-8D66-542EBE4F59E0}"/>
              </a:ext>
            </a:extLst>
          </p:cNvPr>
          <p:cNvSpPr>
            <a:spLocks xmlns:a="http://schemas.openxmlformats.org/drawingml/2006/main" noGrp="1"/>
          </p:cNvSpPr>
          <p:nvPr/>
        </p:nvSpPr>
        <p:spPr>
          <a:xfrm xmlns:a="http://schemas.openxmlformats.org/drawingml/2006/main">
            <a:off x="3267075" y="2743200"/>
            <a:ext cx="0" cy="171450"/>
          </a:xfrm>
          <a:prstGeom xmlns:a="http://schemas.openxmlformats.org/drawingml/2006/main" prst="line">
            <a:avLst/>
          </a:prstGeom>
          <a:ln xmlns:a="http://schemas.openxmlformats.org/drawingml/2006/main" w="25400">
            <a:solidFill>
              <a:srgbClr val="D71920"/>
            </a:solidFill>
          </a:ln>
        </p:spPr>
      </p:sp>
      <p:sp>
        <p:nvSpPr>
          <p:cNvPr id="18" name="Connector 18">
            <a:extLst xmlns:a="http://schemas.openxmlformats.org/drawingml/2006/main">
              <a:ext uri="{FF2B5EF4-FFF2-40B4-BE49-F238E27FC236}">
                <a16:creationId xmlns:a16="http://schemas.microsoft.com/office/drawing/2014/main" id="{A074536E-9F3C-4A40-B86B-4E378F3C9EE7}"/>
              </a:ext>
            </a:extLst>
          </p:cNvPr>
          <p:cNvSpPr>
            <a:spLocks xmlns:a="http://schemas.openxmlformats.org/drawingml/2006/main" noGrp="1"/>
          </p:cNvSpPr>
          <p:nvPr/>
        </p:nvSpPr>
        <p:spPr>
          <a:xfrm xmlns:a="http://schemas.openxmlformats.org/drawingml/2006/main">
            <a:off x="1247775" y="2914650"/>
            <a:ext cx="3867150" cy="0"/>
          </a:xfrm>
          <a:prstGeom xmlns:a="http://schemas.openxmlformats.org/drawingml/2006/main" prst="line">
            <a:avLst/>
          </a:prstGeom>
          <a:ln xmlns:a="http://schemas.openxmlformats.org/drawingml/2006/main" w="25400">
            <a:solidFill>
              <a:srgbClr val="D71920"/>
            </a:solidFill>
          </a:ln>
        </p:spPr>
      </p:sp>
      <p:sp>
        <p:nvSpPr>
          <p:cNvPr id="19" name="Connector 19">
            <a:extLst xmlns:a="http://schemas.openxmlformats.org/drawingml/2006/main">
              <a:ext uri="{FF2B5EF4-FFF2-40B4-BE49-F238E27FC236}">
                <a16:creationId xmlns:a16="http://schemas.microsoft.com/office/drawing/2014/main" id="{E94A3ADF-B86C-4CDA-A44D-CF43076518EF}"/>
              </a:ext>
            </a:extLst>
          </p:cNvPr>
          <p:cNvSpPr>
            <a:spLocks xmlns:a="http://schemas.openxmlformats.org/drawingml/2006/main" noGrp="1"/>
          </p:cNvSpPr>
          <p:nvPr/>
        </p:nvSpPr>
        <p:spPr>
          <a:xfrm xmlns:a="http://schemas.openxmlformats.org/drawingml/2006/main">
            <a:off x="1247775" y="2914650"/>
            <a:ext cx="0" cy="114300"/>
          </a:xfrm>
          <a:prstGeom xmlns:a="http://schemas.openxmlformats.org/drawingml/2006/main" prst="line">
            <a:avLst/>
          </a:prstGeom>
          <a:ln xmlns:a="http://schemas.openxmlformats.org/drawingml/2006/main" w="25400">
            <a:solidFill>
              <a:srgbClr val="D71920"/>
            </a:solidFill>
          </a:ln>
        </p:spPr>
      </p:sp>
      <p:sp>
        <p:nvSpPr>
          <p:cNvPr id="20" name="Connector 20">
            <a:extLst xmlns:a="http://schemas.openxmlformats.org/drawingml/2006/main">
              <a:ext uri="{FF2B5EF4-FFF2-40B4-BE49-F238E27FC236}">
                <a16:creationId xmlns:a16="http://schemas.microsoft.com/office/drawing/2014/main" id="{CCE3AC59-D8D1-4D67-88AB-E4885B4A6C72}"/>
              </a:ext>
            </a:extLst>
          </p:cNvPr>
          <p:cNvSpPr>
            <a:spLocks xmlns:a="http://schemas.openxmlformats.org/drawingml/2006/main" noGrp="1"/>
          </p:cNvSpPr>
          <p:nvPr/>
        </p:nvSpPr>
        <p:spPr>
          <a:xfrm xmlns:a="http://schemas.openxmlformats.org/drawingml/2006/main">
            <a:off x="2524125" y="2914650"/>
            <a:ext cx="0" cy="114300"/>
          </a:xfrm>
          <a:prstGeom xmlns:a="http://schemas.openxmlformats.org/drawingml/2006/main" prst="line">
            <a:avLst/>
          </a:prstGeom>
          <a:ln xmlns:a="http://schemas.openxmlformats.org/drawingml/2006/main" w="25400">
            <a:solidFill>
              <a:srgbClr val="D71920"/>
            </a:solidFill>
          </a:ln>
        </p:spPr>
      </p:sp>
      <p:sp>
        <p:nvSpPr>
          <p:cNvPr id="21" name="Connector 21">
            <a:extLst xmlns:a="http://schemas.openxmlformats.org/drawingml/2006/main">
              <a:ext uri="{FF2B5EF4-FFF2-40B4-BE49-F238E27FC236}">
                <a16:creationId xmlns:a16="http://schemas.microsoft.com/office/drawing/2014/main" id="{578A693F-0BE5-4453-A9E1-074095DFC6BF}"/>
              </a:ext>
            </a:extLst>
          </p:cNvPr>
          <p:cNvSpPr>
            <a:spLocks xmlns:a="http://schemas.openxmlformats.org/drawingml/2006/main" noGrp="1"/>
          </p:cNvSpPr>
          <p:nvPr/>
        </p:nvSpPr>
        <p:spPr>
          <a:xfrm xmlns:a="http://schemas.openxmlformats.org/drawingml/2006/main">
            <a:off x="3800475" y="2914650"/>
            <a:ext cx="0" cy="114300"/>
          </a:xfrm>
          <a:prstGeom xmlns:a="http://schemas.openxmlformats.org/drawingml/2006/main" prst="line">
            <a:avLst/>
          </a:prstGeom>
          <a:ln xmlns:a="http://schemas.openxmlformats.org/drawingml/2006/main" w="25400">
            <a:solidFill>
              <a:srgbClr val="D71920"/>
            </a:solidFill>
          </a:ln>
        </p:spPr>
      </p:sp>
      <p:sp>
        <p:nvSpPr>
          <p:cNvPr id="22" name="Connector 22">
            <a:extLst xmlns:a="http://schemas.openxmlformats.org/drawingml/2006/main">
              <a:ext uri="{FF2B5EF4-FFF2-40B4-BE49-F238E27FC236}">
                <a16:creationId xmlns:a16="http://schemas.microsoft.com/office/drawing/2014/main" id="{E9C7B543-5F16-4621-9E6A-6210478983FF}"/>
              </a:ext>
            </a:extLst>
          </p:cNvPr>
          <p:cNvSpPr>
            <a:spLocks xmlns:a="http://schemas.openxmlformats.org/drawingml/2006/main" noGrp="1"/>
          </p:cNvSpPr>
          <p:nvPr/>
        </p:nvSpPr>
        <p:spPr>
          <a:xfrm xmlns:a="http://schemas.openxmlformats.org/drawingml/2006/main">
            <a:off x="5076825" y="2914650"/>
            <a:ext cx="0" cy="114300"/>
          </a:xfrm>
          <a:prstGeom xmlns:a="http://schemas.openxmlformats.org/drawingml/2006/main" prst="line">
            <a:avLst/>
          </a:prstGeom>
          <a:ln xmlns:a="http://schemas.openxmlformats.org/drawingml/2006/main" w="25400">
            <a:solidFill>
              <a:srgbClr val="D71920"/>
            </a:solidFill>
          </a:ln>
        </p:spPr>
      </p:sp>
      <p:sp>
        <p:nvSpPr>
          <p:cNvPr id="23" name="Shape 23">
            <a:extLst xmlns:a="http://schemas.openxmlformats.org/drawingml/2006/main">
              <a:ext uri="{FF2B5EF4-FFF2-40B4-BE49-F238E27FC236}">
                <a16:creationId xmlns:a16="http://schemas.microsoft.com/office/drawing/2014/main" id="{2F87BEFF-DE78-4B84-882C-2D227994542A}"/>
              </a:ext>
            </a:extLst>
          </p:cNvPr>
          <p:cNvSpPr>
            <a:spLocks xmlns:a="http://schemas.openxmlformats.org/drawingml/2006/main" noGrp="1"/>
          </p:cNvSpPr>
          <p:nvPr/>
        </p:nvSpPr>
        <p:spPr>
          <a:xfrm xmlns:a="http://schemas.openxmlformats.org/drawingml/2006/main">
            <a:off x="666750" y="3028950"/>
            <a:ext cx="1162050" cy="914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44" name="Picture 24"/>
          <p:cNvPicPr>
            <a:picLocks xmlns:a="http://schemas.openxmlformats.org/drawingml/2006/main" noChangeAspect="1"/>
          </p:cNvPicPr>
          <p:nvPr/>
        </p:nvPicPr>
        <p:blipFill>
          <a:blip xmlns:r="http://schemas.openxmlformats.org/officeDocument/2006/relationships" xmlns:a="http://schemas.openxmlformats.org/drawingml/2006/main" r:embed="Ra86f1376997d4d4f"/>
          <a:stretch xmlns:a="http://schemas.openxmlformats.org/drawingml/2006/main">
            <a:fillRect l="0" t="0" r="0" b="0"/>
          </a:stretch>
        </p:blipFill>
        <p:spPr>
          <a:xfrm xmlns:a="http://schemas.openxmlformats.org/drawingml/2006/main">
            <a:off x="781050" y="3181350"/>
            <a:ext cx="247650" cy="247650"/>
          </a:xfrm>
          <a:prstGeom xmlns:a="http://schemas.openxmlformats.org/drawingml/2006/main" prst="rect">
            <a:avLst/>
          </a:prstGeom>
          <a:ln xmlns:a="http://schemas.openxmlformats.org/drawingml/2006/main">
            <a:noFill/>
          </a:ln>
        </p:spPr>
      </p:pic>
      <p:sp>
        <p:nvSpPr>
          <p:cNvPr id="25" name="Shape 25">
            <a:extLst xmlns:a="http://schemas.openxmlformats.org/drawingml/2006/main">
              <a:ext uri="{FF2B5EF4-FFF2-40B4-BE49-F238E27FC236}">
                <a16:creationId xmlns:a16="http://schemas.microsoft.com/office/drawing/2014/main" id="{6F9B07B0-07F2-4F06-9C16-2A8D5529D0DD}"/>
              </a:ext>
            </a:extLst>
          </p:cNvPr>
          <p:cNvSpPr>
            <a:spLocks xmlns:a="http://schemas.openxmlformats.org/drawingml/2006/main" noGrp="1"/>
          </p:cNvSpPr>
          <p:nvPr/>
        </p:nvSpPr>
        <p:spPr>
          <a:xfrm xmlns:a="http://schemas.openxmlformats.org/drawingml/2006/main">
            <a:off x="1628775" y="31242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26" name="Text 26">
            <a:extLst xmlns:a="http://schemas.openxmlformats.org/drawingml/2006/main">
              <a:ext uri="{FF2B5EF4-FFF2-40B4-BE49-F238E27FC236}">
                <a16:creationId xmlns:a16="http://schemas.microsoft.com/office/drawing/2014/main" id="{89573B07-4C45-4AFD-A206-EEEB6C91BEF8}"/>
              </a:ext>
            </a:extLst>
          </p:cNvPr>
          <p:cNvSpPr>
            <a:spLocks xmlns:a="http://schemas.openxmlformats.org/drawingml/2006/main" noGrp="1"/>
          </p:cNvSpPr>
          <p:nvPr/>
        </p:nvSpPr>
        <p:spPr>
          <a:xfrm xmlns:a="http://schemas.openxmlformats.org/drawingml/2006/main">
            <a:off x="1047750" y="3124200"/>
            <a:ext cx="7239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50" b="1">
                <a:solidFill>
                  <a:srgbClr val="17212B"/>
                </a:solidFill>
                <a:latin typeface="Arial"/>
                <a:ea typeface="Arial"/>
                <a:cs typeface="Arial"/>
              </a:rPr>
              <a:t>No-op</a:t>
            </a:r>
            <a:endParaRPr sz="1050"/>
          </a:p>
        </p:txBody>
      </p:sp>
      <p:sp>
        <p:nvSpPr>
          <p:cNvPr id="27" name="Text 27">
            <a:extLst xmlns:a="http://schemas.openxmlformats.org/drawingml/2006/main">
              <a:ext uri="{FF2B5EF4-FFF2-40B4-BE49-F238E27FC236}">
                <a16:creationId xmlns:a16="http://schemas.microsoft.com/office/drawing/2014/main" id="{740321E4-9C35-4FA2-A71A-DEF1AE1F3E5A}"/>
              </a:ext>
            </a:extLst>
          </p:cNvPr>
          <p:cNvSpPr>
            <a:spLocks xmlns:a="http://schemas.openxmlformats.org/drawingml/2006/main" noGrp="1"/>
          </p:cNvSpPr>
          <p:nvPr/>
        </p:nvSpPr>
        <p:spPr>
          <a:xfrm xmlns:a="http://schemas.openxmlformats.org/drawingml/2006/main">
            <a:off x="762000" y="3524250"/>
            <a:ext cx="9715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000" b="0">
                <a:solidFill>
                  <a:srgbClr val="5D6873"/>
                </a:solidFill>
                <a:latin typeface="Arial"/>
                <a:ea typeface="Arial"/>
                <a:cs typeface="Arial"/>
              </a:rPr>
              <a:t>baseline</a:t>
            </a:r>
            <a:endParaRPr sz="1000"/>
          </a:p>
        </p:txBody>
      </p:sp>
      <p:sp>
        <p:nvSpPr>
          <p:cNvPr id="28" name="Shape 28">
            <a:extLst xmlns:a="http://schemas.openxmlformats.org/drawingml/2006/main">
              <a:ext uri="{FF2B5EF4-FFF2-40B4-BE49-F238E27FC236}">
                <a16:creationId xmlns:a16="http://schemas.microsoft.com/office/drawing/2014/main" id="{E793A166-9C8B-405C-92AA-C3F0D6EF346D}"/>
              </a:ext>
            </a:extLst>
          </p:cNvPr>
          <p:cNvSpPr>
            <a:spLocks xmlns:a="http://schemas.openxmlformats.org/drawingml/2006/main" noGrp="1"/>
          </p:cNvSpPr>
          <p:nvPr/>
        </p:nvSpPr>
        <p:spPr>
          <a:xfrm xmlns:a="http://schemas.openxmlformats.org/drawingml/2006/main">
            <a:off x="1943100" y="3028950"/>
            <a:ext cx="1162050" cy="914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49" name="Picture 29"/>
          <p:cNvPicPr>
            <a:picLocks xmlns:a="http://schemas.openxmlformats.org/drawingml/2006/main" noChangeAspect="1"/>
          </p:cNvPicPr>
          <p:nvPr/>
        </p:nvPicPr>
        <p:blipFill>
          <a:blip xmlns:r="http://schemas.openxmlformats.org/officeDocument/2006/relationships" xmlns:a="http://schemas.openxmlformats.org/drawingml/2006/main" r:embed="Rad9678195e2c4a6c"/>
          <a:stretch xmlns:a="http://schemas.openxmlformats.org/drawingml/2006/main">
            <a:fillRect l="0" t="0" r="0" b="0"/>
          </a:stretch>
        </p:blipFill>
        <p:spPr>
          <a:xfrm xmlns:a="http://schemas.openxmlformats.org/drawingml/2006/main">
            <a:off x="2057400" y="3181350"/>
            <a:ext cx="247650" cy="247650"/>
          </a:xfrm>
          <a:prstGeom xmlns:a="http://schemas.openxmlformats.org/drawingml/2006/main" prst="rect">
            <a:avLst/>
          </a:prstGeom>
          <a:ln xmlns:a="http://schemas.openxmlformats.org/drawingml/2006/main">
            <a:noFill/>
          </a:ln>
        </p:spPr>
      </p:pic>
      <p:sp>
        <p:nvSpPr>
          <p:cNvPr id="30" name="Shape 30">
            <a:extLst xmlns:a="http://schemas.openxmlformats.org/drawingml/2006/main">
              <a:ext uri="{FF2B5EF4-FFF2-40B4-BE49-F238E27FC236}">
                <a16:creationId xmlns:a16="http://schemas.microsoft.com/office/drawing/2014/main" id="{D3F461B2-95D7-43BB-A5BC-746629DDE494}"/>
              </a:ext>
            </a:extLst>
          </p:cNvPr>
          <p:cNvSpPr>
            <a:spLocks xmlns:a="http://schemas.openxmlformats.org/drawingml/2006/main" noGrp="1"/>
          </p:cNvSpPr>
          <p:nvPr/>
        </p:nvSpPr>
        <p:spPr>
          <a:xfrm xmlns:a="http://schemas.openxmlformats.org/drawingml/2006/main">
            <a:off x="2905125" y="31242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31" name="Text 31">
            <a:extLst xmlns:a="http://schemas.openxmlformats.org/drawingml/2006/main">
              <a:ext uri="{FF2B5EF4-FFF2-40B4-BE49-F238E27FC236}">
                <a16:creationId xmlns:a16="http://schemas.microsoft.com/office/drawing/2014/main" id="{EE84E0EC-2649-4C20-9663-2A5D89276243}"/>
              </a:ext>
            </a:extLst>
          </p:cNvPr>
          <p:cNvSpPr>
            <a:spLocks xmlns:a="http://schemas.openxmlformats.org/drawingml/2006/main" noGrp="1"/>
          </p:cNvSpPr>
          <p:nvPr/>
        </p:nvSpPr>
        <p:spPr>
          <a:xfrm xmlns:a="http://schemas.openxmlformats.org/drawingml/2006/main">
            <a:off x="2324100" y="3124200"/>
            <a:ext cx="7239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50" b="1">
                <a:solidFill>
                  <a:srgbClr val="17212B"/>
                </a:solidFill>
                <a:latin typeface="Arial"/>
                <a:ea typeface="Arial"/>
                <a:cs typeface="Arial"/>
              </a:rPr>
              <a:t>Bayesian</a:t>
            </a:r>
            <a:endParaRPr sz="1050"/>
          </a:p>
        </p:txBody>
      </p:sp>
      <p:sp>
        <p:nvSpPr>
          <p:cNvPr id="32" name="Text 32">
            <a:extLst xmlns:a="http://schemas.openxmlformats.org/drawingml/2006/main">
              <a:ext uri="{FF2B5EF4-FFF2-40B4-BE49-F238E27FC236}">
                <a16:creationId xmlns:a16="http://schemas.microsoft.com/office/drawing/2014/main" id="{649CAD07-C544-47CC-8CD2-0A61EA1E1955}"/>
              </a:ext>
            </a:extLst>
          </p:cNvPr>
          <p:cNvSpPr>
            <a:spLocks xmlns:a="http://schemas.openxmlformats.org/drawingml/2006/main" noGrp="1"/>
          </p:cNvSpPr>
          <p:nvPr/>
        </p:nvSpPr>
        <p:spPr>
          <a:xfrm xmlns:a="http://schemas.openxmlformats.org/drawingml/2006/main">
            <a:off x="2038350" y="3524250"/>
            <a:ext cx="9715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000" b="0">
                <a:solidFill>
                  <a:srgbClr val="5D6873"/>
                </a:solidFill>
                <a:latin typeface="Arial"/>
                <a:ea typeface="Arial"/>
                <a:cs typeface="Arial"/>
              </a:rPr>
              <a:t>sequential</a:t>
            </a:r>
            <a:endParaRPr sz="1000"/>
          </a:p>
        </p:txBody>
      </p:sp>
      <p:sp>
        <p:nvSpPr>
          <p:cNvPr id="33" name="Shape 33">
            <a:extLst xmlns:a="http://schemas.openxmlformats.org/drawingml/2006/main">
              <a:ext uri="{FF2B5EF4-FFF2-40B4-BE49-F238E27FC236}">
                <a16:creationId xmlns:a16="http://schemas.microsoft.com/office/drawing/2014/main" id="{718914AA-F962-4065-B934-843A52A81FBC}"/>
              </a:ext>
            </a:extLst>
          </p:cNvPr>
          <p:cNvSpPr>
            <a:spLocks xmlns:a="http://schemas.openxmlformats.org/drawingml/2006/main" noGrp="1"/>
          </p:cNvSpPr>
          <p:nvPr/>
        </p:nvSpPr>
        <p:spPr>
          <a:xfrm xmlns:a="http://schemas.openxmlformats.org/drawingml/2006/main">
            <a:off x="3219450" y="3028950"/>
            <a:ext cx="1162050" cy="914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54" name="Picture 34"/>
          <p:cNvPicPr>
            <a:picLocks xmlns:a="http://schemas.openxmlformats.org/drawingml/2006/main" noChangeAspect="1"/>
          </p:cNvPicPr>
          <p:nvPr/>
        </p:nvPicPr>
        <p:blipFill>
          <a:blip xmlns:r="http://schemas.openxmlformats.org/officeDocument/2006/relationships" xmlns:a="http://schemas.openxmlformats.org/drawingml/2006/main" r:embed="Rf7d3e607af4d48cb"/>
          <a:stretch xmlns:a="http://schemas.openxmlformats.org/drawingml/2006/main">
            <a:fillRect l="0" t="0" r="0" b="0"/>
          </a:stretch>
        </p:blipFill>
        <p:spPr>
          <a:xfrm xmlns:a="http://schemas.openxmlformats.org/drawingml/2006/main">
            <a:off x="3333750" y="3181350"/>
            <a:ext cx="247650" cy="247650"/>
          </a:xfrm>
          <a:prstGeom xmlns:a="http://schemas.openxmlformats.org/drawingml/2006/main" prst="rect">
            <a:avLst/>
          </a:prstGeom>
          <a:ln xmlns:a="http://schemas.openxmlformats.org/drawingml/2006/main">
            <a:noFill/>
          </a:ln>
        </p:spPr>
      </p:pic>
      <p:sp>
        <p:nvSpPr>
          <p:cNvPr id="35" name="Shape 35">
            <a:extLst xmlns:a="http://schemas.openxmlformats.org/drawingml/2006/main">
              <a:ext uri="{FF2B5EF4-FFF2-40B4-BE49-F238E27FC236}">
                <a16:creationId xmlns:a16="http://schemas.microsoft.com/office/drawing/2014/main" id="{21F11119-272C-4650-A0AA-1FF82A8BA868}"/>
              </a:ext>
            </a:extLst>
          </p:cNvPr>
          <p:cNvSpPr>
            <a:spLocks xmlns:a="http://schemas.openxmlformats.org/drawingml/2006/main" noGrp="1"/>
          </p:cNvSpPr>
          <p:nvPr/>
        </p:nvSpPr>
        <p:spPr>
          <a:xfrm xmlns:a="http://schemas.openxmlformats.org/drawingml/2006/main">
            <a:off x="4181475" y="31242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36" name="Text 36">
            <a:extLst xmlns:a="http://schemas.openxmlformats.org/drawingml/2006/main">
              <a:ext uri="{FF2B5EF4-FFF2-40B4-BE49-F238E27FC236}">
                <a16:creationId xmlns:a16="http://schemas.microsoft.com/office/drawing/2014/main" id="{22BB9536-0371-4C6B-B374-6D54B5C2C888}"/>
              </a:ext>
            </a:extLst>
          </p:cNvPr>
          <p:cNvSpPr>
            <a:spLocks xmlns:a="http://schemas.openxmlformats.org/drawingml/2006/main" noGrp="1"/>
          </p:cNvSpPr>
          <p:nvPr/>
        </p:nvSpPr>
        <p:spPr>
          <a:xfrm xmlns:a="http://schemas.openxmlformats.org/drawingml/2006/main">
            <a:off x="3600450" y="3124200"/>
            <a:ext cx="7239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50" b="1">
                <a:solidFill>
                  <a:srgbClr val="17212B"/>
                </a:solidFill>
                <a:latin typeface="Arial"/>
                <a:ea typeface="Arial"/>
                <a:cs typeface="Arial"/>
              </a:rPr>
              <a:t>Fuzzy logic</a:t>
            </a:r>
            <a:endParaRPr sz="1050"/>
          </a:p>
        </p:txBody>
      </p:sp>
      <p:sp>
        <p:nvSpPr>
          <p:cNvPr id="37" name="Text 37">
            <a:extLst xmlns:a="http://schemas.openxmlformats.org/drawingml/2006/main">
              <a:ext uri="{FF2B5EF4-FFF2-40B4-BE49-F238E27FC236}">
                <a16:creationId xmlns:a16="http://schemas.microsoft.com/office/drawing/2014/main" id="{B12CBD60-5D67-40C3-B7F7-0451831062F3}"/>
              </a:ext>
            </a:extLst>
          </p:cNvPr>
          <p:cNvSpPr>
            <a:spLocks xmlns:a="http://schemas.openxmlformats.org/drawingml/2006/main" noGrp="1"/>
          </p:cNvSpPr>
          <p:nvPr/>
        </p:nvSpPr>
        <p:spPr>
          <a:xfrm xmlns:a="http://schemas.openxmlformats.org/drawingml/2006/main">
            <a:off x="3314700" y="3524250"/>
            <a:ext cx="9715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000" b="0">
                <a:solidFill>
                  <a:srgbClr val="5D6873"/>
                </a:solidFill>
                <a:latin typeface="Arial"/>
                <a:ea typeface="Arial"/>
                <a:cs typeface="Arial"/>
              </a:rPr>
              <a:t>graded rules</a:t>
            </a:r>
            <a:endParaRPr sz="1000"/>
          </a:p>
        </p:txBody>
      </p:sp>
      <p:sp>
        <p:nvSpPr>
          <p:cNvPr id="38" name="Shape 38">
            <a:extLst xmlns:a="http://schemas.openxmlformats.org/drawingml/2006/main">
              <a:ext uri="{FF2B5EF4-FFF2-40B4-BE49-F238E27FC236}">
                <a16:creationId xmlns:a16="http://schemas.microsoft.com/office/drawing/2014/main" id="{3837481C-DF41-4FD0-8BF7-C466DAD33564}"/>
              </a:ext>
            </a:extLst>
          </p:cNvPr>
          <p:cNvSpPr>
            <a:spLocks xmlns:a="http://schemas.openxmlformats.org/drawingml/2006/main" noGrp="1"/>
          </p:cNvSpPr>
          <p:nvPr/>
        </p:nvSpPr>
        <p:spPr>
          <a:xfrm xmlns:a="http://schemas.openxmlformats.org/drawingml/2006/main">
            <a:off x="4495800" y="3028950"/>
            <a:ext cx="1162050" cy="914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59" name="Picture 39"/>
          <p:cNvPicPr>
            <a:picLocks xmlns:a="http://schemas.openxmlformats.org/drawingml/2006/main" noChangeAspect="1"/>
          </p:cNvPicPr>
          <p:nvPr/>
        </p:nvPicPr>
        <p:blipFill>
          <a:blip xmlns:r="http://schemas.openxmlformats.org/officeDocument/2006/relationships" xmlns:a="http://schemas.openxmlformats.org/drawingml/2006/main" r:embed="R9d485dfaa0094e9a"/>
          <a:stretch xmlns:a="http://schemas.openxmlformats.org/drawingml/2006/main">
            <a:fillRect l="0" t="0" r="0" b="0"/>
          </a:stretch>
        </p:blipFill>
        <p:spPr>
          <a:xfrm xmlns:a="http://schemas.openxmlformats.org/drawingml/2006/main">
            <a:off x="4610100" y="3181350"/>
            <a:ext cx="247650" cy="247650"/>
          </a:xfrm>
          <a:prstGeom xmlns:a="http://schemas.openxmlformats.org/drawingml/2006/main" prst="rect">
            <a:avLst/>
          </a:prstGeom>
          <a:ln xmlns:a="http://schemas.openxmlformats.org/drawingml/2006/main">
            <a:noFill/>
          </a:ln>
        </p:spPr>
      </p:pic>
      <p:sp>
        <p:nvSpPr>
          <p:cNvPr id="40" name="Shape 40">
            <a:extLst xmlns:a="http://schemas.openxmlformats.org/drawingml/2006/main">
              <a:ext uri="{FF2B5EF4-FFF2-40B4-BE49-F238E27FC236}">
                <a16:creationId xmlns:a16="http://schemas.microsoft.com/office/drawing/2014/main" id="{4C4DFBFB-4467-4FF1-AA89-1FF7A2DAD0A3}"/>
              </a:ext>
            </a:extLst>
          </p:cNvPr>
          <p:cNvSpPr>
            <a:spLocks xmlns:a="http://schemas.openxmlformats.org/drawingml/2006/main" noGrp="1"/>
          </p:cNvSpPr>
          <p:nvPr/>
        </p:nvSpPr>
        <p:spPr>
          <a:xfrm xmlns:a="http://schemas.openxmlformats.org/drawingml/2006/main">
            <a:off x="5457825" y="31242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41" name="Text 41">
            <a:extLst xmlns:a="http://schemas.openxmlformats.org/drawingml/2006/main">
              <a:ext uri="{FF2B5EF4-FFF2-40B4-BE49-F238E27FC236}">
                <a16:creationId xmlns:a16="http://schemas.microsoft.com/office/drawing/2014/main" id="{26D303EF-E93D-4E75-A7A8-E86071449361}"/>
              </a:ext>
            </a:extLst>
          </p:cNvPr>
          <p:cNvSpPr>
            <a:spLocks xmlns:a="http://schemas.openxmlformats.org/drawingml/2006/main" noGrp="1"/>
          </p:cNvSpPr>
          <p:nvPr/>
        </p:nvSpPr>
        <p:spPr>
          <a:xfrm xmlns:a="http://schemas.openxmlformats.org/drawingml/2006/main">
            <a:off x="4876800" y="3124200"/>
            <a:ext cx="7239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00" b="1">
                <a:solidFill>
                  <a:srgbClr val="17212B"/>
                </a:solidFill>
                <a:latin typeface="Arial"/>
                <a:ea typeface="Arial"/>
                <a:cs typeface="Arial"/>
              </a:rPr>
              <a:t>Random Forest</a:t>
            </a:r>
            <a:endParaRPr sz="1000"/>
          </a:p>
        </p:txBody>
      </p:sp>
      <p:sp>
        <p:nvSpPr>
          <p:cNvPr id="42" name="Text 42">
            <a:extLst xmlns:a="http://schemas.openxmlformats.org/drawingml/2006/main">
              <a:ext uri="{FF2B5EF4-FFF2-40B4-BE49-F238E27FC236}">
                <a16:creationId xmlns:a16="http://schemas.microsoft.com/office/drawing/2014/main" id="{EED4B6E0-472C-43F5-94FA-5C5586CAC608}"/>
              </a:ext>
            </a:extLst>
          </p:cNvPr>
          <p:cNvSpPr>
            <a:spLocks xmlns:a="http://schemas.openxmlformats.org/drawingml/2006/main" noGrp="1"/>
          </p:cNvSpPr>
          <p:nvPr/>
        </p:nvSpPr>
        <p:spPr>
          <a:xfrm xmlns:a="http://schemas.openxmlformats.org/drawingml/2006/main">
            <a:off x="4591050" y="3524250"/>
            <a:ext cx="9715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900" b="0">
                <a:solidFill>
                  <a:srgbClr val="5D6873"/>
                </a:solidFill>
                <a:latin typeface="Arial"/>
                <a:ea typeface="Arial"/>
                <a:cs typeface="Arial"/>
              </a:rPr>
              <a:t>weighted ensemble</a:t>
            </a:r>
            <a:endParaRPr sz="900"/>
          </a:p>
          <a:p xmlns:a="http://schemas.openxmlformats.org/drawingml/2006/main">
            <a:pPr algn="ctr">
              <a:buNone/>
            </a:pPr>
            <a:r>
              <a:rPr sz="900" b="0">
                <a:solidFill>
                  <a:srgbClr val="5D6873"/>
                </a:solidFill>
                <a:latin typeface="Arial"/>
                <a:ea typeface="Arial"/>
                <a:cs typeface="Arial"/>
              </a:rPr>
              <a:t>of trees</a:t>
            </a:r>
            <a:endParaRPr sz="900"/>
          </a:p>
        </p:txBody>
      </p:sp>
      <p:sp>
        <p:nvSpPr>
          <p:cNvPr id="43" name="Shape 43">
            <a:extLst xmlns:a="http://schemas.openxmlformats.org/drawingml/2006/main">
              <a:ext uri="{FF2B5EF4-FFF2-40B4-BE49-F238E27FC236}">
                <a16:creationId xmlns:a16="http://schemas.microsoft.com/office/drawing/2014/main" id="{0065612A-5DB9-4150-97CC-38A5EE1219F3}"/>
              </a:ext>
            </a:extLst>
          </p:cNvPr>
          <p:cNvSpPr>
            <a:spLocks xmlns:a="http://schemas.openxmlformats.org/drawingml/2006/main" noGrp="1"/>
          </p:cNvSpPr>
          <p:nvPr/>
        </p:nvSpPr>
        <p:spPr>
          <a:xfrm xmlns:a="http://schemas.openxmlformats.org/drawingml/2006/main">
            <a:off x="685800" y="4114800"/>
            <a:ext cx="5162550" cy="495300"/>
          </a:xfrm>
          <a:prstGeom xmlns:a="http://schemas.openxmlformats.org/drawingml/2006/main" prst="roundRect">
            <a:avLst/>
          </a:prstGeom>
          <a:solidFill xmlns:a="http://schemas.openxmlformats.org/drawingml/2006/main">
            <a:srgbClr val="EAF5F0"/>
          </a:solidFill>
          <a:ln xmlns:a="http://schemas.openxmlformats.org/drawingml/2006/main" w="19050">
            <a:solidFill>
              <a:srgbClr val="1F7A5A"/>
            </a:solidFill>
          </a:ln>
        </p:spPr>
      </p:sp>
      <p:pic>
        <p:nvPicPr>
          <p:cNvPr id="164" name="Picture 44"/>
          <p:cNvPicPr>
            <a:picLocks xmlns:a="http://schemas.openxmlformats.org/drawingml/2006/main" noChangeAspect="1"/>
          </p:cNvPicPr>
          <p:nvPr/>
        </p:nvPicPr>
        <p:blipFill>
          <a:blip xmlns:r="http://schemas.openxmlformats.org/officeDocument/2006/relationships" xmlns:a="http://schemas.openxmlformats.org/drawingml/2006/main" r:embed="R2e898ca25ce7450a"/>
          <a:stretch xmlns:a="http://schemas.openxmlformats.org/drawingml/2006/main">
            <a:fillRect l="0" t="0" r="0" b="0"/>
          </a:stretch>
        </p:blipFill>
        <p:spPr>
          <a:xfrm xmlns:a="http://schemas.openxmlformats.org/drawingml/2006/main">
            <a:off x="838200" y="4219575"/>
            <a:ext cx="285750" cy="285750"/>
          </a:xfrm>
          <a:prstGeom xmlns:a="http://schemas.openxmlformats.org/drawingml/2006/main" prst="rect">
            <a:avLst/>
          </a:prstGeom>
          <a:ln xmlns:a="http://schemas.openxmlformats.org/drawingml/2006/main">
            <a:noFill/>
          </a:ln>
        </p:spPr>
      </p:pic>
      <p:sp>
        <p:nvSpPr>
          <p:cNvPr id="45" name="Text 45">
            <a:extLst xmlns:a="http://schemas.openxmlformats.org/drawingml/2006/main">
              <a:ext uri="{FF2B5EF4-FFF2-40B4-BE49-F238E27FC236}">
                <a16:creationId xmlns:a16="http://schemas.microsoft.com/office/drawing/2014/main" id="{99727CE6-9268-483A-B582-F119244476B0}"/>
              </a:ext>
            </a:extLst>
          </p:cNvPr>
          <p:cNvSpPr>
            <a:spLocks xmlns:a="http://schemas.openxmlformats.org/drawingml/2006/main" noGrp="1"/>
          </p:cNvSpPr>
          <p:nvPr/>
        </p:nvSpPr>
        <p:spPr>
          <a:xfrm xmlns:a="http://schemas.openxmlformats.org/drawingml/2006/main">
            <a:off x="1257300" y="4181475"/>
            <a:ext cx="12954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300" b="1" spc="70">
                <a:solidFill>
                  <a:srgbClr val="1F7A5A"/>
                </a:solidFill>
                <a:latin typeface="Arial"/>
                <a:ea typeface="Arial"/>
                <a:cs typeface="Arial"/>
                <a:hlinkClick xmlns:r="http://schemas.openxmlformats.org/officeDocument/2006/relationships" r:id="R562852375a264677"/>
              </a:rPr>
              <a:t>COMPOSITE</a:t>
            </a:r>
            <a:endParaRPr sz="1300"/>
          </a:p>
        </p:txBody>
      </p:sp>
      <p:sp>
        <p:nvSpPr>
          <p:cNvPr id="46" name="Text 46">
            <a:extLst xmlns:a="http://schemas.openxmlformats.org/drawingml/2006/main">
              <a:ext uri="{FF2B5EF4-FFF2-40B4-BE49-F238E27FC236}">
                <a16:creationId xmlns:a16="http://schemas.microsoft.com/office/drawing/2014/main" id="{617E1ADE-E5FF-482E-9C18-DCA82F709D5E}"/>
              </a:ext>
            </a:extLst>
          </p:cNvPr>
          <p:cNvSpPr>
            <a:spLocks xmlns:a="http://schemas.openxmlformats.org/drawingml/2006/main" noGrp="1"/>
          </p:cNvSpPr>
          <p:nvPr/>
        </p:nvSpPr>
        <p:spPr>
          <a:xfrm xmlns:a="http://schemas.openxmlformats.org/drawingml/2006/main">
            <a:off x="2571750" y="4181475"/>
            <a:ext cx="31051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17212B"/>
                </a:solidFill>
                <a:latin typeface="Arial"/>
                <a:ea typeface="Arial"/>
                <a:cs typeface="Arial"/>
              </a:rPr>
              <a:t>Ordered dispatch; every child artifact remains visible</a:t>
            </a:r>
            <a:endParaRPr sz="1200"/>
          </a:p>
        </p:txBody>
      </p:sp>
      <p:sp>
        <p:nvSpPr>
          <p:cNvPr id="47" name="Shape 47">
            <a:extLst xmlns:a="http://schemas.openxmlformats.org/drawingml/2006/main">
              <a:ext uri="{FF2B5EF4-FFF2-40B4-BE49-F238E27FC236}">
                <a16:creationId xmlns:a16="http://schemas.microsoft.com/office/drawing/2014/main" id="{2D61CF1D-7D9E-4B8D-B336-6256CF6DD800}"/>
              </a:ext>
            </a:extLst>
          </p:cNvPr>
          <p:cNvSpPr>
            <a:spLocks xmlns:a="http://schemas.openxmlformats.org/drawingml/2006/main" noGrp="1"/>
          </p:cNvSpPr>
          <p:nvPr/>
        </p:nvSpPr>
        <p:spPr>
          <a:xfrm xmlns:a="http://schemas.openxmlformats.org/drawingml/2006/main">
            <a:off x="685800" y="4762500"/>
            <a:ext cx="5162550" cy="609600"/>
          </a:xfrm>
          <a:prstGeom xmlns:a="http://schemas.openxmlformats.org/drawingml/2006/main" prst="roundRect">
            <a:avLst/>
          </a:prstGeom>
          <a:solidFill xmlns:a="http://schemas.openxmlformats.org/drawingml/2006/main">
            <a:srgbClr val="FFF4E3"/>
          </a:solidFill>
          <a:ln xmlns:a="http://schemas.openxmlformats.org/drawingml/2006/main" w="19050">
            <a:solidFill>
              <a:srgbClr val="B46B13"/>
            </a:solidFill>
          </a:ln>
        </p:spPr>
      </p:sp>
      <p:pic>
        <p:nvPicPr>
          <p:cNvPr id="168" name="Picture 48"/>
          <p:cNvPicPr>
            <a:picLocks xmlns:a="http://schemas.openxmlformats.org/drawingml/2006/main" noChangeAspect="1"/>
          </p:cNvPicPr>
          <p:nvPr/>
        </p:nvPicPr>
        <p:blipFill>
          <a:blip xmlns:r="http://schemas.openxmlformats.org/officeDocument/2006/relationships" xmlns:a="http://schemas.openxmlformats.org/drawingml/2006/main" r:embed="R7e9ba4907f134d36"/>
          <a:stretch xmlns:a="http://schemas.openxmlformats.org/drawingml/2006/main">
            <a:fillRect l="0" t="0" r="0" b="0"/>
          </a:stretch>
        </p:blipFill>
        <p:spPr>
          <a:xfrm xmlns:a="http://schemas.openxmlformats.org/drawingml/2006/main">
            <a:off x="838200" y="4924425"/>
            <a:ext cx="285750" cy="285750"/>
          </a:xfrm>
          <a:prstGeom xmlns:a="http://schemas.openxmlformats.org/drawingml/2006/main" prst="rect">
            <a:avLst/>
          </a:prstGeom>
          <a:ln xmlns:a="http://schemas.openxmlformats.org/drawingml/2006/main">
            <a:noFill/>
          </a:ln>
        </p:spPr>
      </p:pic>
      <p:sp>
        <p:nvSpPr>
          <p:cNvPr id="49" name="Connector 49">
            <a:extLst xmlns:a="http://schemas.openxmlformats.org/drawingml/2006/main">
              <a:ext uri="{FF2B5EF4-FFF2-40B4-BE49-F238E27FC236}">
                <a16:creationId xmlns:a16="http://schemas.microsoft.com/office/drawing/2014/main" id="{7EEDC155-2D88-4CD3-B76F-8087B11CAD1F}"/>
              </a:ext>
            </a:extLst>
          </p:cNvPr>
          <p:cNvSpPr>
            <a:spLocks xmlns:a="http://schemas.openxmlformats.org/drawingml/2006/main" noGrp="1"/>
          </p:cNvSpPr>
          <p:nvPr/>
        </p:nvSpPr>
        <p:spPr>
          <a:xfrm xmlns:a="http://schemas.openxmlformats.org/drawingml/2006/main">
            <a:off x="3267075" y="4610100"/>
            <a:ext cx="0" cy="152400"/>
          </a:xfrm>
          <a:prstGeom xmlns:a="http://schemas.openxmlformats.org/drawingml/2006/main" prst="line">
            <a:avLst/>
          </a:prstGeom>
          <a:ln xmlns:a="http://schemas.openxmlformats.org/drawingml/2006/main" w="25400">
            <a:solidFill>
              <a:srgbClr val="B46B13"/>
            </a:solidFill>
          </a:ln>
        </p:spPr>
      </p:sp>
      <p:sp>
        <p:nvSpPr>
          <p:cNvPr id="50" name="Text 50">
            <a:extLst xmlns:a="http://schemas.openxmlformats.org/drawingml/2006/main">
              <a:ext uri="{FF2B5EF4-FFF2-40B4-BE49-F238E27FC236}">
                <a16:creationId xmlns:a16="http://schemas.microsoft.com/office/drawing/2014/main" id="{F23A44A1-7A5D-47DB-9171-37B40E9CCAD9}"/>
              </a:ext>
            </a:extLst>
          </p:cNvPr>
          <p:cNvSpPr>
            <a:spLocks xmlns:a="http://schemas.openxmlformats.org/drawingml/2006/main" noGrp="1"/>
          </p:cNvSpPr>
          <p:nvPr/>
        </p:nvSpPr>
        <p:spPr>
          <a:xfrm xmlns:a="http://schemas.openxmlformats.org/drawingml/2006/main">
            <a:off x="1257300" y="4829175"/>
            <a:ext cx="23241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30">
                <a:solidFill>
                  <a:srgbClr val="B46B13"/>
                </a:solidFill>
                <a:latin typeface="Arial"/>
                <a:ea typeface="Arial"/>
                <a:cs typeface="Arial"/>
                <a:hlinkClick xmlns:r="http://schemas.openxmlformats.org/officeDocument/2006/relationships" r:id="R505695d0bc3c4077"/>
              </a:rPr>
              <a:t>CALIBRATED LATE FUSION</a:t>
            </a:r>
            <a:endParaRPr sz="1100"/>
          </a:p>
        </p:txBody>
      </p:sp>
      <p:sp>
        <p:nvSpPr>
          <p:cNvPr id="51" name="Text 51">
            <a:extLst xmlns:a="http://schemas.openxmlformats.org/drawingml/2006/main">
              <a:ext uri="{FF2B5EF4-FFF2-40B4-BE49-F238E27FC236}">
                <a16:creationId xmlns:a16="http://schemas.microsoft.com/office/drawing/2014/main" id="{BB3CD383-B5C2-4786-8691-A0ED7F2F2634}"/>
              </a:ext>
            </a:extLst>
          </p:cNvPr>
          <p:cNvSpPr>
            <a:spLocks xmlns:a="http://schemas.openxmlformats.org/drawingml/2006/main" noGrp="1"/>
          </p:cNvSpPr>
          <p:nvPr/>
        </p:nvSpPr>
        <p:spPr>
          <a:xfrm xmlns:a="http://schemas.openxmlformats.org/drawingml/2006/main">
            <a:off x="1257300" y="5067300"/>
            <a:ext cx="44005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50" b="0">
                <a:solidFill>
                  <a:srgbClr val="17212B"/>
                </a:solidFill>
                <a:latin typeface="Arial"/>
                <a:ea typeface="Arial"/>
                <a:cs typeface="Arial"/>
              </a:rPr>
              <a:t>Target: normalize semantics → weight → emit one additional artifact</a:t>
            </a:r>
            <a:endParaRPr sz="1050"/>
          </a:p>
        </p:txBody>
      </p:sp>
      <p:sp>
        <p:nvSpPr>
          <p:cNvPr id="52" name="Shape 52">
            <a:extLst xmlns:a="http://schemas.openxmlformats.org/drawingml/2006/main">
              <a:ext uri="{FF2B5EF4-FFF2-40B4-BE49-F238E27FC236}">
                <a16:creationId xmlns:a16="http://schemas.microsoft.com/office/drawing/2014/main" id="{7C3B33AE-1391-49E8-A685-D12EE57F7AE3}"/>
              </a:ext>
            </a:extLst>
          </p:cNvPr>
          <p:cNvSpPr>
            <a:spLocks xmlns:a="http://schemas.openxmlformats.org/drawingml/2006/main" noGrp="1"/>
          </p:cNvSpPr>
          <p:nvPr/>
        </p:nvSpPr>
        <p:spPr>
          <a:xfrm xmlns:a="http://schemas.openxmlformats.org/drawingml/2006/main">
            <a:off x="6115050" y="1695450"/>
            <a:ext cx="2419350" cy="400050"/>
          </a:xfrm>
          <a:prstGeom xmlns:a="http://schemas.openxmlformats.org/drawingml/2006/main" prst="roundRect">
            <a:avLst/>
          </a:prstGeom>
          <a:solidFill xmlns:a="http://schemas.openxmlformats.org/drawingml/2006/main">
            <a:srgbClr val="EAF1F7"/>
          </a:solidFill>
          <a:ln xmlns:a="http://schemas.openxmlformats.org/drawingml/2006/main" w="19050">
            <a:solidFill>
              <a:srgbClr val="2A5B84"/>
            </a:solidFill>
          </a:ln>
        </p:spPr>
      </p:sp>
      <p:sp>
        <p:nvSpPr>
          <p:cNvPr id="53" name="Text 53">
            <a:extLst xmlns:a="http://schemas.openxmlformats.org/drawingml/2006/main">
              <a:ext uri="{FF2B5EF4-FFF2-40B4-BE49-F238E27FC236}">
                <a16:creationId xmlns:a16="http://schemas.microsoft.com/office/drawing/2014/main" id="{01FCD8F1-3D72-4F01-B346-0F249A3368F6}"/>
              </a:ext>
            </a:extLst>
          </p:cNvPr>
          <p:cNvSpPr>
            <a:spLocks xmlns:a="http://schemas.openxmlformats.org/drawingml/2006/main" noGrp="1"/>
          </p:cNvSpPr>
          <p:nvPr/>
        </p:nvSpPr>
        <p:spPr>
          <a:xfrm xmlns:a="http://schemas.openxmlformats.org/drawingml/2006/main">
            <a:off x="6286500" y="1771650"/>
            <a:ext cx="20764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spc="80">
                <a:solidFill>
                  <a:srgbClr val="2A5B84"/>
                </a:solidFill>
                <a:latin typeface="Arial"/>
                <a:ea typeface="Arial"/>
                <a:cs typeface="Arial"/>
              </a:rPr>
              <a:t>STAGE 2 · GROUND</a:t>
            </a:r>
            <a:endParaRPr sz="1400"/>
          </a:p>
        </p:txBody>
      </p:sp>
      <p:sp>
        <p:nvSpPr>
          <p:cNvPr id="54" name="Shape 54">
            <a:extLst xmlns:a="http://schemas.openxmlformats.org/drawingml/2006/main">
              <a:ext uri="{FF2B5EF4-FFF2-40B4-BE49-F238E27FC236}">
                <a16:creationId xmlns:a16="http://schemas.microsoft.com/office/drawing/2014/main" id="{3ED91531-C485-4398-BFAD-B4D776C6A9BD}"/>
              </a:ext>
            </a:extLst>
          </p:cNvPr>
          <p:cNvSpPr>
            <a:spLocks xmlns:a="http://schemas.openxmlformats.org/drawingml/2006/main" noGrp="1"/>
          </p:cNvSpPr>
          <p:nvPr/>
        </p:nvSpPr>
        <p:spPr>
          <a:xfrm xmlns:a="http://schemas.openxmlformats.org/drawingml/2006/main">
            <a:off x="6248400" y="2247900"/>
            <a:ext cx="2152650" cy="4953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2A5B84"/>
            </a:solidFill>
          </a:ln>
        </p:spPr>
      </p:sp>
      <p:pic>
        <p:nvPicPr>
          <p:cNvPr id="175" name="Picture 55"/>
          <p:cNvPicPr>
            <a:picLocks xmlns:a="http://schemas.openxmlformats.org/drawingml/2006/main" noChangeAspect="1"/>
          </p:cNvPicPr>
          <p:nvPr/>
        </p:nvPicPr>
        <p:blipFill>
          <a:blip xmlns:r="http://schemas.openxmlformats.org/officeDocument/2006/relationships" xmlns:a="http://schemas.openxmlformats.org/drawingml/2006/main" r:embed="R8bca3b9ba5304583"/>
          <a:stretch xmlns:a="http://schemas.openxmlformats.org/drawingml/2006/main">
            <a:fillRect l="0" t="0" r="0" b="0"/>
          </a:stretch>
        </p:blipFill>
        <p:spPr>
          <a:xfrm xmlns:a="http://schemas.openxmlformats.org/drawingml/2006/main">
            <a:off x="6381750" y="2352675"/>
            <a:ext cx="285750" cy="285750"/>
          </a:xfrm>
          <a:prstGeom xmlns:a="http://schemas.openxmlformats.org/drawingml/2006/main" prst="rect">
            <a:avLst/>
          </a:prstGeom>
          <a:ln xmlns:a="http://schemas.openxmlformats.org/drawingml/2006/main">
            <a:noFill/>
          </a:ln>
        </p:spPr>
      </p:pic>
      <p:sp>
        <p:nvSpPr>
          <p:cNvPr id="56" name="Text 56">
            <a:extLst xmlns:a="http://schemas.openxmlformats.org/drawingml/2006/main">
              <a:ext uri="{FF2B5EF4-FFF2-40B4-BE49-F238E27FC236}">
                <a16:creationId xmlns:a16="http://schemas.microsoft.com/office/drawing/2014/main" id="{9A741B6F-ADF3-4A02-A2BA-237255F8B499}"/>
              </a:ext>
            </a:extLst>
          </p:cNvPr>
          <p:cNvSpPr>
            <a:spLocks xmlns:a="http://schemas.openxmlformats.org/drawingml/2006/main" noGrp="1"/>
          </p:cNvSpPr>
          <p:nvPr/>
        </p:nvSpPr>
        <p:spPr>
          <a:xfrm xmlns:a="http://schemas.openxmlformats.org/drawingml/2006/main">
            <a:off x="6800850" y="2314575"/>
            <a:ext cx="142875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50" b="1">
                <a:solidFill>
                  <a:srgbClr val="17212B"/>
                </a:solidFill>
                <a:latin typeface="Arial"/>
                <a:ea typeface="Arial"/>
                <a:cs typeface="Arial"/>
              </a:rPr>
              <a:t>PolicyKnowledgePort</a:t>
            </a:r>
            <a:endParaRPr sz="1050"/>
          </a:p>
        </p:txBody>
      </p:sp>
      <p:sp>
        <p:nvSpPr>
          <p:cNvPr id="57" name="Connector 57">
            <a:extLst xmlns:a="http://schemas.openxmlformats.org/drawingml/2006/main">
              <a:ext uri="{FF2B5EF4-FFF2-40B4-BE49-F238E27FC236}">
                <a16:creationId xmlns:a16="http://schemas.microsoft.com/office/drawing/2014/main" id="{C01ACBA7-B26B-4CD9-8145-D153BA6FB4AC}"/>
              </a:ext>
            </a:extLst>
          </p:cNvPr>
          <p:cNvSpPr>
            <a:spLocks xmlns:a="http://schemas.openxmlformats.org/drawingml/2006/main" noGrp="1"/>
          </p:cNvSpPr>
          <p:nvPr/>
        </p:nvSpPr>
        <p:spPr>
          <a:xfrm xmlns:a="http://schemas.openxmlformats.org/drawingml/2006/main">
            <a:off x="7324725" y="2743200"/>
            <a:ext cx="0" cy="114300"/>
          </a:xfrm>
          <a:prstGeom xmlns:a="http://schemas.openxmlformats.org/drawingml/2006/main" prst="line">
            <a:avLst/>
          </a:prstGeom>
          <a:ln xmlns:a="http://schemas.openxmlformats.org/drawingml/2006/main" w="25400">
            <a:solidFill>
              <a:srgbClr val="2A5B84"/>
            </a:solidFill>
          </a:ln>
        </p:spPr>
      </p:sp>
      <p:sp>
        <p:nvSpPr>
          <p:cNvPr id="58" name="Connector 58">
            <a:extLst xmlns:a="http://schemas.openxmlformats.org/drawingml/2006/main">
              <a:ext uri="{FF2B5EF4-FFF2-40B4-BE49-F238E27FC236}">
                <a16:creationId xmlns:a16="http://schemas.microsoft.com/office/drawing/2014/main" id="{316F5D9B-A65A-4A77-916A-2028B141CE62}"/>
              </a:ext>
            </a:extLst>
          </p:cNvPr>
          <p:cNvSpPr>
            <a:spLocks xmlns:a="http://schemas.openxmlformats.org/drawingml/2006/main" noGrp="1"/>
          </p:cNvSpPr>
          <p:nvPr/>
        </p:nvSpPr>
        <p:spPr>
          <a:xfrm xmlns:a="http://schemas.openxmlformats.org/drawingml/2006/main" flipH="1">
            <a:off x="6134100" y="2857500"/>
            <a:ext cx="1190625" cy="0"/>
          </a:xfrm>
          <a:prstGeom xmlns:a="http://schemas.openxmlformats.org/drawingml/2006/main" prst="line">
            <a:avLst/>
          </a:prstGeom>
          <a:ln xmlns:a="http://schemas.openxmlformats.org/drawingml/2006/main" w="25400">
            <a:solidFill>
              <a:srgbClr val="2A5B84"/>
            </a:solidFill>
          </a:ln>
        </p:spPr>
      </p:sp>
      <p:sp>
        <p:nvSpPr>
          <p:cNvPr id="59" name="Connector 59">
            <a:extLst xmlns:a="http://schemas.openxmlformats.org/drawingml/2006/main">
              <a:ext uri="{FF2B5EF4-FFF2-40B4-BE49-F238E27FC236}">
                <a16:creationId xmlns:a16="http://schemas.microsoft.com/office/drawing/2014/main" id="{2CCD8611-3DED-49CF-A1ED-4F56A3ADA407}"/>
              </a:ext>
            </a:extLst>
          </p:cNvPr>
          <p:cNvSpPr>
            <a:spLocks xmlns:a="http://schemas.openxmlformats.org/drawingml/2006/main" noGrp="1"/>
          </p:cNvSpPr>
          <p:nvPr/>
        </p:nvSpPr>
        <p:spPr>
          <a:xfrm xmlns:a="http://schemas.openxmlformats.org/drawingml/2006/main">
            <a:off x="6134100" y="2857500"/>
            <a:ext cx="0" cy="1466850"/>
          </a:xfrm>
          <a:prstGeom xmlns:a="http://schemas.openxmlformats.org/drawingml/2006/main" prst="line">
            <a:avLst/>
          </a:prstGeom>
          <a:ln xmlns:a="http://schemas.openxmlformats.org/drawingml/2006/main" w="25400">
            <a:solidFill>
              <a:srgbClr val="2A5B84"/>
            </a:solidFill>
          </a:ln>
        </p:spPr>
      </p:sp>
      <p:sp>
        <p:nvSpPr>
          <p:cNvPr id="60" name="Connector 60">
            <a:extLst xmlns:a="http://schemas.openxmlformats.org/drawingml/2006/main">
              <a:ext uri="{FF2B5EF4-FFF2-40B4-BE49-F238E27FC236}">
                <a16:creationId xmlns:a16="http://schemas.microsoft.com/office/drawing/2014/main" id="{D06A5DEA-B508-4657-956D-685852F7304C}"/>
              </a:ext>
            </a:extLst>
          </p:cNvPr>
          <p:cNvSpPr>
            <a:spLocks xmlns:a="http://schemas.openxmlformats.org/drawingml/2006/main" noGrp="1"/>
          </p:cNvSpPr>
          <p:nvPr/>
        </p:nvSpPr>
        <p:spPr>
          <a:xfrm xmlns:a="http://schemas.openxmlformats.org/drawingml/2006/main">
            <a:off x="6134100" y="3343275"/>
            <a:ext cx="114300" cy="0"/>
          </a:xfrm>
          <a:prstGeom xmlns:a="http://schemas.openxmlformats.org/drawingml/2006/main" prst="line">
            <a:avLst/>
          </a:prstGeom>
          <a:ln xmlns:a="http://schemas.openxmlformats.org/drawingml/2006/main" w="25400">
            <a:solidFill>
              <a:srgbClr val="2A5B84"/>
            </a:solidFill>
          </a:ln>
        </p:spPr>
      </p:sp>
      <p:sp>
        <p:nvSpPr>
          <p:cNvPr id="61" name="Connector 61">
            <a:extLst xmlns:a="http://schemas.openxmlformats.org/drawingml/2006/main">
              <a:ext uri="{FF2B5EF4-FFF2-40B4-BE49-F238E27FC236}">
                <a16:creationId xmlns:a16="http://schemas.microsoft.com/office/drawing/2014/main" id="{66C28480-1EDB-49E9-99AB-E51E389F645F}"/>
              </a:ext>
            </a:extLst>
          </p:cNvPr>
          <p:cNvSpPr>
            <a:spLocks xmlns:a="http://schemas.openxmlformats.org/drawingml/2006/main" noGrp="1"/>
          </p:cNvSpPr>
          <p:nvPr/>
        </p:nvSpPr>
        <p:spPr>
          <a:xfrm xmlns:a="http://schemas.openxmlformats.org/drawingml/2006/main">
            <a:off x="6134100" y="4324350"/>
            <a:ext cx="114300" cy="0"/>
          </a:xfrm>
          <a:prstGeom xmlns:a="http://schemas.openxmlformats.org/drawingml/2006/main" prst="line">
            <a:avLst/>
          </a:prstGeom>
          <a:ln xmlns:a="http://schemas.openxmlformats.org/drawingml/2006/main" w="25400">
            <a:solidFill>
              <a:srgbClr val="2A5B84"/>
            </a:solidFill>
          </a:ln>
        </p:spPr>
      </p:sp>
      <p:sp>
        <p:nvSpPr>
          <p:cNvPr id="62" name="Shape 62">
            <a:extLst xmlns:a="http://schemas.openxmlformats.org/drawingml/2006/main">
              <a:ext uri="{FF2B5EF4-FFF2-40B4-BE49-F238E27FC236}">
                <a16:creationId xmlns:a16="http://schemas.microsoft.com/office/drawing/2014/main" id="{75203B8E-C201-451D-9F39-9043977DD089}"/>
              </a:ext>
            </a:extLst>
          </p:cNvPr>
          <p:cNvSpPr>
            <a:spLocks xmlns:a="http://schemas.openxmlformats.org/drawingml/2006/main" noGrp="1"/>
          </p:cNvSpPr>
          <p:nvPr/>
        </p:nvSpPr>
        <p:spPr>
          <a:xfrm xmlns:a="http://schemas.openxmlformats.org/drawingml/2006/main">
            <a:off x="6248400" y="2971800"/>
            <a:ext cx="2152650" cy="7429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83" name="Picture 63"/>
          <p:cNvPicPr>
            <a:picLocks xmlns:a="http://schemas.openxmlformats.org/drawingml/2006/main" noChangeAspect="1"/>
          </p:cNvPicPr>
          <p:nvPr/>
        </p:nvPicPr>
        <p:blipFill>
          <a:blip xmlns:r="http://schemas.openxmlformats.org/officeDocument/2006/relationships" xmlns:a="http://schemas.openxmlformats.org/drawingml/2006/main" r:embed="Rcca7626da57341a2"/>
          <a:stretch xmlns:a="http://schemas.openxmlformats.org/drawingml/2006/main">
            <a:fillRect l="0" t="0" r="0" b="0"/>
          </a:stretch>
        </p:blipFill>
        <p:spPr>
          <a:xfrm xmlns:a="http://schemas.openxmlformats.org/drawingml/2006/main">
            <a:off x="6400800" y="3143250"/>
            <a:ext cx="285750" cy="285750"/>
          </a:xfrm>
          <a:prstGeom xmlns:a="http://schemas.openxmlformats.org/drawingml/2006/main" prst="rect">
            <a:avLst/>
          </a:prstGeom>
          <a:ln xmlns:a="http://schemas.openxmlformats.org/drawingml/2006/main">
            <a:noFill/>
          </a:ln>
        </p:spPr>
      </p:pic>
      <p:sp>
        <p:nvSpPr>
          <p:cNvPr id="64" name="Shape 64">
            <a:extLst xmlns:a="http://schemas.openxmlformats.org/drawingml/2006/main">
              <a:ext uri="{FF2B5EF4-FFF2-40B4-BE49-F238E27FC236}">
                <a16:creationId xmlns:a16="http://schemas.microsoft.com/office/drawing/2014/main" id="{37DFB8F5-ED88-45EF-972A-DFC920B438EE}"/>
              </a:ext>
            </a:extLst>
          </p:cNvPr>
          <p:cNvSpPr>
            <a:spLocks xmlns:a="http://schemas.openxmlformats.org/drawingml/2006/main" noGrp="1"/>
          </p:cNvSpPr>
          <p:nvPr/>
        </p:nvSpPr>
        <p:spPr>
          <a:xfrm xmlns:a="http://schemas.openxmlformats.org/drawingml/2006/main">
            <a:off x="8153400" y="306705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65" name="Text 65">
            <a:extLst xmlns:a="http://schemas.openxmlformats.org/drawingml/2006/main">
              <a:ext uri="{FF2B5EF4-FFF2-40B4-BE49-F238E27FC236}">
                <a16:creationId xmlns:a16="http://schemas.microsoft.com/office/drawing/2014/main" id="{1E8939E6-842A-4C10-A7C7-A0381D098C9D}"/>
              </a:ext>
            </a:extLst>
          </p:cNvPr>
          <p:cNvSpPr>
            <a:spLocks xmlns:a="http://schemas.openxmlformats.org/drawingml/2006/main" noGrp="1"/>
          </p:cNvSpPr>
          <p:nvPr/>
        </p:nvSpPr>
        <p:spPr>
          <a:xfrm xmlns:a="http://schemas.openxmlformats.org/drawingml/2006/main">
            <a:off x="6724650" y="3057525"/>
            <a:ext cx="15811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7212B"/>
                </a:solidFill>
                <a:latin typeface="Arial"/>
                <a:ea typeface="Arial"/>
                <a:cs typeface="Arial"/>
              </a:rPr>
              <a:t>Static</a:t>
            </a:r>
            <a:endParaRPr sz="1300"/>
          </a:p>
        </p:txBody>
      </p:sp>
      <p:sp>
        <p:nvSpPr>
          <p:cNvPr id="66" name="Text 66">
            <a:extLst xmlns:a="http://schemas.openxmlformats.org/drawingml/2006/main">
              <a:ext uri="{FF2B5EF4-FFF2-40B4-BE49-F238E27FC236}">
                <a16:creationId xmlns:a16="http://schemas.microsoft.com/office/drawing/2014/main" id="{7EC17222-F411-4B7D-9635-ED961C601445}"/>
              </a:ext>
            </a:extLst>
          </p:cNvPr>
          <p:cNvSpPr>
            <a:spLocks xmlns:a="http://schemas.openxmlformats.org/drawingml/2006/main" noGrp="1"/>
          </p:cNvSpPr>
          <p:nvPr/>
        </p:nvSpPr>
        <p:spPr>
          <a:xfrm xmlns:a="http://schemas.openxmlformats.org/drawingml/2006/main">
            <a:off x="6724650" y="3333750"/>
            <a:ext cx="15811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50" b="0">
                <a:solidFill>
                  <a:srgbClr val="5D6873"/>
                </a:solidFill>
                <a:latin typeface="Arial"/>
                <a:ea typeface="Arial"/>
                <a:cs typeface="Arial"/>
              </a:rPr>
              <a:t>offline policy baseline</a:t>
            </a:r>
            <a:endParaRPr sz="1050"/>
          </a:p>
        </p:txBody>
      </p:sp>
      <p:sp>
        <p:nvSpPr>
          <p:cNvPr id="67" name="Shape 67">
            <a:extLst xmlns:a="http://schemas.openxmlformats.org/drawingml/2006/main">
              <a:ext uri="{FF2B5EF4-FFF2-40B4-BE49-F238E27FC236}">
                <a16:creationId xmlns:a16="http://schemas.microsoft.com/office/drawing/2014/main" id="{4F0DB5C5-40B9-4FE4-B164-5F3BC906C715}"/>
              </a:ext>
            </a:extLst>
          </p:cNvPr>
          <p:cNvSpPr>
            <a:spLocks xmlns:a="http://schemas.openxmlformats.org/drawingml/2006/main" noGrp="1"/>
          </p:cNvSpPr>
          <p:nvPr/>
        </p:nvSpPr>
        <p:spPr>
          <a:xfrm xmlns:a="http://schemas.openxmlformats.org/drawingml/2006/main">
            <a:off x="6248400" y="3867150"/>
            <a:ext cx="2152650" cy="914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88" name="Picture 68"/>
          <p:cNvPicPr>
            <a:picLocks xmlns:a="http://schemas.openxmlformats.org/drawingml/2006/main" noChangeAspect="1"/>
          </p:cNvPicPr>
          <p:nvPr/>
        </p:nvPicPr>
        <p:blipFill>
          <a:blip xmlns:r="http://schemas.openxmlformats.org/officeDocument/2006/relationships" xmlns:a="http://schemas.openxmlformats.org/drawingml/2006/main" r:embed="Rc09c78de9a4c4423"/>
          <a:stretch xmlns:a="http://schemas.openxmlformats.org/drawingml/2006/main">
            <a:fillRect l="0" t="0" r="0" b="0"/>
          </a:stretch>
        </p:blipFill>
        <p:spPr>
          <a:xfrm xmlns:a="http://schemas.openxmlformats.org/drawingml/2006/main">
            <a:off x="6400800" y="4095750"/>
            <a:ext cx="285750" cy="285750"/>
          </a:xfrm>
          <a:prstGeom xmlns:a="http://schemas.openxmlformats.org/drawingml/2006/main" prst="rect">
            <a:avLst/>
          </a:prstGeom>
          <a:ln xmlns:a="http://schemas.openxmlformats.org/drawingml/2006/main">
            <a:noFill/>
          </a:ln>
        </p:spPr>
      </p:pic>
      <p:sp>
        <p:nvSpPr>
          <p:cNvPr id="69" name="Shape 69">
            <a:extLst xmlns:a="http://schemas.openxmlformats.org/drawingml/2006/main">
              <a:ext uri="{FF2B5EF4-FFF2-40B4-BE49-F238E27FC236}">
                <a16:creationId xmlns:a16="http://schemas.microsoft.com/office/drawing/2014/main" id="{F4A2EEAB-F4D3-40D3-B523-5DB797DE46D6}"/>
              </a:ext>
            </a:extLst>
          </p:cNvPr>
          <p:cNvSpPr>
            <a:spLocks xmlns:a="http://schemas.openxmlformats.org/drawingml/2006/main" noGrp="1"/>
          </p:cNvSpPr>
          <p:nvPr/>
        </p:nvSpPr>
        <p:spPr>
          <a:xfrm xmlns:a="http://schemas.openxmlformats.org/drawingml/2006/main">
            <a:off x="8153400" y="39624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70" name="Text 70">
            <a:extLst xmlns:a="http://schemas.openxmlformats.org/drawingml/2006/main">
              <a:ext uri="{FF2B5EF4-FFF2-40B4-BE49-F238E27FC236}">
                <a16:creationId xmlns:a16="http://schemas.microsoft.com/office/drawing/2014/main" id="{B762D5E1-8D70-453B-989C-D18C9DFB5E28}"/>
              </a:ext>
            </a:extLst>
          </p:cNvPr>
          <p:cNvSpPr>
            <a:spLocks xmlns:a="http://schemas.openxmlformats.org/drawingml/2006/main" noGrp="1"/>
          </p:cNvSpPr>
          <p:nvPr/>
        </p:nvSpPr>
        <p:spPr>
          <a:xfrm xmlns:a="http://schemas.openxmlformats.org/drawingml/2006/main">
            <a:off x="6724650" y="3971925"/>
            <a:ext cx="158115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17212B"/>
                </a:solidFill>
                <a:latin typeface="Arial"/>
                <a:ea typeface="Arial"/>
                <a:cs typeface="Arial"/>
              </a:rPr>
              <a:t>pgvector + MiniLM</a:t>
            </a:r>
            <a:endParaRPr sz="1200"/>
          </a:p>
        </p:txBody>
      </p:sp>
      <p:sp>
        <p:nvSpPr>
          <p:cNvPr id="71" name="Text 71">
            <a:extLst xmlns:a="http://schemas.openxmlformats.org/drawingml/2006/main">
              <a:ext uri="{FF2B5EF4-FFF2-40B4-BE49-F238E27FC236}">
                <a16:creationId xmlns:a16="http://schemas.microsoft.com/office/drawing/2014/main" id="{69BFF479-9796-4763-A1E0-14AB2DC93408}"/>
              </a:ext>
            </a:extLst>
          </p:cNvPr>
          <p:cNvSpPr>
            <a:spLocks xmlns:a="http://schemas.openxmlformats.org/drawingml/2006/main" noGrp="1"/>
          </p:cNvSpPr>
          <p:nvPr/>
        </p:nvSpPr>
        <p:spPr>
          <a:xfrm xmlns:a="http://schemas.openxmlformats.org/drawingml/2006/main">
            <a:off x="6724650" y="4324350"/>
            <a:ext cx="158115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50" b="0">
                <a:solidFill>
                  <a:srgbClr val="5D6873"/>
                </a:solidFill>
                <a:latin typeface="Arial"/>
                <a:ea typeface="Arial"/>
                <a:cs typeface="Arial"/>
              </a:rPr>
              <a:t>local retrieval</a:t>
            </a:r>
            <a:endParaRPr sz="1050"/>
          </a:p>
          <a:p xmlns:a="http://schemas.openxmlformats.org/drawingml/2006/main">
            <a:pPr algn="l">
              <a:buNone/>
            </a:pPr>
            <a:r>
              <a:rPr sz="1050" b="0">
                <a:solidFill>
                  <a:srgbClr val="5D6873"/>
                </a:solidFill>
                <a:latin typeface="Arial"/>
                <a:ea typeface="Arial"/>
                <a:cs typeface="Arial"/>
              </a:rPr>
              <a:t>with source metadata</a:t>
            </a:r>
            <a:endParaRPr sz="1050"/>
          </a:p>
        </p:txBody>
      </p:sp>
      <p:sp>
        <p:nvSpPr>
          <p:cNvPr id="72" name="Shape 72">
            <a:extLst xmlns:a="http://schemas.openxmlformats.org/drawingml/2006/main">
              <a:ext uri="{FF2B5EF4-FFF2-40B4-BE49-F238E27FC236}">
                <a16:creationId xmlns:a16="http://schemas.microsoft.com/office/drawing/2014/main" id="{C235B3F5-ADC5-4BF5-9775-FA48023CC70B}"/>
              </a:ext>
            </a:extLst>
          </p:cNvPr>
          <p:cNvSpPr>
            <a:spLocks xmlns:a="http://schemas.openxmlformats.org/drawingml/2006/main" noGrp="1"/>
          </p:cNvSpPr>
          <p:nvPr/>
        </p:nvSpPr>
        <p:spPr>
          <a:xfrm xmlns:a="http://schemas.openxmlformats.org/drawingml/2006/main">
            <a:off x="6248400" y="4933950"/>
            <a:ext cx="2152650" cy="438150"/>
          </a:xfrm>
          <a:prstGeom xmlns:a="http://schemas.openxmlformats.org/drawingml/2006/main" prst="roundRect">
            <a:avLst/>
          </a:prstGeom>
          <a:solidFill xmlns:a="http://schemas.openxmlformats.org/drawingml/2006/main">
            <a:srgbClr val="EAF1F7"/>
          </a:solidFill>
          <a:ln xmlns:a="http://schemas.openxmlformats.org/drawingml/2006/main" w="12700">
            <a:solidFill>
              <a:srgbClr val="2A5B84"/>
            </a:solidFill>
          </a:ln>
        </p:spPr>
      </p:sp>
      <p:sp>
        <p:nvSpPr>
          <p:cNvPr id="73" name="Text 73">
            <a:extLst xmlns:a="http://schemas.openxmlformats.org/drawingml/2006/main">
              <a:ext uri="{FF2B5EF4-FFF2-40B4-BE49-F238E27FC236}">
                <a16:creationId xmlns:a16="http://schemas.microsoft.com/office/drawing/2014/main" id="{9FB87BBE-F41E-4ACA-AA87-2FA77F3A2993}"/>
              </a:ext>
            </a:extLst>
          </p:cNvPr>
          <p:cNvSpPr>
            <a:spLocks xmlns:a="http://schemas.openxmlformats.org/drawingml/2006/main" noGrp="1"/>
          </p:cNvSpPr>
          <p:nvPr/>
        </p:nvSpPr>
        <p:spPr>
          <a:xfrm xmlns:a="http://schemas.openxmlformats.org/drawingml/2006/main">
            <a:off x="6400800" y="5010150"/>
            <a:ext cx="18478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100" b="1">
                <a:solidFill>
                  <a:srgbClr val="2A5B84"/>
                </a:solidFill>
                <a:latin typeface="Arial"/>
                <a:ea typeface="Arial"/>
                <a:cs typeface="Arial"/>
              </a:rPr>
              <a:t>PolicyEvidence + provenance</a:t>
            </a:r>
            <a:endParaRPr sz="1100"/>
          </a:p>
        </p:txBody>
      </p:sp>
      <p:sp>
        <p:nvSpPr>
          <p:cNvPr id="74" name="Shape 74">
            <a:extLst xmlns:a="http://schemas.openxmlformats.org/drawingml/2006/main">
              <a:ext uri="{FF2B5EF4-FFF2-40B4-BE49-F238E27FC236}">
                <a16:creationId xmlns:a16="http://schemas.microsoft.com/office/drawing/2014/main" id="{2585AA80-4067-4FBB-ACD8-38274DBE436D}"/>
              </a:ext>
            </a:extLst>
          </p:cNvPr>
          <p:cNvSpPr>
            <a:spLocks xmlns:a="http://schemas.openxmlformats.org/drawingml/2006/main" noGrp="1"/>
          </p:cNvSpPr>
          <p:nvPr/>
        </p:nvSpPr>
        <p:spPr>
          <a:xfrm xmlns:a="http://schemas.openxmlformats.org/drawingml/2006/main">
            <a:off x="8667750" y="1695450"/>
            <a:ext cx="2971800" cy="400050"/>
          </a:xfrm>
          <a:prstGeom xmlns:a="http://schemas.openxmlformats.org/drawingml/2006/main" prst="roundRect">
            <a:avLst/>
          </a:prstGeom>
          <a:solidFill xmlns:a="http://schemas.openxmlformats.org/drawingml/2006/main">
            <a:srgbClr val="FFF4E3"/>
          </a:solidFill>
          <a:ln xmlns:a="http://schemas.openxmlformats.org/drawingml/2006/main" w="19050">
            <a:solidFill>
              <a:srgbClr val="B46B13"/>
            </a:solidFill>
          </a:ln>
        </p:spPr>
      </p:sp>
      <p:sp>
        <p:nvSpPr>
          <p:cNvPr id="75" name="Text 75">
            <a:extLst xmlns:a="http://schemas.openxmlformats.org/drawingml/2006/main">
              <a:ext uri="{FF2B5EF4-FFF2-40B4-BE49-F238E27FC236}">
                <a16:creationId xmlns:a16="http://schemas.microsoft.com/office/drawing/2014/main" id="{90D6CEFF-67DC-4BCC-B9EF-D93A71E60761}"/>
              </a:ext>
            </a:extLst>
          </p:cNvPr>
          <p:cNvSpPr>
            <a:spLocks xmlns:a="http://schemas.openxmlformats.org/drawingml/2006/main" noGrp="1"/>
          </p:cNvSpPr>
          <p:nvPr/>
        </p:nvSpPr>
        <p:spPr>
          <a:xfrm xmlns:a="http://schemas.openxmlformats.org/drawingml/2006/main">
            <a:off x="8839200" y="1771650"/>
            <a:ext cx="26289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spc="80">
                <a:solidFill>
                  <a:srgbClr val="B46B13"/>
                </a:solidFill>
                <a:latin typeface="Arial"/>
                <a:ea typeface="Arial"/>
                <a:cs typeface="Arial"/>
              </a:rPr>
              <a:t>STAGE 3 · SYNTHESIZE</a:t>
            </a:r>
            <a:endParaRPr sz="1400"/>
          </a:p>
        </p:txBody>
      </p:sp>
      <p:sp>
        <p:nvSpPr>
          <p:cNvPr id="76" name="Shape 76">
            <a:extLst xmlns:a="http://schemas.openxmlformats.org/drawingml/2006/main">
              <a:ext uri="{FF2B5EF4-FFF2-40B4-BE49-F238E27FC236}">
                <a16:creationId xmlns:a16="http://schemas.microsoft.com/office/drawing/2014/main" id="{F05951A3-EE0F-4685-9AC1-6FAD119497AC}"/>
              </a:ext>
            </a:extLst>
          </p:cNvPr>
          <p:cNvSpPr>
            <a:spLocks xmlns:a="http://schemas.openxmlformats.org/drawingml/2006/main" noGrp="1"/>
          </p:cNvSpPr>
          <p:nvPr/>
        </p:nvSpPr>
        <p:spPr>
          <a:xfrm xmlns:a="http://schemas.openxmlformats.org/drawingml/2006/main">
            <a:off x="8801100" y="2247900"/>
            <a:ext cx="2705100" cy="4953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B46B13"/>
            </a:solidFill>
          </a:ln>
        </p:spPr>
      </p:sp>
      <p:pic>
        <p:nvPicPr>
          <p:cNvPr id="197" name="Picture 77"/>
          <p:cNvPicPr>
            <a:picLocks xmlns:a="http://schemas.openxmlformats.org/drawingml/2006/main" noChangeAspect="1"/>
          </p:cNvPicPr>
          <p:nvPr/>
        </p:nvPicPr>
        <p:blipFill>
          <a:blip xmlns:r="http://schemas.openxmlformats.org/officeDocument/2006/relationships" xmlns:a="http://schemas.openxmlformats.org/drawingml/2006/main" r:embed="R5f708538af0b44e3"/>
          <a:stretch xmlns:a="http://schemas.openxmlformats.org/drawingml/2006/main">
            <a:fillRect l="0" t="0" r="0" b="0"/>
          </a:stretch>
        </p:blipFill>
        <p:spPr>
          <a:xfrm xmlns:a="http://schemas.openxmlformats.org/drawingml/2006/main">
            <a:off x="8934450" y="2352675"/>
            <a:ext cx="285750" cy="285750"/>
          </a:xfrm>
          <a:prstGeom xmlns:a="http://schemas.openxmlformats.org/drawingml/2006/main" prst="rect">
            <a:avLst/>
          </a:prstGeom>
          <a:ln xmlns:a="http://schemas.openxmlformats.org/drawingml/2006/main">
            <a:noFill/>
          </a:ln>
        </p:spPr>
      </p:pic>
      <p:sp>
        <p:nvSpPr>
          <p:cNvPr id="78" name="Text 78">
            <a:extLst xmlns:a="http://schemas.openxmlformats.org/drawingml/2006/main">
              <a:ext uri="{FF2B5EF4-FFF2-40B4-BE49-F238E27FC236}">
                <a16:creationId xmlns:a16="http://schemas.microsoft.com/office/drawing/2014/main" id="{A4A87AE9-F552-436E-A7DF-8728C3BB61AA}"/>
              </a:ext>
            </a:extLst>
          </p:cNvPr>
          <p:cNvSpPr>
            <a:spLocks xmlns:a="http://schemas.openxmlformats.org/drawingml/2006/main" noGrp="1"/>
          </p:cNvSpPr>
          <p:nvPr/>
        </p:nvSpPr>
        <p:spPr>
          <a:xfrm xmlns:a="http://schemas.openxmlformats.org/drawingml/2006/main">
            <a:off x="9353550" y="2314575"/>
            <a:ext cx="19812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700" b="1">
                <a:solidFill>
                  <a:srgbClr val="17212B"/>
                </a:solidFill>
                <a:latin typeface="Arial"/>
                <a:ea typeface="Arial"/>
                <a:cs typeface="Arial"/>
              </a:rPr>
              <a:t>AnalysisModelPort</a:t>
            </a:r>
            <a:endParaRPr sz="1700"/>
          </a:p>
        </p:txBody>
      </p:sp>
      <p:sp>
        <p:nvSpPr>
          <p:cNvPr id="79" name="Connector 79">
            <a:extLst xmlns:a="http://schemas.openxmlformats.org/drawingml/2006/main">
              <a:ext uri="{FF2B5EF4-FFF2-40B4-BE49-F238E27FC236}">
                <a16:creationId xmlns:a16="http://schemas.microsoft.com/office/drawing/2014/main" id="{6EACB6BA-FA0E-49A9-8AAF-C6558641B5DD}"/>
              </a:ext>
            </a:extLst>
          </p:cNvPr>
          <p:cNvSpPr>
            <a:spLocks xmlns:a="http://schemas.openxmlformats.org/drawingml/2006/main" noGrp="1"/>
          </p:cNvSpPr>
          <p:nvPr/>
        </p:nvSpPr>
        <p:spPr>
          <a:xfrm xmlns:a="http://schemas.openxmlformats.org/drawingml/2006/main">
            <a:off x="10153650" y="2743200"/>
            <a:ext cx="0" cy="114300"/>
          </a:xfrm>
          <a:prstGeom xmlns:a="http://schemas.openxmlformats.org/drawingml/2006/main" prst="line">
            <a:avLst/>
          </a:prstGeom>
          <a:ln xmlns:a="http://schemas.openxmlformats.org/drawingml/2006/main" w="25400">
            <a:solidFill>
              <a:srgbClr val="B46B13"/>
            </a:solidFill>
          </a:ln>
        </p:spPr>
      </p:sp>
      <p:sp>
        <p:nvSpPr>
          <p:cNvPr id="80" name="Connector 80">
            <a:extLst xmlns:a="http://schemas.openxmlformats.org/drawingml/2006/main">
              <a:ext uri="{FF2B5EF4-FFF2-40B4-BE49-F238E27FC236}">
                <a16:creationId xmlns:a16="http://schemas.microsoft.com/office/drawing/2014/main" id="{52DE388C-2CE1-4B2C-9F3A-AB7F0C91E13E}"/>
              </a:ext>
            </a:extLst>
          </p:cNvPr>
          <p:cNvSpPr>
            <a:spLocks xmlns:a="http://schemas.openxmlformats.org/drawingml/2006/main" noGrp="1"/>
          </p:cNvSpPr>
          <p:nvPr/>
        </p:nvSpPr>
        <p:spPr>
          <a:xfrm xmlns:a="http://schemas.openxmlformats.org/drawingml/2006/main" flipH="1">
            <a:off x="8686800" y="2857500"/>
            <a:ext cx="1466850" cy="0"/>
          </a:xfrm>
          <a:prstGeom xmlns:a="http://schemas.openxmlformats.org/drawingml/2006/main" prst="line">
            <a:avLst/>
          </a:prstGeom>
          <a:ln xmlns:a="http://schemas.openxmlformats.org/drawingml/2006/main" w="25400">
            <a:solidFill>
              <a:srgbClr val="B46B13"/>
            </a:solidFill>
          </a:ln>
        </p:spPr>
      </p:sp>
      <p:sp>
        <p:nvSpPr>
          <p:cNvPr id="81" name="Connector 81">
            <a:extLst xmlns:a="http://schemas.openxmlformats.org/drawingml/2006/main">
              <a:ext uri="{FF2B5EF4-FFF2-40B4-BE49-F238E27FC236}">
                <a16:creationId xmlns:a16="http://schemas.microsoft.com/office/drawing/2014/main" id="{5872C4CB-FAE6-43AD-BEFE-333468C57F68}"/>
              </a:ext>
            </a:extLst>
          </p:cNvPr>
          <p:cNvSpPr>
            <a:spLocks xmlns:a="http://schemas.openxmlformats.org/drawingml/2006/main" noGrp="1"/>
          </p:cNvSpPr>
          <p:nvPr/>
        </p:nvSpPr>
        <p:spPr>
          <a:xfrm xmlns:a="http://schemas.openxmlformats.org/drawingml/2006/main">
            <a:off x="8686800" y="2857500"/>
            <a:ext cx="0" cy="2000250"/>
          </a:xfrm>
          <a:prstGeom xmlns:a="http://schemas.openxmlformats.org/drawingml/2006/main" prst="line">
            <a:avLst/>
          </a:prstGeom>
          <a:ln xmlns:a="http://schemas.openxmlformats.org/drawingml/2006/main" w="25400">
            <a:solidFill>
              <a:srgbClr val="B46B13"/>
            </a:solidFill>
          </a:ln>
        </p:spPr>
      </p:sp>
      <p:sp>
        <p:nvSpPr>
          <p:cNvPr id="82" name="Connector 82">
            <a:extLst xmlns:a="http://schemas.openxmlformats.org/drawingml/2006/main">
              <a:ext uri="{FF2B5EF4-FFF2-40B4-BE49-F238E27FC236}">
                <a16:creationId xmlns:a16="http://schemas.microsoft.com/office/drawing/2014/main" id="{FC2246A0-C01D-428E-ACA6-A0ECB13B2EBD}"/>
              </a:ext>
            </a:extLst>
          </p:cNvPr>
          <p:cNvSpPr>
            <a:spLocks xmlns:a="http://schemas.openxmlformats.org/drawingml/2006/main" noGrp="1"/>
          </p:cNvSpPr>
          <p:nvPr/>
        </p:nvSpPr>
        <p:spPr>
          <a:xfrm xmlns:a="http://schemas.openxmlformats.org/drawingml/2006/main">
            <a:off x="8686800" y="3295650"/>
            <a:ext cx="114300" cy="0"/>
          </a:xfrm>
          <a:prstGeom xmlns:a="http://schemas.openxmlformats.org/drawingml/2006/main" prst="line">
            <a:avLst/>
          </a:prstGeom>
          <a:ln xmlns:a="http://schemas.openxmlformats.org/drawingml/2006/main" w="25400">
            <a:solidFill>
              <a:srgbClr val="B46B13"/>
            </a:solidFill>
          </a:ln>
        </p:spPr>
      </p:sp>
      <p:sp>
        <p:nvSpPr>
          <p:cNvPr id="83" name="Connector 83">
            <a:extLst xmlns:a="http://schemas.openxmlformats.org/drawingml/2006/main">
              <a:ext uri="{FF2B5EF4-FFF2-40B4-BE49-F238E27FC236}">
                <a16:creationId xmlns:a16="http://schemas.microsoft.com/office/drawing/2014/main" id="{6BE644A9-60D6-4B67-AD3C-B88B81E4A546}"/>
              </a:ext>
            </a:extLst>
          </p:cNvPr>
          <p:cNvSpPr>
            <a:spLocks xmlns:a="http://schemas.openxmlformats.org/drawingml/2006/main" noGrp="1"/>
          </p:cNvSpPr>
          <p:nvPr/>
        </p:nvSpPr>
        <p:spPr>
          <a:xfrm xmlns:a="http://schemas.openxmlformats.org/drawingml/2006/main">
            <a:off x="8686800" y="4076700"/>
            <a:ext cx="114300" cy="0"/>
          </a:xfrm>
          <a:prstGeom xmlns:a="http://schemas.openxmlformats.org/drawingml/2006/main" prst="line">
            <a:avLst/>
          </a:prstGeom>
          <a:ln xmlns:a="http://schemas.openxmlformats.org/drawingml/2006/main" w="25400">
            <a:solidFill>
              <a:srgbClr val="B46B13"/>
            </a:solidFill>
          </a:ln>
        </p:spPr>
      </p:sp>
      <p:sp>
        <p:nvSpPr>
          <p:cNvPr id="84" name="Connector 84">
            <a:extLst xmlns:a="http://schemas.openxmlformats.org/drawingml/2006/main">
              <a:ext uri="{FF2B5EF4-FFF2-40B4-BE49-F238E27FC236}">
                <a16:creationId xmlns:a16="http://schemas.microsoft.com/office/drawing/2014/main" id="{301A8D97-16C8-4CE8-B12C-89CFC10AEA5D}"/>
              </a:ext>
            </a:extLst>
          </p:cNvPr>
          <p:cNvSpPr>
            <a:spLocks xmlns:a="http://schemas.openxmlformats.org/drawingml/2006/main" noGrp="1"/>
          </p:cNvSpPr>
          <p:nvPr/>
        </p:nvSpPr>
        <p:spPr>
          <a:xfrm xmlns:a="http://schemas.openxmlformats.org/drawingml/2006/main">
            <a:off x="8686800" y="4857750"/>
            <a:ext cx="114300" cy="0"/>
          </a:xfrm>
          <a:prstGeom xmlns:a="http://schemas.openxmlformats.org/drawingml/2006/main" prst="line">
            <a:avLst/>
          </a:prstGeom>
          <a:ln xmlns:a="http://schemas.openxmlformats.org/drawingml/2006/main" w="25400">
            <a:solidFill>
              <a:srgbClr val="B46B13"/>
            </a:solidFill>
          </a:ln>
        </p:spPr>
      </p:sp>
      <p:sp>
        <p:nvSpPr>
          <p:cNvPr id="85" name="Shape 85">
            <a:extLst xmlns:a="http://schemas.openxmlformats.org/drawingml/2006/main">
              <a:ext uri="{FF2B5EF4-FFF2-40B4-BE49-F238E27FC236}">
                <a16:creationId xmlns:a16="http://schemas.microsoft.com/office/drawing/2014/main" id="{0E1433F3-0E82-4713-92BF-DCE4FEF64C3F}"/>
              </a:ext>
            </a:extLst>
          </p:cNvPr>
          <p:cNvSpPr>
            <a:spLocks xmlns:a="http://schemas.openxmlformats.org/drawingml/2006/main" noGrp="1"/>
          </p:cNvSpPr>
          <p:nvPr/>
        </p:nvSpPr>
        <p:spPr>
          <a:xfrm xmlns:a="http://schemas.openxmlformats.org/drawingml/2006/main">
            <a:off x="8801100" y="2971800"/>
            <a:ext cx="2705100" cy="6477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206" name="Picture 86"/>
          <p:cNvPicPr>
            <a:picLocks xmlns:a="http://schemas.openxmlformats.org/drawingml/2006/main" noChangeAspect="1"/>
          </p:cNvPicPr>
          <p:nvPr/>
        </p:nvPicPr>
        <p:blipFill>
          <a:blip xmlns:r="http://schemas.openxmlformats.org/officeDocument/2006/relationships" xmlns:a="http://schemas.openxmlformats.org/drawingml/2006/main" r:embed="R7b6dcb0da3b34e77"/>
          <a:stretch xmlns:a="http://schemas.openxmlformats.org/drawingml/2006/main">
            <a:fillRect l="0" t="0" r="0" b="0"/>
          </a:stretch>
        </p:blipFill>
        <p:spPr>
          <a:xfrm xmlns:a="http://schemas.openxmlformats.org/drawingml/2006/main">
            <a:off x="8953500" y="3143250"/>
            <a:ext cx="285750" cy="285750"/>
          </a:xfrm>
          <a:prstGeom xmlns:a="http://schemas.openxmlformats.org/drawingml/2006/main" prst="rect">
            <a:avLst/>
          </a:prstGeom>
          <a:ln xmlns:a="http://schemas.openxmlformats.org/drawingml/2006/main">
            <a:noFill/>
          </a:ln>
        </p:spPr>
      </p:pic>
      <p:sp>
        <p:nvSpPr>
          <p:cNvPr id="87" name="Shape 87">
            <a:extLst xmlns:a="http://schemas.openxmlformats.org/drawingml/2006/main">
              <a:ext uri="{FF2B5EF4-FFF2-40B4-BE49-F238E27FC236}">
                <a16:creationId xmlns:a16="http://schemas.microsoft.com/office/drawing/2014/main" id="{29C65579-B397-48FB-8E5A-6E0AAA2B6BD8}"/>
              </a:ext>
            </a:extLst>
          </p:cNvPr>
          <p:cNvSpPr>
            <a:spLocks xmlns:a="http://schemas.openxmlformats.org/drawingml/2006/main" noGrp="1"/>
          </p:cNvSpPr>
          <p:nvPr/>
        </p:nvSpPr>
        <p:spPr>
          <a:xfrm xmlns:a="http://schemas.openxmlformats.org/drawingml/2006/main">
            <a:off x="11258550" y="306705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88" name="Text 88">
            <a:extLst xmlns:a="http://schemas.openxmlformats.org/drawingml/2006/main">
              <a:ext uri="{FF2B5EF4-FFF2-40B4-BE49-F238E27FC236}">
                <a16:creationId xmlns:a16="http://schemas.microsoft.com/office/drawing/2014/main" id="{64645CEA-23AC-42E8-9F67-81BD3AE035B9}"/>
              </a:ext>
            </a:extLst>
          </p:cNvPr>
          <p:cNvSpPr>
            <a:spLocks xmlns:a="http://schemas.openxmlformats.org/drawingml/2006/main" noGrp="1"/>
          </p:cNvSpPr>
          <p:nvPr/>
        </p:nvSpPr>
        <p:spPr>
          <a:xfrm xmlns:a="http://schemas.openxmlformats.org/drawingml/2006/main">
            <a:off x="9372600" y="3048000"/>
            <a:ext cx="17335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17212B"/>
                </a:solidFill>
                <a:latin typeface="Arial"/>
                <a:ea typeface="Arial"/>
                <a:cs typeface="Arial"/>
              </a:rPr>
              <a:t>Deterministic</a:t>
            </a:r>
            <a:endParaRPr sz="1400"/>
          </a:p>
        </p:txBody>
      </p:sp>
      <p:sp>
        <p:nvSpPr>
          <p:cNvPr id="89" name="Text 89">
            <a:extLst xmlns:a="http://schemas.openxmlformats.org/drawingml/2006/main">
              <a:ext uri="{FF2B5EF4-FFF2-40B4-BE49-F238E27FC236}">
                <a16:creationId xmlns:a16="http://schemas.microsoft.com/office/drawing/2014/main" id="{0B076CC7-F34E-48CB-8DBA-584F6B036CC3}"/>
              </a:ext>
            </a:extLst>
          </p:cNvPr>
          <p:cNvSpPr>
            <a:spLocks xmlns:a="http://schemas.openxmlformats.org/drawingml/2006/main" noGrp="1"/>
          </p:cNvSpPr>
          <p:nvPr/>
        </p:nvSpPr>
        <p:spPr>
          <a:xfrm xmlns:a="http://schemas.openxmlformats.org/drawingml/2006/main">
            <a:off x="9372600" y="3295650"/>
            <a:ext cx="18859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0">
                <a:solidFill>
                  <a:srgbClr val="5D6873"/>
                </a:solidFill>
                <a:latin typeface="Arial"/>
                <a:ea typeface="Arial"/>
                <a:cs typeface="Arial"/>
              </a:rPr>
              <a:t>offline acceptance baseline</a:t>
            </a:r>
            <a:endParaRPr sz="1100"/>
          </a:p>
        </p:txBody>
      </p:sp>
      <p:sp>
        <p:nvSpPr>
          <p:cNvPr id="90" name="Shape 90">
            <a:extLst xmlns:a="http://schemas.openxmlformats.org/drawingml/2006/main">
              <a:ext uri="{FF2B5EF4-FFF2-40B4-BE49-F238E27FC236}">
                <a16:creationId xmlns:a16="http://schemas.microsoft.com/office/drawing/2014/main" id="{944F5929-7E04-4743-85F6-3AA1106D4B8F}"/>
              </a:ext>
            </a:extLst>
          </p:cNvPr>
          <p:cNvSpPr>
            <a:spLocks xmlns:a="http://schemas.openxmlformats.org/drawingml/2006/main" noGrp="1"/>
          </p:cNvSpPr>
          <p:nvPr/>
        </p:nvSpPr>
        <p:spPr>
          <a:xfrm xmlns:a="http://schemas.openxmlformats.org/drawingml/2006/main">
            <a:off x="8801100" y="3752850"/>
            <a:ext cx="2705100" cy="6477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211" name="Picture 91"/>
          <p:cNvPicPr>
            <a:picLocks xmlns:a="http://schemas.openxmlformats.org/drawingml/2006/main" noChangeAspect="1"/>
          </p:cNvPicPr>
          <p:nvPr/>
        </p:nvPicPr>
        <p:blipFill>
          <a:blip xmlns:r="http://schemas.openxmlformats.org/officeDocument/2006/relationships" xmlns:a="http://schemas.openxmlformats.org/drawingml/2006/main" r:embed="Ra7500711dc05443e"/>
          <a:stretch xmlns:a="http://schemas.openxmlformats.org/drawingml/2006/main">
            <a:fillRect l="0" t="0" r="0" b="0"/>
          </a:stretch>
        </p:blipFill>
        <p:spPr>
          <a:xfrm xmlns:a="http://schemas.openxmlformats.org/drawingml/2006/main">
            <a:off x="8953500" y="3924300"/>
            <a:ext cx="285750" cy="285750"/>
          </a:xfrm>
          <a:prstGeom xmlns:a="http://schemas.openxmlformats.org/drawingml/2006/main" prst="rect">
            <a:avLst/>
          </a:prstGeom>
          <a:ln xmlns:a="http://schemas.openxmlformats.org/drawingml/2006/main">
            <a:noFill/>
          </a:ln>
        </p:spPr>
      </p:pic>
      <p:sp>
        <p:nvSpPr>
          <p:cNvPr id="92" name="Shape 92">
            <a:extLst xmlns:a="http://schemas.openxmlformats.org/drawingml/2006/main">
              <a:ext uri="{FF2B5EF4-FFF2-40B4-BE49-F238E27FC236}">
                <a16:creationId xmlns:a16="http://schemas.microsoft.com/office/drawing/2014/main" id="{52DA7186-BB5A-4467-B4F5-D306642F390E}"/>
              </a:ext>
            </a:extLst>
          </p:cNvPr>
          <p:cNvSpPr>
            <a:spLocks xmlns:a="http://schemas.openxmlformats.org/drawingml/2006/main" noGrp="1"/>
          </p:cNvSpPr>
          <p:nvPr/>
        </p:nvSpPr>
        <p:spPr>
          <a:xfrm xmlns:a="http://schemas.openxmlformats.org/drawingml/2006/main">
            <a:off x="11258550" y="38481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93" name="Text 93">
            <a:extLst xmlns:a="http://schemas.openxmlformats.org/drawingml/2006/main">
              <a:ext uri="{FF2B5EF4-FFF2-40B4-BE49-F238E27FC236}">
                <a16:creationId xmlns:a16="http://schemas.microsoft.com/office/drawing/2014/main" id="{8CF0E0DA-7EA7-4978-BBE5-6BE825154054}"/>
              </a:ext>
            </a:extLst>
          </p:cNvPr>
          <p:cNvSpPr>
            <a:spLocks xmlns:a="http://schemas.openxmlformats.org/drawingml/2006/main" noGrp="1"/>
          </p:cNvSpPr>
          <p:nvPr/>
        </p:nvSpPr>
        <p:spPr>
          <a:xfrm xmlns:a="http://schemas.openxmlformats.org/drawingml/2006/main">
            <a:off x="9372600" y="3829050"/>
            <a:ext cx="17335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17212B"/>
                </a:solidFill>
                <a:latin typeface="Arial"/>
                <a:ea typeface="Arial"/>
                <a:cs typeface="Arial"/>
                <a:hlinkClick xmlns:r="http://schemas.openxmlformats.org/officeDocument/2006/relationships" r:id="R45d7fb7651a84f3a"/>
              </a:rPr>
              <a:t>OpenAI</a:t>
            </a:r>
            <a:endParaRPr sz="1400"/>
          </a:p>
        </p:txBody>
      </p:sp>
      <p:sp>
        <p:nvSpPr>
          <p:cNvPr id="94" name="Text 94">
            <a:extLst xmlns:a="http://schemas.openxmlformats.org/drawingml/2006/main">
              <a:ext uri="{FF2B5EF4-FFF2-40B4-BE49-F238E27FC236}">
                <a16:creationId xmlns:a16="http://schemas.microsoft.com/office/drawing/2014/main" id="{2F852161-8D1A-465C-80F5-D9A865BAF5F3}"/>
              </a:ext>
            </a:extLst>
          </p:cNvPr>
          <p:cNvSpPr>
            <a:spLocks xmlns:a="http://schemas.openxmlformats.org/drawingml/2006/main" noGrp="1"/>
          </p:cNvSpPr>
          <p:nvPr/>
        </p:nvSpPr>
        <p:spPr>
          <a:xfrm xmlns:a="http://schemas.openxmlformats.org/drawingml/2006/main">
            <a:off x="9372600" y="4076700"/>
            <a:ext cx="18859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0">
                <a:solidFill>
                  <a:srgbClr val="5D6873"/>
                </a:solidFill>
                <a:latin typeface="Arial"/>
                <a:ea typeface="Arial"/>
                <a:cs typeface="Arial"/>
              </a:rPr>
              <a:t>explicit external opt-in</a:t>
            </a:r>
            <a:endParaRPr sz="1100"/>
          </a:p>
        </p:txBody>
      </p:sp>
      <p:sp>
        <p:nvSpPr>
          <p:cNvPr id="95" name="Shape 95">
            <a:extLst xmlns:a="http://schemas.openxmlformats.org/drawingml/2006/main">
              <a:ext uri="{FF2B5EF4-FFF2-40B4-BE49-F238E27FC236}">
                <a16:creationId xmlns:a16="http://schemas.microsoft.com/office/drawing/2014/main" id="{E1FEBC99-2D62-4E48-A1D0-F6EBBDEEFBD4}"/>
              </a:ext>
            </a:extLst>
          </p:cNvPr>
          <p:cNvSpPr>
            <a:spLocks xmlns:a="http://schemas.openxmlformats.org/drawingml/2006/main" noGrp="1"/>
          </p:cNvSpPr>
          <p:nvPr/>
        </p:nvSpPr>
        <p:spPr>
          <a:xfrm xmlns:a="http://schemas.openxmlformats.org/drawingml/2006/main">
            <a:off x="8801100" y="4533900"/>
            <a:ext cx="2705100" cy="6477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216" name="Picture 96"/>
          <p:cNvPicPr>
            <a:picLocks xmlns:a="http://schemas.openxmlformats.org/drawingml/2006/main" noChangeAspect="1"/>
          </p:cNvPicPr>
          <p:nvPr/>
        </p:nvPicPr>
        <p:blipFill>
          <a:blip xmlns:r="http://schemas.openxmlformats.org/officeDocument/2006/relationships" xmlns:a="http://schemas.openxmlformats.org/drawingml/2006/main" r:embed="R7260218a2cfe4685"/>
          <a:stretch xmlns:a="http://schemas.openxmlformats.org/drawingml/2006/main">
            <a:fillRect l="0" t="0" r="0" b="0"/>
          </a:stretch>
        </p:blipFill>
        <p:spPr>
          <a:xfrm xmlns:a="http://schemas.openxmlformats.org/drawingml/2006/main">
            <a:off x="8953500" y="4705350"/>
            <a:ext cx="285750" cy="285750"/>
          </a:xfrm>
          <a:prstGeom xmlns:a="http://schemas.openxmlformats.org/drawingml/2006/main" prst="rect">
            <a:avLst/>
          </a:prstGeom>
          <a:ln xmlns:a="http://schemas.openxmlformats.org/drawingml/2006/main">
            <a:noFill/>
          </a:ln>
        </p:spPr>
      </p:pic>
      <p:sp>
        <p:nvSpPr>
          <p:cNvPr id="97" name="Shape 97">
            <a:extLst xmlns:a="http://schemas.openxmlformats.org/drawingml/2006/main">
              <a:ext uri="{FF2B5EF4-FFF2-40B4-BE49-F238E27FC236}">
                <a16:creationId xmlns:a16="http://schemas.microsoft.com/office/drawing/2014/main" id="{BA1BAD99-5B66-49F6-8EF1-1F55B372EE9E}"/>
              </a:ext>
            </a:extLst>
          </p:cNvPr>
          <p:cNvSpPr>
            <a:spLocks xmlns:a="http://schemas.openxmlformats.org/drawingml/2006/main" noGrp="1"/>
          </p:cNvSpPr>
          <p:nvPr/>
        </p:nvSpPr>
        <p:spPr>
          <a:xfrm xmlns:a="http://schemas.openxmlformats.org/drawingml/2006/main">
            <a:off x="11258550" y="462915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98" name="Text 98">
            <a:extLst xmlns:a="http://schemas.openxmlformats.org/drawingml/2006/main">
              <a:ext uri="{FF2B5EF4-FFF2-40B4-BE49-F238E27FC236}">
                <a16:creationId xmlns:a16="http://schemas.microsoft.com/office/drawing/2014/main" id="{12BEDB26-6C19-4B29-B6BF-66290F618B58}"/>
              </a:ext>
            </a:extLst>
          </p:cNvPr>
          <p:cNvSpPr>
            <a:spLocks xmlns:a="http://schemas.openxmlformats.org/drawingml/2006/main" noGrp="1"/>
          </p:cNvSpPr>
          <p:nvPr/>
        </p:nvSpPr>
        <p:spPr>
          <a:xfrm xmlns:a="http://schemas.openxmlformats.org/drawingml/2006/main">
            <a:off x="9372600" y="4610100"/>
            <a:ext cx="17335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17212B"/>
                </a:solidFill>
                <a:latin typeface="Arial"/>
                <a:ea typeface="Arial"/>
                <a:cs typeface="Arial"/>
                <a:hlinkClick xmlns:r="http://schemas.openxmlformats.org/officeDocument/2006/relationships" r:id="R4c76d1039bad4ba1"/>
              </a:rPr>
              <a:t>LM Studio</a:t>
            </a:r>
            <a:endParaRPr sz="1400"/>
          </a:p>
        </p:txBody>
      </p:sp>
      <p:sp>
        <p:nvSpPr>
          <p:cNvPr id="99" name="Text 99">
            <a:extLst xmlns:a="http://schemas.openxmlformats.org/drawingml/2006/main">
              <a:ext uri="{FF2B5EF4-FFF2-40B4-BE49-F238E27FC236}">
                <a16:creationId xmlns:a16="http://schemas.microsoft.com/office/drawing/2014/main" id="{DFBB1B36-0906-4852-96C4-D0736FF61C2F}"/>
              </a:ext>
            </a:extLst>
          </p:cNvPr>
          <p:cNvSpPr>
            <a:spLocks xmlns:a="http://schemas.openxmlformats.org/drawingml/2006/main" noGrp="1"/>
          </p:cNvSpPr>
          <p:nvPr/>
        </p:nvSpPr>
        <p:spPr>
          <a:xfrm xmlns:a="http://schemas.openxmlformats.org/drawingml/2006/main">
            <a:off x="9372600" y="4857750"/>
            <a:ext cx="18859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0">
                <a:solidFill>
                  <a:srgbClr val="5D6873"/>
                </a:solidFill>
                <a:latin typeface="Arial"/>
                <a:ea typeface="Arial"/>
                <a:cs typeface="Arial"/>
              </a:rPr>
              <a:t>local R5 · delivered</a:t>
            </a:r>
            <a:endParaRPr sz="1100"/>
          </a:p>
        </p:txBody>
      </p:sp>
      <p:sp>
        <p:nvSpPr>
          <p:cNvPr id="100" name="Shape 100">
            <a:extLst xmlns:a="http://schemas.openxmlformats.org/drawingml/2006/main">
              <a:ext uri="{FF2B5EF4-FFF2-40B4-BE49-F238E27FC236}">
                <a16:creationId xmlns:a16="http://schemas.microsoft.com/office/drawing/2014/main" id="{D9C011FE-EF2E-4863-8A67-DDCC446BD36A}"/>
              </a:ext>
            </a:extLst>
          </p:cNvPr>
          <p:cNvSpPr>
            <a:spLocks xmlns:a="http://schemas.openxmlformats.org/drawingml/2006/main" noGrp="1"/>
          </p:cNvSpPr>
          <p:nvPr/>
        </p:nvSpPr>
        <p:spPr>
          <a:xfrm xmlns:a="http://schemas.openxmlformats.org/drawingml/2006/main">
            <a:off x="8801100" y="5314950"/>
            <a:ext cx="2705100" cy="361950"/>
          </a:xfrm>
          <a:prstGeom xmlns:a="http://schemas.openxmlformats.org/drawingml/2006/main" prst="roundRect">
            <a:avLst/>
          </a:prstGeom>
          <a:solidFill xmlns:a="http://schemas.openxmlformats.org/drawingml/2006/main">
            <a:srgbClr val="EAF5F0"/>
          </a:solidFill>
          <a:ln xmlns:a="http://schemas.openxmlformats.org/drawingml/2006/main" w="19050">
            <a:solidFill>
              <a:srgbClr val="1F7A5A"/>
            </a:solidFill>
          </a:ln>
        </p:spPr>
      </p:sp>
      <p:sp>
        <p:nvSpPr>
          <p:cNvPr id="101" name="Shape 101">
            <a:extLst xmlns:a="http://schemas.openxmlformats.org/drawingml/2006/main">
              <a:ext uri="{FF2B5EF4-FFF2-40B4-BE49-F238E27FC236}">
                <a16:creationId xmlns:a16="http://schemas.microsoft.com/office/drawing/2014/main" id="{58F19644-7F88-4C9E-917D-1ACE20B80090}"/>
              </a:ext>
            </a:extLst>
          </p:cNvPr>
          <p:cNvSpPr>
            <a:spLocks xmlns:a="http://schemas.openxmlformats.org/drawingml/2006/main" noGrp="1"/>
          </p:cNvSpPr>
          <p:nvPr/>
        </p:nvSpPr>
        <p:spPr>
          <a:xfrm xmlns:a="http://schemas.openxmlformats.org/drawingml/2006/main">
            <a:off x="8953500" y="54483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102" name="Text 102">
            <a:extLst xmlns:a="http://schemas.openxmlformats.org/drawingml/2006/main">
              <a:ext uri="{FF2B5EF4-FFF2-40B4-BE49-F238E27FC236}">
                <a16:creationId xmlns:a16="http://schemas.microsoft.com/office/drawing/2014/main" id="{75E1136C-2EF5-4646-9FD7-84AEBA810B51}"/>
              </a:ext>
            </a:extLst>
          </p:cNvPr>
          <p:cNvSpPr>
            <a:spLocks xmlns:a="http://schemas.openxmlformats.org/drawingml/2006/main" noGrp="1"/>
          </p:cNvSpPr>
          <p:nvPr/>
        </p:nvSpPr>
        <p:spPr>
          <a:xfrm xmlns:a="http://schemas.openxmlformats.org/drawingml/2006/main">
            <a:off x="9124950" y="5381625"/>
            <a:ext cx="2209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00" b="1">
                <a:solidFill>
                  <a:srgbClr val="1F7A5A"/>
                </a:solidFill>
                <a:latin typeface="Arial"/>
                <a:ea typeface="Arial"/>
                <a:cs typeface="Arial"/>
                <a:hlinkClick xmlns:r="http://schemas.openxmlformats.org/officeDocument/2006/relationships" r:id="R19f40171dd3f4f07"/>
              </a:rPr>
              <a:t>Explicit backend selection · delivered</a:t>
            </a:r>
            <a:endParaRPr sz="1000"/>
          </a:p>
        </p:txBody>
      </p:sp>
      <p:sp>
        <p:nvSpPr>
          <p:cNvPr id="103" name="Shape 103">
            <a:extLst xmlns:a="http://schemas.openxmlformats.org/drawingml/2006/main">
              <a:ext uri="{FF2B5EF4-FFF2-40B4-BE49-F238E27FC236}">
                <a16:creationId xmlns:a16="http://schemas.microsoft.com/office/drawing/2014/main" id="{0D9B502B-BF5A-47CB-83C3-EDE7B3C9749D}"/>
              </a:ext>
            </a:extLst>
          </p:cNvPr>
          <p:cNvSpPr>
            <a:spLocks xmlns:a="http://schemas.openxmlformats.org/drawingml/2006/main" noGrp="1"/>
          </p:cNvSpPr>
          <p:nvPr/>
        </p:nvSpPr>
        <p:spPr>
          <a:xfrm xmlns:a="http://schemas.openxmlformats.org/drawingml/2006/main">
            <a:off x="685800" y="5867400"/>
            <a:ext cx="10820400" cy="36195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104" name="Text 104">
            <a:extLst xmlns:a="http://schemas.openxmlformats.org/drawingml/2006/main">
              <a:ext uri="{FF2B5EF4-FFF2-40B4-BE49-F238E27FC236}">
                <a16:creationId xmlns:a16="http://schemas.microsoft.com/office/drawing/2014/main" id="{9276BFEF-D439-4638-A91B-2F4294D9EBF8}"/>
              </a:ext>
            </a:extLst>
          </p:cNvPr>
          <p:cNvSpPr>
            <a:spLocks xmlns:a="http://schemas.openxmlformats.org/drawingml/2006/main" noGrp="1"/>
          </p:cNvSpPr>
          <p:nvPr/>
        </p:nvSpPr>
        <p:spPr>
          <a:xfrm xmlns:a="http://schemas.openxmlformats.org/drawingml/2006/main">
            <a:off x="895350" y="5934075"/>
            <a:ext cx="104013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200" b="1">
                <a:solidFill>
                  <a:srgbClr val="FFFFFF"/>
                </a:solidFill>
                <a:latin typeface="Arial"/>
                <a:ea typeface="Arial"/>
                <a:cs typeface="Arial"/>
              </a:rPr>
              <a:t>One AnalysisService · bounded evidence · provider-neutral output · same operator contract</a:t>
            </a:r>
            <a:endParaRPr sz="1200"/>
          </a:p>
        </p:txBody>
      </p:sp>
      <p:sp>
        <p:nvSpPr>
          <p:cNvPr id="105" name="Connector 105">
            <a:extLst xmlns:a="http://schemas.openxmlformats.org/drawingml/2006/main">
              <a:ext uri="{FF2B5EF4-FFF2-40B4-BE49-F238E27FC236}">
                <a16:creationId xmlns:a16="http://schemas.microsoft.com/office/drawing/2014/main" id="{637CF497-6583-4C22-99CD-AFA7F04D11DE}"/>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106" name="Text 106">
            <a:extLst xmlns:a="http://schemas.openxmlformats.org/drawingml/2006/main">
              <a:ext uri="{FF2B5EF4-FFF2-40B4-BE49-F238E27FC236}">
                <a16:creationId xmlns:a16="http://schemas.microsoft.com/office/drawing/2014/main" id="{AD3D5E83-BB74-49F5-A2D3-DDBA507571D8}"/>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107" name="Text 107">
            <a:extLst xmlns:a="http://schemas.openxmlformats.org/drawingml/2006/main">
              <a:ext uri="{FF2B5EF4-FFF2-40B4-BE49-F238E27FC236}">
                <a16:creationId xmlns:a16="http://schemas.microsoft.com/office/drawing/2014/main" id="{641136FA-B638-4C5C-9E91-4FAC201EB63C}"/>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6</a:t>
            </a:r>
            <a:endParaRPr sz="1000"/>
          </a:p>
        </p:txBody>
      </p:sp>
    </p:spTree>
    <p:extLst>
      <p:ext uri="{BB962C8B-B14F-4D97-AF65-F5344CB8AC3E}">
        <p14:creationId xmlns:p14="http://schemas.microsoft.com/office/powerpoint/2010/main" val="17703993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154DEE8C-6776-4CDD-9D2F-CD6A35345ED1}"/>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HEXAGONAL SUBSTITUTION MAP</a:t>
            </a:r>
            <a:endParaRPr sz="1100"/>
          </a:p>
        </p:txBody>
      </p:sp>
      <p:sp>
        <p:nvSpPr>
          <p:cNvPr id="3" name="Text 3">
            <a:extLst xmlns:a="http://schemas.openxmlformats.org/drawingml/2006/main">
              <a:ext uri="{FF2B5EF4-FFF2-40B4-BE49-F238E27FC236}">
                <a16:creationId xmlns:a16="http://schemas.microsoft.com/office/drawing/2014/main" id="{CC757E0B-D387-4FAC-AE84-9AFC60C7515B}"/>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Stable ports let adapters evolve without moving application semantics</a:t>
            </a:r>
            <a:endParaRPr sz="3000"/>
          </a:p>
        </p:txBody>
      </p:sp>
      <p:sp>
        <p:nvSpPr>
          <p:cNvPr id="4" name="Shape 4">
            <a:extLst xmlns:a="http://schemas.openxmlformats.org/drawingml/2006/main">
              <a:ext uri="{FF2B5EF4-FFF2-40B4-BE49-F238E27FC236}">
                <a16:creationId xmlns:a16="http://schemas.microsoft.com/office/drawing/2014/main" id="{50F4CD15-2857-471F-AF9F-4F1A3AD30507}"/>
              </a:ext>
            </a:extLst>
          </p:cNvPr>
          <p:cNvSpPr>
            <a:spLocks xmlns:a="http://schemas.openxmlformats.org/drawingml/2006/main" noGrp="1"/>
          </p:cNvSpPr>
          <p:nvPr/>
        </p:nvSpPr>
        <p:spPr>
          <a:xfrm xmlns:a="http://schemas.openxmlformats.org/drawingml/2006/main">
            <a:off x="838200" y="1657350"/>
            <a:ext cx="10515600" cy="161925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5" name="Text 5">
            <a:extLst xmlns:a="http://schemas.openxmlformats.org/drawingml/2006/main">
              <a:ext uri="{FF2B5EF4-FFF2-40B4-BE49-F238E27FC236}">
                <a16:creationId xmlns:a16="http://schemas.microsoft.com/office/drawing/2014/main" id="{D6D35BA6-5868-4BFD-8960-1AD035B3BBD7}"/>
              </a:ext>
            </a:extLst>
          </p:cNvPr>
          <p:cNvSpPr>
            <a:spLocks xmlns:a="http://schemas.openxmlformats.org/drawingml/2006/main" noGrp="1"/>
          </p:cNvSpPr>
          <p:nvPr/>
        </p:nvSpPr>
        <p:spPr>
          <a:xfrm xmlns:a="http://schemas.openxmlformats.org/drawingml/2006/main">
            <a:off x="1143000" y="1866900"/>
            <a:ext cx="99060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500" b="1" spc="160">
                <a:solidFill>
                  <a:srgbClr val="FF8589"/>
                </a:solidFill>
                <a:latin typeface="Arial"/>
                <a:ea typeface="Arial"/>
                <a:cs typeface="Arial"/>
              </a:rPr>
              <a:t>APPLICATION CORE</a:t>
            </a:r>
            <a:endParaRPr sz="1500"/>
          </a:p>
        </p:txBody>
      </p:sp>
      <p:sp>
        <p:nvSpPr>
          <p:cNvPr id="6" name="Shape 6">
            <a:extLst xmlns:a="http://schemas.openxmlformats.org/drawingml/2006/main">
              <a:ext uri="{FF2B5EF4-FFF2-40B4-BE49-F238E27FC236}">
                <a16:creationId xmlns:a16="http://schemas.microsoft.com/office/drawing/2014/main" id="{964BBEA3-EDD5-4ACC-85D7-C89162945319}"/>
              </a:ext>
            </a:extLst>
          </p:cNvPr>
          <p:cNvSpPr>
            <a:spLocks xmlns:a="http://schemas.openxmlformats.org/drawingml/2006/main" noGrp="1"/>
          </p:cNvSpPr>
          <p:nvPr/>
        </p:nvSpPr>
        <p:spPr>
          <a:xfrm xmlns:a="http://schemas.openxmlformats.org/drawingml/2006/main">
            <a:off x="1238250" y="2343150"/>
            <a:ext cx="590550" cy="590550"/>
          </a:xfrm>
          <a:prstGeom xmlns:a="http://schemas.openxmlformats.org/drawingml/2006/main" prst="roundRect">
            <a:avLst/>
          </a:prstGeom>
          <a:solidFill xmlns:a="http://schemas.openxmlformats.org/drawingml/2006/main">
            <a:srgbClr val="2B3742"/>
          </a:solidFill>
          <a:ln xmlns:a="http://schemas.openxmlformats.org/drawingml/2006/main" w="19050">
            <a:solidFill>
              <a:srgbClr val="FFFFFF"/>
            </a:solidFill>
          </a:ln>
        </p:spPr>
      </p:sp>
      <p:pic>
        <p:nvPicPr>
          <p:cNvPr id="73" name="Picture 7"/>
          <p:cNvPicPr>
            <a:picLocks xmlns:a="http://schemas.openxmlformats.org/drawingml/2006/main" noChangeAspect="1"/>
          </p:cNvPicPr>
          <p:nvPr/>
        </p:nvPicPr>
        <p:blipFill>
          <a:blip xmlns:r="http://schemas.openxmlformats.org/officeDocument/2006/relationships" xmlns:a="http://schemas.openxmlformats.org/drawingml/2006/main" r:embed="Rc573b8f7eb6b44e2"/>
          <a:stretch xmlns:a="http://schemas.openxmlformats.org/drawingml/2006/main">
            <a:fillRect l="0" t="0" r="0" b="0"/>
          </a:stretch>
        </p:blipFill>
        <p:spPr>
          <a:xfrm xmlns:a="http://schemas.openxmlformats.org/drawingml/2006/main">
            <a:off x="1390650" y="2495550"/>
            <a:ext cx="285750" cy="285750"/>
          </a:xfrm>
          <a:prstGeom xmlns:a="http://schemas.openxmlformats.org/drawingml/2006/main" prst="rect">
            <a:avLst/>
          </a:prstGeom>
          <a:ln xmlns:a="http://schemas.openxmlformats.org/drawingml/2006/main">
            <a:noFill/>
          </a:ln>
        </p:spPr>
      </p:pic>
      <p:sp>
        <p:nvSpPr>
          <p:cNvPr id="8" name="Text 8">
            <a:extLst xmlns:a="http://schemas.openxmlformats.org/drawingml/2006/main">
              <a:ext uri="{FF2B5EF4-FFF2-40B4-BE49-F238E27FC236}">
                <a16:creationId xmlns:a16="http://schemas.microsoft.com/office/drawing/2014/main" id="{A57773CF-20E6-4F3B-A559-D40DBAA56C99}"/>
              </a:ext>
            </a:extLst>
          </p:cNvPr>
          <p:cNvSpPr>
            <a:spLocks xmlns:a="http://schemas.openxmlformats.org/drawingml/2006/main" noGrp="1"/>
          </p:cNvSpPr>
          <p:nvPr/>
        </p:nvSpPr>
        <p:spPr>
          <a:xfrm xmlns:a="http://schemas.openxmlformats.org/drawingml/2006/main">
            <a:off x="2114550" y="2343150"/>
            <a:ext cx="8286750" cy="590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2100" b="1">
                <a:solidFill>
                  <a:srgbClr val="FFFFFF"/>
                </a:solidFill>
                <a:latin typeface="Arial"/>
                <a:ea typeface="Arial"/>
                <a:cs typeface="Arial"/>
              </a:rPr>
              <a:t>Customer review and analysis use cases own the domain contracts, failure semantics and orchestration</a:t>
            </a:r>
            <a:endParaRPr sz="2100"/>
          </a:p>
        </p:txBody>
      </p:sp>
      <p:sp>
        <p:nvSpPr>
          <p:cNvPr id="9" name="Connector 9">
            <a:extLst xmlns:a="http://schemas.openxmlformats.org/drawingml/2006/main">
              <a:ext uri="{FF2B5EF4-FFF2-40B4-BE49-F238E27FC236}">
                <a16:creationId xmlns:a16="http://schemas.microsoft.com/office/drawing/2014/main" id="{876D0E7C-5F35-4C09-BC01-04EEFB9AC9B5}"/>
              </a:ext>
            </a:extLst>
          </p:cNvPr>
          <p:cNvSpPr>
            <a:spLocks xmlns:a="http://schemas.openxmlformats.org/drawingml/2006/main" noGrp="1"/>
          </p:cNvSpPr>
          <p:nvPr/>
        </p:nvSpPr>
        <p:spPr>
          <a:xfrm xmlns:a="http://schemas.openxmlformats.org/drawingml/2006/main">
            <a:off x="1400175" y="3276600"/>
            <a:ext cx="0" cy="685800"/>
          </a:xfrm>
          <a:prstGeom xmlns:a="http://schemas.openxmlformats.org/drawingml/2006/main" prst="line">
            <a:avLst/>
          </a:prstGeom>
          <a:ln xmlns:a="http://schemas.openxmlformats.org/drawingml/2006/main" w="25400">
            <a:solidFill>
              <a:srgbClr val="D9DEE3"/>
            </a:solidFill>
          </a:ln>
        </p:spPr>
      </p:sp>
      <p:sp>
        <p:nvSpPr>
          <p:cNvPr id="10" name="Connector 10">
            <a:extLst xmlns:a="http://schemas.openxmlformats.org/drawingml/2006/main">
              <a:ext uri="{FF2B5EF4-FFF2-40B4-BE49-F238E27FC236}">
                <a16:creationId xmlns:a16="http://schemas.microsoft.com/office/drawing/2014/main" id="{2C941D45-4F0B-42FA-83A8-0B58F70926DB}"/>
              </a:ext>
            </a:extLst>
          </p:cNvPr>
          <p:cNvSpPr>
            <a:spLocks xmlns:a="http://schemas.openxmlformats.org/drawingml/2006/main" noGrp="1"/>
          </p:cNvSpPr>
          <p:nvPr/>
        </p:nvSpPr>
        <p:spPr>
          <a:xfrm xmlns:a="http://schemas.openxmlformats.org/drawingml/2006/main">
            <a:off x="3209925" y="3276600"/>
            <a:ext cx="0" cy="685800"/>
          </a:xfrm>
          <a:prstGeom xmlns:a="http://schemas.openxmlformats.org/drawingml/2006/main" prst="line">
            <a:avLst/>
          </a:prstGeom>
          <a:ln xmlns:a="http://schemas.openxmlformats.org/drawingml/2006/main" w="25400">
            <a:solidFill>
              <a:srgbClr val="D9DEE3"/>
            </a:solidFill>
          </a:ln>
        </p:spPr>
      </p:sp>
      <p:sp>
        <p:nvSpPr>
          <p:cNvPr id="11" name="Connector 11">
            <a:extLst xmlns:a="http://schemas.openxmlformats.org/drawingml/2006/main">
              <a:ext uri="{FF2B5EF4-FFF2-40B4-BE49-F238E27FC236}">
                <a16:creationId xmlns:a16="http://schemas.microsoft.com/office/drawing/2014/main" id="{89F09D51-48E4-4D94-A382-7C4D5A798737}"/>
              </a:ext>
            </a:extLst>
          </p:cNvPr>
          <p:cNvSpPr>
            <a:spLocks xmlns:a="http://schemas.openxmlformats.org/drawingml/2006/main" noGrp="1"/>
          </p:cNvSpPr>
          <p:nvPr/>
        </p:nvSpPr>
        <p:spPr>
          <a:xfrm xmlns:a="http://schemas.openxmlformats.org/drawingml/2006/main">
            <a:off x="5019675" y="3276600"/>
            <a:ext cx="0" cy="685800"/>
          </a:xfrm>
          <a:prstGeom xmlns:a="http://schemas.openxmlformats.org/drawingml/2006/main" prst="line">
            <a:avLst/>
          </a:prstGeom>
          <a:ln xmlns:a="http://schemas.openxmlformats.org/drawingml/2006/main" w="25400">
            <a:solidFill>
              <a:srgbClr val="D9DEE3"/>
            </a:solidFill>
          </a:ln>
        </p:spPr>
      </p:sp>
      <p:sp>
        <p:nvSpPr>
          <p:cNvPr id="12" name="Connector 12">
            <a:extLst xmlns:a="http://schemas.openxmlformats.org/drawingml/2006/main">
              <a:ext uri="{FF2B5EF4-FFF2-40B4-BE49-F238E27FC236}">
                <a16:creationId xmlns:a16="http://schemas.microsoft.com/office/drawing/2014/main" id="{DC0EB0B5-18AF-4AFE-905B-BCFD1151EFFE}"/>
              </a:ext>
            </a:extLst>
          </p:cNvPr>
          <p:cNvSpPr>
            <a:spLocks xmlns:a="http://schemas.openxmlformats.org/drawingml/2006/main" noGrp="1"/>
          </p:cNvSpPr>
          <p:nvPr/>
        </p:nvSpPr>
        <p:spPr>
          <a:xfrm xmlns:a="http://schemas.openxmlformats.org/drawingml/2006/main">
            <a:off x="6829425" y="3276600"/>
            <a:ext cx="0" cy="685800"/>
          </a:xfrm>
          <a:prstGeom xmlns:a="http://schemas.openxmlformats.org/drawingml/2006/main" prst="line">
            <a:avLst/>
          </a:prstGeom>
          <a:ln xmlns:a="http://schemas.openxmlformats.org/drawingml/2006/main" w="25400">
            <a:solidFill>
              <a:srgbClr val="D9DEE3"/>
            </a:solidFill>
          </a:ln>
        </p:spPr>
      </p:sp>
      <p:sp>
        <p:nvSpPr>
          <p:cNvPr id="13" name="Connector 13">
            <a:extLst xmlns:a="http://schemas.openxmlformats.org/drawingml/2006/main">
              <a:ext uri="{FF2B5EF4-FFF2-40B4-BE49-F238E27FC236}">
                <a16:creationId xmlns:a16="http://schemas.microsoft.com/office/drawing/2014/main" id="{CF30EC51-CDE2-472A-B472-F5B9124BC182}"/>
              </a:ext>
            </a:extLst>
          </p:cNvPr>
          <p:cNvSpPr>
            <a:spLocks xmlns:a="http://schemas.openxmlformats.org/drawingml/2006/main" noGrp="1"/>
          </p:cNvSpPr>
          <p:nvPr/>
        </p:nvSpPr>
        <p:spPr>
          <a:xfrm xmlns:a="http://schemas.openxmlformats.org/drawingml/2006/main">
            <a:off x="8639175" y="3276600"/>
            <a:ext cx="0" cy="685800"/>
          </a:xfrm>
          <a:prstGeom xmlns:a="http://schemas.openxmlformats.org/drawingml/2006/main" prst="line">
            <a:avLst/>
          </a:prstGeom>
          <a:ln xmlns:a="http://schemas.openxmlformats.org/drawingml/2006/main" w="25400">
            <a:solidFill>
              <a:srgbClr val="D9DEE3"/>
            </a:solidFill>
          </a:ln>
        </p:spPr>
      </p:sp>
      <p:sp>
        <p:nvSpPr>
          <p:cNvPr id="14" name="Connector 14">
            <a:extLst xmlns:a="http://schemas.openxmlformats.org/drawingml/2006/main">
              <a:ext uri="{FF2B5EF4-FFF2-40B4-BE49-F238E27FC236}">
                <a16:creationId xmlns:a16="http://schemas.microsoft.com/office/drawing/2014/main" id="{E6D1E14C-6BB1-40BC-8F94-B66C1FFF7D66}"/>
              </a:ext>
            </a:extLst>
          </p:cNvPr>
          <p:cNvSpPr>
            <a:spLocks xmlns:a="http://schemas.openxmlformats.org/drawingml/2006/main" noGrp="1"/>
          </p:cNvSpPr>
          <p:nvPr/>
        </p:nvSpPr>
        <p:spPr>
          <a:xfrm xmlns:a="http://schemas.openxmlformats.org/drawingml/2006/main">
            <a:off x="10448925" y="3276600"/>
            <a:ext cx="0" cy="685800"/>
          </a:xfrm>
          <a:prstGeom xmlns:a="http://schemas.openxmlformats.org/drawingml/2006/main" prst="line">
            <a:avLst/>
          </a:prstGeom>
          <a:ln xmlns:a="http://schemas.openxmlformats.org/drawingml/2006/main" w="25400">
            <a:solidFill>
              <a:srgbClr val="D9DEE3"/>
            </a:solidFill>
          </a:ln>
        </p:spPr>
      </p:sp>
      <p:sp>
        <p:nvSpPr>
          <p:cNvPr id="15" name="Shape 15">
            <a:extLst xmlns:a="http://schemas.openxmlformats.org/drawingml/2006/main">
              <a:ext uri="{FF2B5EF4-FFF2-40B4-BE49-F238E27FC236}">
                <a16:creationId xmlns:a16="http://schemas.microsoft.com/office/drawing/2014/main" id="{42387009-D84C-4AD1-B5E6-C04C47BE8139}"/>
              </a:ext>
            </a:extLst>
          </p:cNvPr>
          <p:cNvSpPr>
            <a:spLocks xmlns:a="http://schemas.openxmlformats.org/drawingml/2006/main" noGrp="1"/>
          </p:cNvSpPr>
          <p:nvPr/>
        </p:nvSpPr>
        <p:spPr>
          <a:xfrm xmlns:a="http://schemas.openxmlformats.org/drawingml/2006/main">
            <a:off x="57150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16" name="Shape 16">
            <a:extLst xmlns:a="http://schemas.openxmlformats.org/drawingml/2006/main">
              <a:ext uri="{FF2B5EF4-FFF2-40B4-BE49-F238E27FC236}">
                <a16:creationId xmlns:a16="http://schemas.microsoft.com/office/drawing/2014/main" id="{2E82E9CD-0EA6-4DED-B529-CCF87F2DDD86}"/>
              </a:ext>
            </a:extLst>
          </p:cNvPr>
          <p:cNvSpPr>
            <a:spLocks xmlns:a="http://schemas.openxmlformats.org/drawingml/2006/main" noGrp="1"/>
          </p:cNvSpPr>
          <p:nvPr/>
        </p:nvSpPr>
        <p:spPr>
          <a:xfrm xmlns:a="http://schemas.openxmlformats.org/drawingml/2006/main">
            <a:off x="68580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D71920"/>
            </a:solidFill>
          </a:ln>
        </p:spPr>
      </p:sp>
      <p:pic>
        <p:nvPicPr>
          <p:cNvPr id="83" name="Picture 17"/>
          <p:cNvPicPr>
            <a:picLocks xmlns:a="http://schemas.openxmlformats.org/drawingml/2006/main" noChangeAspect="1"/>
          </p:cNvPicPr>
          <p:nvPr/>
        </p:nvPicPr>
        <p:blipFill>
          <a:blip xmlns:r="http://schemas.openxmlformats.org/officeDocument/2006/relationships" xmlns:a="http://schemas.openxmlformats.org/drawingml/2006/main" r:embed="R86272c05e993472c"/>
          <a:stretch xmlns:a="http://schemas.openxmlformats.org/drawingml/2006/main">
            <a:fillRect l="0" t="0" r="0" b="0"/>
          </a:stretch>
        </p:blipFill>
        <p:spPr>
          <a:xfrm xmlns:a="http://schemas.openxmlformats.org/drawingml/2006/main">
            <a:off x="781050" y="4200525"/>
            <a:ext cx="190500" cy="190500"/>
          </a:xfrm>
          <a:prstGeom xmlns:a="http://schemas.openxmlformats.org/drawingml/2006/main" prst="rect">
            <a:avLst/>
          </a:prstGeom>
          <a:ln xmlns:a="http://schemas.openxmlformats.org/drawingml/2006/main">
            <a:noFill/>
          </a:ln>
        </p:spPr>
      </p:pic>
      <p:sp>
        <p:nvSpPr>
          <p:cNvPr id="18" name="Text 18">
            <a:extLst xmlns:a="http://schemas.openxmlformats.org/drawingml/2006/main">
              <a:ext uri="{FF2B5EF4-FFF2-40B4-BE49-F238E27FC236}">
                <a16:creationId xmlns:a16="http://schemas.microsoft.com/office/drawing/2014/main" id="{79F31FDA-D1D9-4E8E-A890-D0AA8D385142}"/>
              </a:ext>
            </a:extLst>
          </p:cNvPr>
          <p:cNvSpPr>
            <a:spLocks xmlns:a="http://schemas.openxmlformats.org/drawingml/2006/main" noGrp="1"/>
          </p:cNvSpPr>
          <p:nvPr/>
        </p:nvSpPr>
        <p:spPr>
          <a:xfrm xmlns:a="http://schemas.openxmlformats.org/drawingml/2006/main">
            <a:off x="114300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981B1E"/>
                </a:solidFill>
                <a:latin typeface="Arial"/>
                <a:ea typeface="Arial"/>
                <a:cs typeface="Arial"/>
              </a:rPr>
              <a:t>Operator</a:t>
            </a:r>
            <a:endParaRPr sz="1200"/>
          </a:p>
          <a:p xmlns:a="http://schemas.openxmlformats.org/drawingml/2006/main">
            <a:pPr algn="l">
              <a:buNone/>
            </a:pPr>
            <a:r>
              <a:rPr sz="1200" b="1">
                <a:solidFill>
                  <a:srgbClr val="981B1E"/>
                </a:solidFill>
                <a:latin typeface="Arial"/>
                <a:ea typeface="Arial"/>
                <a:cs typeface="Arial"/>
              </a:rPr>
              <a:t>ContextPort</a:t>
            </a:r>
            <a:endParaRPr sz="1200"/>
          </a:p>
        </p:txBody>
      </p:sp>
      <p:sp>
        <p:nvSpPr>
          <p:cNvPr id="19" name="Shape 19">
            <a:extLst xmlns:a="http://schemas.openxmlformats.org/drawingml/2006/main">
              <a:ext uri="{FF2B5EF4-FFF2-40B4-BE49-F238E27FC236}">
                <a16:creationId xmlns:a16="http://schemas.microsoft.com/office/drawing/2014/main" id="{A2A1BF2A-D523-4313-AB8A-AC7959455B60}"/>
              </a:ext>
            </a:extLst>
          </p:cNvPr>
          <p:cNvSpPr>
            <a:spLocks xmlns:a="http://schemas.openxmlformats.org/drawingml/2006/main" noGrp="1"/>
          </p:cNvSpPr>
          <p:nvPr/>
        </p:nvSpPr>
        <p:spPr>
          <a:xfrm xmlns:a="http://schemas.openxmlformats.org/drawingml/2006/main">
            <a:off x="57150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20" name="Shape 20">
            <a:extLst xmlns:a="http://schemas.openxmlformats.org/drawingml/2006/main">
              <a:ext uri="{FF2B5EF4-FFF2-40B4-BE49-F238E27FC236}">
                <a16:creationId xmlns:a16="http://schemas.microsoft.com/office/drawing/2014/main" id="{C1915184-7178-498E-80AB-6EDDFB0FBB1E}"/>
              </a:ext>
            </a:extLst>
          </p:cNvPr>
          <p:cNvSpPr>
            <a:spLocks xmlns:a="http://schemas.openxmlformats.org/drawingml/2006/main" noGrp="1"/>
          </p:cNvSpPr>
          <p:nvPr/>
        </p:nvSpPr>
        <p:spPr>
          <a:xfrm xmlns:a="http://schemas.openxmlformats.org/drawingml/2006/main">
            <a:off x="571500" y="4800600"/>
            <a:ext cx="1657350" cy="47625"/>
          </a:xfrm>
          <a:prstGeom xmlns:a="http://schemas.openxmlformats.org/drawingml/2006/main" prst="rect">
            <a:avLst/>
          </a:prstGeom>
          <a:solidFill xmlns:a="http://schemas.openxmlformats.org/drawingml/2006/main">
            <a:srgbClr val="D71920"/>
          </a:solidFill>
          <a:ln xmlns:a="http://schemas.openxmlformats.org/drawingml/2006/main" w="12700">
            <a:solidFill>
              <a:srgbClr val="D71920"/>
            </a:solidFill>
          </a:ln>
        </p:spPr>
      </p:sp>
      <p:sp>
        <p:nvSpPr>
          <p:cNvPr id="21" name="Text 21">
            <a:extLst xmlns:a="http://schemas.openxmlformats.org/drawingml/2006/main">
              <a:ext uri="{FF2B5EF4-FFF2-40B4-BE49-F238E27FC236}">
                <a16:creationId xmlns:a16="http://schemas.microsoft.com/office/drawing/2014/main" id="{69684D5F-2BD1-475C-B738-7E791646A882}"/>
              </a:ext>
            </a:extLst>
          </p:cNvPr>
          <p:cNvSpPr>
            <a:spLocks xmlns:a="http://schemas.openxmlformats.org/drawingml/2006/main" noGrp="1"/>
          </p:cNvSpPr>
          <p:nvPr/>
        </p:nvSpPr>
        <p:spPr>
          <a:xfrm xmlns:a="http://schemas.openxmlformats.org/drawingml/2006/main">
            <a:off x="66675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Spring Security</a:t>
            </a:r>
            <a:endParaRPr sz="1400"/>
          </a:p>
          <a:p xmlns:a="http://schemas.openxmlformats.org/drawingml/2006/main">
            <a:pPr algn="ctr">
              <a:buNone/>
            </a:pPr>
            <a:r>
              <a:rPr sz="1400" b="0">
                <a:solidFill>
                  <a:srgbClr val="17212B"/>
                </a:solidFill>
                <a:latin typeface="Arial"/>
                <a:ea typeface="Arial"/>
                <a:cs typeface="Arial"/>
              </a:rPr>
              <a:t>Static baseline</a:t>
            </a:r>
            <a:endParaRPr sz="1400"/>
          </a:p>
        </p:txBody>
      </p:sp>
      <p:sp>
        <p:nvSpPr>
          <p:cNvPr id="22" name="Shape 22">
            <a:extLst xmlns:a="http://schemas.openxmlformats.org/drawingml/2006/main">
              <a:ext uri="{FF2B5EF4-FFF2-40B4-BE49-F238E27FC236}">
                <a16:creationId xmlns:a16="http://schemas.microsoft.com/office/drawing/2014/main" id="{52C60C9A-7EC0-4228-B632-EC444359AE63}"/>
              </a:ext>
            </a:extLst>
          </p:cNvPr>
          <p:cNvSpPr>
            <a:spLocks xmlns:a="http://schemas.openxmlformats.org/drawingml/2006/main" noGrp="1"/>
          </p:cNvSpPr>
          <p:nvPr/>
        </p:nvSpPr>
        <p:spPr>
          <a:xfrm xmlns:a="http://schemas.openxmlformats.org/drawingml/2006/main">
            <a:off x="238125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23" name="Shape 23">
            <a:extLst xmlns:a="http://schemas.openxmlformats.org/drawingml/2006/main">
              <a:ext uri="{FF2B5EF4-FFF2-40B4-BE49-F238E27FC236}">
                <a16:creationId xmlns:a16="http://schemas.microsoft.com/office/drawing/2014/main" id="{ED013E82-AB71-45C1-A750-AAA4D0E358CF}"/>
              </a:ext>
            </a:extLst>
          </p:cNvPr>
          <p:cNvSpPr>
            <a:spLocks xmlns:a="http://schemas.openxmlformats.org/drawingml/2006/main" noGrp="1"/>
          </p:cNvSpPr>
          <p:nvPr/>
        </p:nvSpPr>
        <p:spPr>
          <a:xfrm xmlns:a="http://schemas.openxmlformats.org/drawingml/2006/main">
            <a:off x="249555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90" name="Picture 24"/>
          <p:cNvPicPr>
            <a:picLocks xmlns:a="http://schemas.openxmlformats.org/drawingml/2006/main" noChangeAspect="1"/>
          </p:cNvPicPr>
          <p:nvPr/>
        </p:nvPicPr>
        <p:blipFill>
          <a:blip xmlns:r="http://schemas.openxmlformats.org/officeDocument/2006/relationships" xmlns:a="http://schemas.openxmlformats.org/drawingml/2006/main" r:embed="R5fee0e94c3dd4983"/>
          <a:stretch xmlns:a="http://schemas.openxmlformats.org/drawingml/2006/main">
            <a:fillRect l="0" t="0" r="0" b="0"/>
          </a:stretch>
        </p:blipFill>
        <p:spPr>
          <a:xfrm xmlns:a="http://schemas.openxmlformats.org/drawingml/2006/main">
            <a:off x="2590800" y="4200525"/>
            <a:ext cx="190500" cy="190500"/>
          </a:xfrm>
          <a:prstGeom xmlns:a="http://schemas.openxmlformats.org/drawingml/2006/main" prst="rect">
            <a:avLst/>
          </a:prstGeom>
          <a:ln xmlns:a="http://schemas.openxmlformats.org/drawingml/2006/main">
            <a:noFill/>
          </a:ln>
        </p:spPr>
      </p:pic>
      <p:sp>
        <p:nvSpPr>
          <p:cNvPr id="25" name="Text 25">
            <a:extLst xmlns:a="http://schemas.openxmlformats.org/drawingml/2006/main">
              <a:ext uri="{FF2B5EF4-FFF2-40B4-BE49-F238E27FC236}">
                <a16:creationId xmlns:a16="http://schemas.microsoft.com/office/drawing/2014/main" id="{2D138182-8704-4C84-946E-31316120CD4D}"/>
              </a:ext>
            </a:extLst>
          </p:cNvPr>
          <p:cNvSpPr>
            <a:spLocks xmlns:a="http://schemas.openxmlformats.org/drawingml/2006/main" noGrp="1"/>
          </p:cNvSpPr>
          <p:nvPr/>
        </p:nvSpPr>
        <p:spPr>
          <a:xfrm xmlns:a="http://schemas.openxmlformats.org/drawingml/2006/main">
            <a:off x="295275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981B1E"/>
                </a:solidFill>
                <a:latin typeface="Arial"/>
                <a:ea typeface="Arial"/>
                <a:cs typeface="Arial"/>
              </a:rPr>
              <a:t>Customer</a:t>
            </a:r>
            <a:endParaRPr sz="1200"/>
          </a:p>
          <a:p xmlns:a="http://schemas.openxmlformats.org/drawingml/2006/main">
            <a:pPr algn="l">
              <a:buNone/>
            </a:pPr>
            <a:r>
              <a:rPr sz="1200" b="1">
                <a:solidFill>
                  <a:srgbClr val="981B1E"/>
                </a:solidFill>
                <a:latin typeface="Arial"/>
                <a:ea typeface="Arial"/>
                <a:cs typeface="Arial"/>
              </a:rPr>
              <a:t>ActivityPort</a:t>
            </a:r>
            <a:endParaRPr sz="1200"/>
          </a:p>
        </p:txBody>
      </p:sp>
      <p:sp>
        <p:nvSpPr>
          <p:cNvPr id="26" name="Shape 26">
            <a:extLst xmlns:a="http://schemas.openxmlformats.org/drawingml/2006/main">
              <a:ext uri="{FF2B5EF4-FFF2-40B4-BE49-F238E27FC236}">
                <a16:creationId xmlns:a16="http://schemas.microsoft.com/office/drawing/2014/main" id="{9B4D910B-308C-4D1C-9C3E-4E135D57D3A3}"/>
              </a:ext>
            </a:extLst>
          </p:cNvPr>
          <p:cNvSpPr>
            <a:spLocks xmlns:a="http://schemas.openxmlformats.org/drawingml/2006/main" noGrp="1"/>
          </p:cNvSpPr>
          <p:nvPr/>
        </p:nvSpPr>
        <p:spPr>
          <a:xfrm xmlns:a="http://schemas.openxmlformats.org/drawingml/2006/main">
            <a:off x="238125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27" name="Shape 27">
            <a:extLst xmlns:a="http://schemas.openxmlformats.org/drawingml/2006/main">
              <a:ext uri="{FF2B5EF4-FFF2-40B4-BE49-F238E27FC236}">
                <a16:creationId xmlns:a16="http://schemas.microsoft.com/office/drawing/2014/main" id="{C021A6B1-0947-462D-86F8-B29E1F7FCFEA}"/>
              </a:ext>
            </a:extLst>
          </p:cNvPr>
          <p:cNvSpPr>
            <a:spLocks xmlns:a="http://schemas.openxmlformats.org/drawingml/2006/main" noGrp="1"/>
          </p:cNvSpPr>
          <p:nvPr/>
        </p:nvSpPr>
        <p:spPr>
          <a:xfrm xmlns:a="http://schemas.openxmlformats.org/drawingml/2006/main">
            <a:off x="2381250" y="4800600"/>
            <a:ext cx="1657350" cy="47625"/>
          </a:xfrm>
          <a:prstGeom xmlns:a="http://schemas.openxmlformats.org/drawingml/2006/main" prst="rect">
            <a:avLst/>
          </a:prstGeom>
          <a:solidFill xmlns:a="http://schemas.openxmlformats.org/drawingml/2006/main">
            <a:srgbClr val="2A5B84"/>
          </a:solidFill>
          <a:ln xmlns:a="http://schemas.openxmlformats.org/drawingml/2006/main" w="12700">
            <a:solidFill>
              <a:srgbClr val="2A5B84"/>
            </a:solidFill>
          </a:ln>
        </p:spPr>
      </p:sp>
      <p:sp>
        <p:nvSpPr>
          <p:cNvPr id="28" name="Text 28">
            <a:extLst xmlns:a="http://schemas.openxmlformats.org/drawingml/2006/main">
              <a:ext uri="{FF2B5EF4-FFF2-40B4-BE49-F238E27FC236}">
                <a16:creationId xmlns:a16="http://schemas.microsoft.com/office/drawing/2014/main" id="{3DEB43EE-A0C7-426C-99D7-EAB2697FB2A2}"/>
              </a:ext>
            </a:extLst>
          </p:cNvPr>
          <p:cNvSpPr>
            <a:spLocks xmlns:a="http://schemas.openxmlformats.org/drawingml/2006/main" noGrp="1"/>
          </p:cNvSpPr>
          <p:nvPr/>
        </p:nvSpPr>
        <p:spPr>
          <a:xfrm xmlns:a="http://schemas.openxmlformats.org/drawingml/2006/main">
            <a:off x="247650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Spring JDBC</a:t>
            </a:r>
            <a:endParaRPr sz="1400"/>
          </a:p>
          <a:p xmlns:a="http://schemas.openxmlformats.org/drawingml/2006/main">
            <a:pPr algn="ctr">
              <a:buNone/>
            </a:pPr>
            <a:r>
              <a:rPr sz="1400" b="0">
                <a:solidFill>
                  <a:srgbClr val="17212B"/>
                </a:solidFill>
                <a:latin typeface="Arial"/>
                <a:ea typeface="Arial"/>
                <a:cs typeface="Arial"/>
              </a:rPr>
              <a:t>Synthetic baseline</a:t>
            </a:r>
            <a:endParaRPr sz="1400"/>
          </a:p>
        </p:txBody>
      </p:sp>
      <p:sp>
        <p:nvSpPr>
          <p:cNvPr id="29" name="Shape 29">
            <a:extLst xmlns:a="http://schemas.openxmlformats.org/drawingml/2006/main">
              <a:ext uri="{FF2B5EF4-FFF2-40B4-BE49-F238E27FC236}">
                <a16:creationId xmlns:a16="http://schemas.microsoft.com/office/drawing/2014/main" id="{8C5185FC-D4AB-4116-A775-8C00F3B41A6F}"/>
              </a:ext>
            </a:extLst>
          </p:cNvPr>
          <p:cNvSpPr>
            <a:spLocks xmlns:a="http://schemas.openxmlformats.org/drawingml/2006/main" noGrp="1"/>
          </p:cNvSpPr>
          <p:nvPr/>
        </p:nvSpPr>
        <p:spPr>
          <a:xfrm xmlns:a="http://schemas.openxmlformats.org/drawingml/2006/main">
            <a:off x="419100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30" name="Shape 30">
            <a:extLst xmlns:a="http://schemas.openxmlformats.org/drawingml/2006/main">
              <a:ext uri="{FF2B5EF4-FFF2-40B4-BE49-F238E27FC236}">
                <a16:creationId xmlns:a16="http://schemas.microsoft.com/office/drawing/2014/main" id="{9F2092F5-3937-460D-9A49-3D4D6EB17882}"/>
              </a:ext>
            </a:extLst>
          </p:cNvPr>
          <p:cNvSpPr>
            <a:spLocks xmlns:a="http://schemas.openxmlformats.org/drawingml/2006/main" noGrp="1"/>
          </p:cNvSpPr>
          <p:nvPr/>
        </p:nvSpPr>
        <p:spPr>
          <a:xfrm xmlns:a="http://schemas.openxmlformats.org/drawingml/2006/main">
            <a:off x="430530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981B1E"/>
            </a:solidFill>
          </a:ln>
        </p:spPr>
      </p:sp>
      <p:pic>
        <p:nvPicPr>
          <p:cNvPr id="97" name="Picture 31"/>
          <p:cNvPicPr>
            <a:picLocks xmlns:a="http://schemas.openxmlformats.org/drawingml/2006/main" noChangeAspect="1"/>
          </p:cNvPicPr>
          <p:nvPr/>
        </p:nvPicPr>
        <p:blipFill>
          <a:blip xmlns:r="http://schemas.openxmlformats.org/officeDocument/2006/relationships" xmlns:a="http://schemas.openxmlformats.org/drawingml/2006/main" r:embed="R711925a3922441ad"/>
          <a:stretch xmlns:a="http://schemas.openxmlformats.org/drawingml/2006/main">
            <a:fillRect l="0" t="0" r="0" b="0"/>
          </a:stretch>
        </p:blipFill>
        <p:spPr>
          <a:xfrm xmlns:a="http://schemas.openxmlformats.org/drawingml/2006/main">
            <a:off x="4400550" y="4200525"/>
            <a:ext cx="190500" cy="190500"/>
          </a:xfrm>
          <a:prstGeom xmlns:a="http://schemas.openxmlformats.org/drawingml/2006/main" prst="rect">
            <a:avLst/>
          </a:prstGeom>
          <a:ln xmlns:a="http://schemas.openxmlformats.org/drawingml/2006/main">
            <a:noFill/>
          </a:ln>
        </p:spPr>
      </p:pic>
      <p:sp>
        <p:nvSpPr>
          <p:cNvPr id="32" name="Text 32">
            <a:extLst xmlns:a="http://schemas.openxmlformats.org/drawingml/2006/main">
              <a:ext uri="{FF2B5EF4-FFF2-40B4-BE49-F238E27FC236}">
                <a16:creationId xmlns:a16="http://schemas.microsoft.com/office/drawing/2014/main" id="{AC82AC42-F247-42E4-A2EF-7BAFA88B3F82}"/>
              </a:ext>
            </a:extLst>
          </p:cNvPr>
          <p:cNvSpPr>
            <a:spLocks xmlns:a="http://schemas.openxmlformats.org/drawingml/2006/main" noGrp="1"/>
          </p:cNvSpPr>
          <p:nvPr/>
        </p:nvSpPr>
        <p:spPr>
          <a:xfrm xmlns:a="http://schemas.openxmlformats.org/drawingml/2006/main">
            <a:off x="476250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981B1E"/>
                </a:solidFill>
                <a:latin typeface="Arial"/>
                <a:ea typeface="Arial"/>
                <a:cs typeface="Arial"/>
              </a:rPr>
              <a:t>Risk Signal</a:t>
            </a:r>
            <a:endParaRPr sz="1200"/>
          </a:p>
          <a:p xmlns:a="http://schemas.openxmlformats.org/drawingml/2006/main">
            <a:pPr algn="l">
              <a:buNone/>
            </a:pPr>
            <a:r>
              <a:rPr sz="1200" b="1">
                <a:solidFill>
                  <a:srgbClr val="981B1E"/>
                </a:solidFill>
                <a:latin typeface="Arial"/>
                <a:ea typeface="Arial"/>
                <a:cs typeface="Arial"/>
              </a:rPr>
              <a:t>DetectorPort</a:t>
            </a:r>
            <a:endParaRPr sz="1200"/>
          </a:p>
        </p:txBody>
      </p:sp>
      <p:sp>
        <p:nvSpPr>
          <p:cNvPr id="33" name="Shape 33">
            <a:extLst xmlns:a="http://schemas.openxmlformats.org/drawingml/2006/main">
              <a:ext uri="{FF2B5EF4-FFF2-40B4-BE49-F238E27FC236}">
                <a16:creationId xmlns:a16="http://schemas.microsoft.com/office/drawing/2014/main" id="{514DB2A5-B675-4321-BFC4-525957493E69}"/>
              </a:ext>
            </a:extLst>
          </p:cNvPr>
          <p:cNvSpPr>
            <a:spLocks xmlns:a="http://schemas.openxmlformats.org/drawingml/2006/main" noGrp="1"/>
          </p:cNvSpPr>
          <p:nvPr/>
        </p:nvSpPr>
        <p:spPr>
          <a:xfrm xmlns:a="http://schemas.openxmlformats.org/drawingml/2006/main">
            <a:off x="419100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34" name="Shape 34">
            <a:extLst xmlns:a="http://schemas.openxmlformats.org/drawingml/2006/main">
              <a:ext uri="{FF2B5EF4-FFF2-40B4-BE49-F238E27FC236}">
                <a16:creationId xmlns:a16="http://schemas.microsoft.com/office/drawing/2014/main" id="{0538ACDC-642A-4434-AB53-72ECDB6FA2A3}"/>
              </a:ext>
            </a:extLst>
          </p:cNvPr>
          <p:cNvSpPr>
            <a:spLocks xmlns:a="http://schemas.openxmlformats.org/drawingml/2006/main" noGrp="1"/>
          </p:cNvSpPr>
          <p:nvPr/>
        </p:nvSpPr>
        <p:spPr>
          <a:xfrm xmlns:a="http://schemas.openxmlformats.org/drawingml/2006/main">
            <a:off x="4191000" y="4800600"/>
            <a:ext cx="1657350" cy="47625"/>
          </a:xfrm>
          <a:prstGeom xmlns:a="http://schemas.openxmlformats.org/drawingml/2006/main" prst="rect">
            <a:avLst/>
          </a:prstGeom>
          <a:solidFill xmlns:a="http://schemas.openxmlformats.org/drawingml/2006/main">
            <a:srgbClr val="981B1E"/>
          </a:solidFill>
          <a:ln xmlns:a="http://schemas.openxmlformats.org/drawingml/2006/main" w="12700">
            <a:solidFill>
              <a:srgbClr val="981B1E"/>
            </a:solidFill>
          </a:ln>
        </p:spPr>
      </p:sp>
      <p:sp>
        <p:nvSpPr>
          <p:cNvPr id="35" name="Text 35">
            <a:extLst xmlns:a="http://schemas.openxmlformats.org/drawingml/2006/main">
              <a:ext uri="{FF2B5EF4-FFF2-40B4-BE49-F238E27FC236}">
                <a16:creationId xmlns:a16="http://schemas.microsoft.com/office/drawing/2014/main" id="{C65071B4-4E8D-47D4-A001-6561D47D6F01}"/>
              </a:ext>
            </a:extLst>
          </p:cNvPr>
          <p:cNvSpPr>
            <a:spLocks xmlns:a="http://schemas.openxmlformats.org/drawingml/2006/main" noGrp="1"/>
          </p:cNvSpPr>
          <p:nvPr/>
        </p:nvSpPr>
        <p:spPr>
          <a:xfrm xmlns:a="http://schemas.openxmlformats.org/drawingml/2006/main">
            <a:off x="428625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No-op · Bayesian · Fuzzy</a:t>
            </a:r>
            <a:endParaRPr sz="1400"/>
          </a:p>
          <a:p xmlns:a="http://schemas.openxmlformats.org/drawingml/2006/main">
            <a:pPr algn="ctr">
              <a:buNone/>
            </a:pPr>
            <a:r>
              <a:rPr sz="1400" b="0">
                <a:solidFill>
                  <a:srgbClr val="17212B"/>
                </a:solidFill>
                <a:latin typeface="Arial"/>
                <a:ea typeface="Arial"/>
                <a:cs typeface="Arial"/>
              </a:rPr>
              <a:t>Random Forest delivered</a:t>
            </a:r>
            <a:endParaRPr sz="1400"/>
          </a:p>
        </p:txBody>
      </p:sp>
      <p:sp>
        <p:nvSpPr>
          <p:cNvPr id="36" name="Shape 36">
            <a:extLst xmlns:a="http://schemas.openxmlformats.org/drawingml/2006/main">
              <a:ext uri="{FF2B5EF4-FFF2-40B4-BE49-F238E27FC236}">
                <a16:creationId xmlns:a16="http://schemas.microsoft.com/office/drawing/2014/main" id="{5CDBE40F-1465-4C11-BE1B-2940499B0127}"/>
              </a:ext>
            </a:extLst>
          </p:cNvPr>
          <p:cNvSpPr>
            <a:spLocks xmlns:a="http://schemas.openxmlformats.org/drawingml/2006/main" noGrp="1"/>
          </p:cNvSpPr>
          <p:nvPr/>
        </p:nvSpPr>
        <p:spPr>
          <a:xfrm xmlns:a="http://schemas.openxmlformats.org/drawingml/2006/main">
            <a:off x="600075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37" name="Shape 37">
            <a:extLst xmlns:a="http://schemas.openxmlformats.org/drawingml/2006/main">
              <a:ext uri="{FF2B5EF4-FFF2-40B4-BE49-F238E27FC236}">
                <a16:creationId xmlns:a16="http://schemas.microsoft.com/office/drawing/2014/main" id="{F8C271B8-1773-4041-A9A3-6CEA15E1ED60}"/>
              </a:ext>
            </a:extLst>
          </p:cNvPr>
          <p:cNvSpPr>
            <a:spLocks xmlns:a="http://schemas.openxmlformats.org/drawingml/2006/main" noGrp="1"/>
          </p:cNvSpPr>
          <p:nvPr/>
        </p:nvSpPr>
        <p:spPr>
          <a:xfrm xmlns:a="http://schemas.openxmlformats.org/drawingml/2006/main">
            <a:off x="611505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04" name="Picture 38"/>
          <p:cNvPicPr>
            <a:picLocks xmlns:a="http://schemas.openxmlformats.org/drawingml/2006/main" noChangeAspect="1"/>
          </p:cNvPicPr>
          <p:nvPr/>
        </p:nvPicPr>
        <p:blipFill>
          <a:blip xmlns:r="http://schemas.openxmlformats.org/officeDocument/2006/relationships" xmlns:a="http://schemas.openxmlformats.org/drawingml/2006/main" r:embed="Radfbb01ee9084bd3"/>
          <a:stretch xmlns:a="http://schemas.openxmlformats.org/drawingml/2006/main">
            <a:fillRect l="0" t="0" r="0" b="0"/>
          </a:stretch>
        </p:blipFill>
        <p:spPr>
          <a:xfrm xmlns:a="http://schemas.openxmlformats.org/drawingml/2006/main">
            <a:off x="6210300" y="4200525"/>
            <a:ext cx="190500" cy="190500"/>
          </a:xfrm>
          <a:prstGeom xmlns:a="http://schemas.openxmlformats.org/drawingml/2006/main" prst="rect">
            <a:avLst/>
          </a:prstGeom>
          <a:ln xmlns:a="http://schemas.openxmlformats.org/drawingml/2006/main">
            <a:noFill/>
          </a:ln>
        </p:spPr>
      </p:pic>
      <p:sp>
        <p:nvSpPr>
          <p:cNvPr id="39" name="Text 39">
            <a:extLst xmlns:a="http://schemas.openxmlformats.org/drawingml/2006/main">
              <a:ext uri="{FF2B5EF4-FFF2-40B4-BE49-F238E27FC236}">
                <a16:creationId xmlns:a16="http://schemas.microsoft.com/office/drawing/2014/main" id="{C4747A11-326A-470B-A611-B9545F5E5544}"/>
              </a:ext>
            </a:extLst>
          </p:cNvPr>
          <p:cNvSpPr>
            <a:spLocks xmlns:a="http://schemas.openxmlformats.org/drawingml/2006/main" noGrp="1"/>
          </p:cNvSpPr>
          <p:nvPr/>
        </p:nvSpPr>
        <p:spPr>
          <a:xfrm xmlns:a="http://schemas.openxmlformats.org/drawingml/2006/main">
            <a:off x="657225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00" b="1">
                <a:solidFill>
                  <a:srgbClr val="981B1E"/>
                </a:solidFill>
                <a:latin typeface="Arial"/>
                <a:ea typeface="Arial"/>
                <a:cs typeface="Arial"/>
              </a:rPr>
              <a:t>Policy</a:t>
            </a:r>
            <a:endParaRPr sz="1000"/>
          </a:p>
          <a:p xmlns:a="http://schemas.openxmlformats.org/drawingml/2006/main">
            <a:pPr algn="l">
              <a:buNone/>
            </a:pPr>
            <a:r>
              <a:rPr sz="1000" b="1">
                <a:solidFill>
                  <a:srgbClr val="981B1E"/>
                </a:solidFill>
                <a:latin typeface="Arial"/>
                <a:ea typeface="Arial"/>
                <a:cs typeface="Arial"/>
              </a:rPr>
              <a:t>Knowledge</a:t>
            </a:r>
            <a:endParaRPr sz="1000"/>
          </a:p>
          <a:p xmlns:a="http://schemas.openxmlformats.org/drawingml/2006/main">
            <a:pPr algn="l">
              <a:buNone/>
            </a:pPr>
            <a:r>
              <a:rPr sz="1000" b="1">
                <a:solidFill>
                  <a:srgbClr val="981B1E"/>
                </a:solidFill>
                <a:latin typeface="Arial"/>
                <a:ea typeface="Arial"/>
                <a:cs typeface="Arial"/>
              </a:rPr>
              <a:t>Port</a:t>
            </a:r>
            <a:endParaRPr sz="1000"/>
          </a:p>
        </p:txBody>
      </p:sp>
      <p:sp>
        <p:nvSpPr>
          <p:cNvPr id="40" name="Shape 40">
            <a:extLst xmlns:a="http://schemas.openxmlformats.org/drawingml/2006/main">
              <a:ext uri="{FF2B5EF4-FFF2-40B4-BE49-F238E27FC236}">
                <a16:creationId xmlns:a16="http://schemas.microsoft.com/office/drawing/2014/main" id="{D195C6C8-9D3B-4D8C-9B5D-F9EC5DA73038}"/>
              </a:ext>
            </a:extLst>
          </p:cNvPr>
          <p:cNvSpPr>
            <a:spLocks xmlns:a="http://schemas.openxmlformats.org/drawingml/2006/main" noGrp="1"/>
          </p:cNvSpPr>
          <p:nvPr/>
        </p:nvSpPr>
        <p:spPr>
          <a:xfrm xmlns:a="http://schemas.openxmlformats.org/drawingml/2006/main">
            <a:off x="600075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41" name="Shape 41">
            <a:extLst xmlns:a="http://schemas.openxmlformats.org/drawingml/2006/main">
              <a:ext uri="{FF2B5EF4-FFF2-40B4-BE49-F238E27FC236}">
                <a16:creationId xmlns:a16="http://schemas.microsoft.com/office/drawing/2014/main" id="{8FDF0A27-4DBC-4A5E-AA5B-4792BF0891F2}"/>
              </a:ext>
            </a:extLst>
          </p:cNvPr>
          <p:cNvSpPr>
            <a:spLocks xmlns:a="http://schemas.openxmlformats.org/drawingml/2006/main" noGrp="1"/>
          </p:cNvSpPr>
          <p:nvPr/>
        </p:nvSpPr>
        <p:spPr>
          <a:xfrm xmlns:a="http://schemas.openxmlformats.org/drawingml/2006/main">
            <a:off x="6000750" y="4800600"/>
            <a:ext cx="1657350" cy="47625"/>
          </a:xfrm>
          <a:prstGeom xmlns:a="http://schemas.openxmlformats.org/drawingml/2006/main" prst="rect">
            <a:avLst/>
          </a:prstGeom>
          <a:solidFill xmlns:a="http://schemas.openxmlformats.org/drawingml/2006/main">
            <a:srgbClr val="1F7A5A"/>
          </a:solidFill>
          <a:ln xmlns:a="http://schemas.openxmlformats.org/drawingml/2006/main" w="12700">
            <a:solidFill>
              <a:srgbClr val="1F7A5A"/>
            </a:solidFill>
          </a:ln>
        </p:spPr>
      </p:sp>
      <p:sp>
        <p:nvSpPr>
          <p:cNvPr id="42" name="Text 42">
            <a:extLst xmlns:a="http://schemas.openxmlformats.org/drawingml/2006/main">
              <a:ext uri="{FF2B5EF4-FFF2-40B4-BE49-F238E27FC236}">
                <a16:creationId xmlns:a16="http://schemas.microsoft.com/office/drawing/2014/main" id="{0925E316-405C-467A-971F-25BF80E26DA6}"/>
              </a:ext>
            </a:extLst>
          </p:cNvPr>
          <p:cNvSpPr>
            <a:spLocks xmlns:a="http://schemas.openxmlformats.org/drawingml/2006/main" noGrp="1"/>
          </p:cNvSpPr>
          <p:nvPr/>
        </p:nvSpPr>
        <p:spPr>
          <a:xfrm xmlns:a="http://schemas.openxmlformats.org/drawingml/2006/main">
            <a:off x="609600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pgvector + MiniLM</a:t>
            </a:r>
            <a:endParaRPr sz="1400"/>
          </a:p>
          <a:p xmlns:a="http://schemas.openxmlformats.org/drawingml/2006/main">
            <a:pPr algn="ctr">
              <a:buNone/>
            </a:pPr>
            <a:r>
              <a:rPr sz="1400" b="0">
                <a:solidFill>
                  <a:srgbClr val="17212B"/>
                </a:solidFill>
                <a:latin typeface="Arial"/>
                <a:ea typeface="Arial"/>
                <a:cs typeface="Arial"/>
              </a:rPr>
              <a:t>Static baseline</a:t>
            </a:r>
            <a:endParaRPr sz="1400"/>
          </a:p>
        </p:txBody>
      </p:sp>
      <p:sp>
        <p:nvSpPr>
          <p:cNvPr id="43" name="Shape 43">
            <a:extLst xmlns:a="http://schemas.openxmlformats.org/drawingml/2006/main">
              <a:ext uri="{FF2B5EF4-FFF2-40B4-BE49-F238E27FC236}">
                <a16:creationId xmlns:a16="http://schemas.microsoft.com/office/drawing/2014/main" id="{6700CD84-0D6A-413C-81EA-5B5E72B06718}"/>
              </a:ext>
            </a:extLst>
          </p:cNvPr>
          <p:cNvSpPr>
            <a:spLocks xmlns:a="http://schemas.openxmlformats.org/drawingml/2006/main" noGrp="1"/>
          </p:cNvSpPr>
          <p:nvPr/>
        </p:nvSpPr>
        <p:spPr>
          <a:xfrm xmlns:a="http://schemas.openxmlformats.org/drawingml/2006/main">
            <a:off x="781050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44" name="Shape 44">
            <a:extLst xmlns:a="http://schemas.openxmlformats.org/drawingml/2006/main">
              <a:ext uri="{FF2B5EF4-FFF2-40B4-BE49-F238E27FC236}">
                <a16:creationId xmlns:a16="http://schemas.microsoft.com/office/drawing/2014/main" id="{F95562EA-A5AF-422B-9935-56E1B6B7228A}"/>
              </a:ext>
            </a:extLst>
          </p:cNvPr>
          <p:cNvSpPr>
            <a:spLocks xmlns:a="http://schemas.openxmlformats.org/drawingml/2006/main" noGrp="1"/>
          </p:cNvSpPr>
          <p:nvPr/>
        </p:nvSpPr>
        <p:spPr>
          <a:xfrm xmlns:a="http://schemas.openxmlformats.org/drawingml/2006/main">
            <a:off x="792480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B46B13"/>
            </a:solidFill>
          </a:ln>
        </p:spPr>
      </p:sp>
      <p:pic>
        <p:nvPicPr>
          <p:cNvPr id="111" name="Picture 45"/>
          <p:cNvPicPr>
            <a:picLocks xmlns:a="http://schemas.openxmlformats.org/drawingml/2006/main" noChangeAspect="1"/>
          </p:cNvPicPr>
          <p:nvPr/>
        </p:nvPicPr>
        <p:blipFill>
          <a:blip xmlns:r="http://schemas.openxmlformats.org/officeDocument/2006/relationships" xmlns:a="http://schemas.openxmlformats.org/drawingml/2006/main" r:embed="Rcdbc9a865ee24713"/>
          <a:stretch xmlns:a="http://schemas.openxmlformats.org/drawingml/2006/main">
            <a:fillRect l="0" t="0" r="0" b="0"/>
          </a:stretch>
        </p:blipFill>
        <p:spPr>
          <a:xfrm xmlns:a="http://schemas.openxmlformats.org/drawingml/2006/main">
            <a:off x="8020050" y="4200525"/>
            <a:ext cx="190500" cy="190500"/>
          </a:xfrm>
          <a:prstGeom xmlns:a="http://schemas.openxmlformats.org/drawingml/2006/main" prst="rect">
            <a:avLst/>
          </a:prstGeom>
          <a:ln xmlns:a="http://schemas.openxmlformats.org/drawingml/2006/main">
            <a:noFill/>
          </a:ln>
        </p:spPr>
      </p:pic>
      <p:sp>
        <p:nvSpPr>
          <p:cNvPr id="46" name="Text 46">
            <a:extLst xmlns:a="http://schemas.openxmlformats.org/drawingml/2006/main">
              <a:ext uri="{FF2B5EF4-FFF2-40B4-BE49-F238E27FC236}">
                <a16:creationId xmlns:a16="http://schemas.microsoft.com/office/drawing/2014/main" id="{631A2C9E-C441-4B3D-BD18-6C69D3F99FFB}"/>
              </a:ext>
            </a:extLst>
          </p:cNvPr>
          <p:cNvSpPr>
            <a:spLocks xmlns:a="http://schemas.openxmlformats.org/drawingml/2006/main" noGrp="1"/>
          </p:cNvSpPr>
          <p:nvPr/>
        </p:nvSpPr>
        <p:spPr>
          <a:xfrm xmlns:a="http://schemas.openxmlformats.org/drawingml/2006/main">
            <a:off x="838200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981B1E"/>
                </a:solidFill>
                <a:latin typeface="Arial"/>
                <a:ea typeface="Arial"/>
                <a:cs typeface="Arial"/>
              </a:rPr>
              <a:t>Analysis</a:t>
            </a:r>
            <a:endParaRPr sz="1200"/>
          </a:p>
          <a:p xmlns:a="http://schemas.openxmlformats.org/drawingml/2006/main">
            <a:pPr algn="l">
              <a:buNone/>
            </a:pPr>
            <a:r>
              <a:rPr sz="1200" b="1">
                <a:solidFill>
                  <a:srgbClr val="981B1E"/>
                </a:solidFill>
                <a:latin typeface="Arial"/>
                <a:ea typeface="Arial"/>
                <a:cs typeface="Arial"/>
              </a:rPr>
              <a:t>ModelPort</a:t>
            </a:r>
            <a:endParaRPr sz="1200"/>
          </a:p>
        </p:txBody>
      </p:sp>
      <p:sp>
        <p:nvSpPr>
          <p:cNvPr id="47" name="Shape 47">
            <a:extLst xmlns:a="http://schemas.openxmlformats.org/drawingml/2006/main">
              <a:ext uri="{FF2B5EF4-FFF2-40B4-BE49-F238E27FC236}">
                <a16:creationId xmlns:a16="http://schemas.microsoft.com/office/drawing/2014/main" id="{FFF0F229-8B0B-4FEF-BB0D-48A9801344C2}"/>
              </a:ext>
            </a:extLst>
          </p:cNvPr>
          <p:cNvSpPr>
            <a:spLocks xmlns:a="http://schemas.openxmlformats.org/drawingml/2006/main" noGrp="1"/>
          </p:cNvSpPr>
          <p:nvPr/>
        </p:nvSpPr>
        <p:spPr>
          <a:xfrm xmlns:a="http://schemas.openxmlformats.org/drawingml/2006/main">
            <a:off x="781050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48" name="Shape 48">
            <a:extLst xmlns:a="http://schemas.openxmlformats.org/drawingml/2006/main">
              <a:ext uri="{FF2B5EF4-FFF2-40B4-BE49-F238E27FC236}">
                <a16:creationId xmlns:a16="http://schemas.microsoft.com/office/drawing/2014/main" id="{AFCDE031-1019-4C10-B4CE-B89BF10C140D}"/>
              </a:ext>
            </a:extLst>
          </p:cNvPr>
          <p:cNvSpPr>
            <a:spLocks xmlns:a="http://schemas.openxmlformats.org/drawingml/2006/main" noGrp="1"/>
          </p:cNvSpPr>
          <p:nvPr/>
        </p:nvSpPr>
        <p:spPr>
          <a:xfrm xmlns:a="http://schemas.openxmlformats.org/drawingml/2006/main">
            <a:off x="7810500" y="4800600"/>
            <a:ext cx="1657350" cy="47625"/>
          </a:xfrm>
          <a:prstGeom xmlns:a="http://schemas.openxmlformats.org/drawingml/2006/main" prst="rect">
            <a:avLst/>
          </a:prstGeom>
          <a:solidFill xmlns:a="http://schemas.openxmlformats.org/drawingml/2006/main">
            <a:srgbClr val="B46B13"/>
          </a:solidFill>
          <a:ln xmlns:a="http://schemas.openxmlformats.org/drawingml/2006/main" w="12700">
            <a:solidFill>
              <a:srgbClr val="B46B13"/>
            </a:solidFill>
          </a:ln>
        </p:spPr>
      </p:sp>
      <p:sp>
        <p:nvSpPr>
          <p:cNvPr id="49" name="Text 49">
            <a:extLst xmlns:a="http://schemas.openxmlformats.org/drawingml/2006/main">
              <a:ext uri="{FF2B5EF4-FFF2-40B4-BE49-F238E27FC236}">
                <a16:creationId xmlns:a16="http://schemas.microsoft.com/office/drawing/2014/main" id="{1802D2F8-B651-47F4-9FE6-0EFBA53656F2}"/>
              </a:ext>
            </a:extLst>
          </p:cNvPr>
          <p:cNvSpPr>
            <a:spLocks xmlns:a="http://schemas.openxmlformats.org/drawingml/2006/main" noGrp="1"/>
          </p:cNvSpPr>
          <p:nvPr/>
        </p:nvSpPr>
        <p:spPr>
          <a:xfrm xmlns:a="http://schemas.openxmlformats.org/drawingml/2006/main">
            <a:off x="790575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Deterministic</a:t>
            </a:r>
            <a:endParaRPr sz="1400"/>
          </a:p>
          <a:p xmlns:a="http://schemas.openxmlformats.org/drawingml/2006/main">
            <a:pPr algn="ctr">
              <a:buNone/>
            </a:pPr>
            <a:r>
              <a:rPr sz="1400" b="0">
                <a:solidFill>
                  <a:srgbClr val="17212B"/>
                </a:solidFill>
                <a:latin typeface="Arial"/>
                <a:ea typeface="Arial"/>
                <a:cs typeface="Arial"/>
              </a:rPr>
              <a:t>Provider adapters</a:t>
            </a:r>
            <a:endParaRPr sz="1400"/>
          </a:p>
        </p:txBody>
      </p:sp>
      <p:sp>
        <p:nvSpPr>
          <p:cNvPr id="50" name="Shape 50">
            <a:extLst xmlns:a="http://schemas.openxmlformats.org/drawingml/2006/main">
              <a:ext uri="{FF2B5EF4-FFF2-40B4-BE49-F238E27FC236}">
                <a16:creationId xmlns:a16="http://schemas.microsoft.com/office/drawing/2014/main" id="{87547825-446C-4BC0-B975-D510990F4CED}"/>
              </a:ext>
            </a:extLst>
          </p:cNvPr>
          <p:cNvSpPr>
            <a:spLocks xmlns:a="http://schemas.openxmlformats.org/drawingml/2006/main" noGrp="1"/>
          </p:cNvSpPr>
          <p:nvPr/>
        </p:nvSpPr>
        <p:spPr>
          <a:xfrm xmlns:a="http://schemas.openxmlformats.org/drawingml/2006/main">
            <a:off x="962025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51" name="Shape 51">
            <a:extLst xmlns:a="http://schemas.openxmlformats.org/drawingml/2006/main">
              <a:ext uri="{FF2B5EF4-FFF2-40B4-BE49-F238E27FC236}">
                <a16:creationId xmlns:a16="http://schemas.microsoft.com/office/drawing/2014/main" id="{3691D82E-28A2-4B4F-B8F0-09EFEBBD9DBD}"/>
              </a:ext>
            </a:extLst>
          </p:cNvPr>
          <p:cNvSpPr>
            <a:spLocks xmlns:a="http://schemas.openxmlformats.org/drawingml/2006/main" noGrp="1"/>
          </p:cNvSpPr>
          <p:nvPr/>
        </p:nvSpPr>
        <p:spPr>
          <a:xfrm xmlns:a="http://schemas.openxmlformats.org/drawingml/2006/main">
            <a:off x="973455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384754"/>
            </a:solidFill>
          </a:ln>
        </p:spPr>
      </p:sp>
      <p:pic>
        <p:nvPicPr>
          <p:cNvPr id="118" name="Picture 52"/>
          <p:cNvPicPr>
            <a:picLocks xmlns:a="http://schemas.openxmlformats.org/drawingml/2006/main" noChangeAspect="1"/>
          </p:cNvPicPr>
          <p:nvPr/>
        </p:nvPicPr>
        <p:blipFill>
          <a:blip xmlns:r="http://schemas.openxmlformats.org/officeDocument/2006/relationships" xmlns:a="http://schemas.openxmlformats.org/drawingml/2006/main" r:embed="R9766a4c8480b4e37"/>
          <a:stretch xmlns:a="http://schemas.openxmlformats.org/drawingml/2006/main">
            <a:fillRect l="0" t="0" r="0" b="0"/>
          </a:stretch>
        </p:blipFill>
        <p:spPr>
          <a:xfrm xmlns:a="http://schemas.openxmlformats.org/drawingml/2006/main">
            <a:off x="9829800" y="4200525"/>
            <a:ext cx="190500" cy="190500"/>
          </a:xfrm>
          <a:prstGeom xmlns:a="http://schemas.openxmlformats.org/drawingml/2006/main" prst="rect">
            <a:avLst/>
          </a:prstGeom>
          <a:ln xmlns:a="http://schemas.openxmlformats.org/drawingml/2006/main">
            <a:noFill/>
          </a:ln>
        </p:spPr>
      </p:pic>
      <p:sp>
        <p:nvSpPr>
          <p:cNvPr id="53" name="Text 53">
            <a:extLst xmlns:a="http://schemas.openxmlformats.org/drawingml/2006/main">
              <a:ext uri="{FF2B5EF4-FFF2-40B4-BE49-F238E27FC236}">
                <a16:creationId xmlns:a16="http://schemas.microsoft.com/office/drawing/2014/main" id="{C14225A3-9EE0-4C58-A777-D13EBF8928C6}"/>
              </a:ext>
            </a:extLst>
          </p:cNvPr>
          <p:cNvSpPr>
            <a:spLocks xmlns:a="http://schemas.openxmlformats.org/drawingml/2006/main" noGrp="1"/>
          </p:cNvSpPr>
          <p:nvPr/>
        </p:nvSpPr>
        <p:spPr>
          <a:xfrm xmlns:a="http://schemas.openxmlformats.org/drawingml/2006/main">
            <a:off x="1019175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981B1E"/>
                </a:solidFill>
                <a:latin typeface="Arial"/>
                <a:ea typeface="Arial"/>
                <a:cs typeface="Arial"/>
              </a:rPr>
              <a:t>Analysis</a:t>
            </a:r>
            <a:endParaRPr sz="1200"/>
          </a:p>
          <a:p xmlns:a="http://schemas.openxmlformats.org/drawingml/2006/main">
            <a:pPr algn="l">
              <a:buNone/>
            </a:pPr>
            <a:r>
              <a:rPr sz="1200" b="1">
                <a:solidFill>
                  <a:srgbClr val="981B1E"/>
                </a:solidFill>
                <a:latin typeface="Arial"/>
                <a:ea typeface="Arial"/>
                <a:cs typeface="Arial"/>
              </a:rPr>
              <a:t>HistoryPort</a:t>
            </a:r>
            <a:endParaRPr sz="1200"/>
          </a:p>
        </p:txBody>
      </p:sp>
      <p:sp>
        <p:nvSpPr>
          <p:cNvPr id="54" name="Shape 54">
            <a:extLst xmlns:a="http://schemas.openxmlformats.org/drawingml/2006/main">
              <a:ext uri="{FF2B5EF4-FFF2-40B4-BE49-F238E27FC236}">
                <a16:creationId xmlns:a16="http://schemas.microsoft.com/office/drawing/2014/main" id="{9DB0FDCB-BA81-49E8-80B2-91168CC44DBB}"/>
              </a:ext>
            </a:extLst>
          </p:cNvPr>
          <p:cNvSpPr>
            <a:spLocks xmlns:a="http://schemas.openxmlformats.org/drawingml/2006/main" noGrp="1"/>
          </p:cNvSpPr>
          <p:nvPr/>
        </p:nvSpPr>
        <p:spPr>
          <a:xfrm xmlns:a="http://schemas.openxmlformats.org/drawingml/2006/main">
            <a:off x="962025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55" name="Shape 55">
            <a:extLst xmlns:a="http://schemas.openxmlformats.org/drawingml/2006/main">
              <a:ext uri="{FF2B5EF4-FFF2-40B4-BE49-F238E27FC236}">
                <a16:creationId xmlns:a16="http://schemas.microsoft.com/office/drawing/2014/main" id="{3DDA7F06-EDC4-468C-8034-0CED39BBAF1D}"/>
              </a:ext>
            </a:extLst>
          </p:cNvPr>
          <p:cNvSpPr>
            <a:spLocks xmlns:a="http://schemas.openxmlformats.org/drawingml/2006/main" noGrp="1"/>
          </p:cNvSpPr>
          <p:nvPr/>
        </p:nvSpPr>
        <p:spPr>
          <a:xfrm xmlns:a="http://schemas.openxmlformats.org/drawingml/2006/main">
            <a:off x="9620250" y="4800600"/>
            <a:ext cx="1657350" cy="47625"/>
          </a:xfrm>
          <a:prstGeom xmlns:a="http://schemas.openxmlformats.org/drawingml/2006/main" prst="rect">
            <a:avLst/>
          </a:prstGeom>
          <a:solidFill xmlns:a="http://schemas.openxmlformats.org/drawingml/2006/main">
            <a:srgbClr val="384754"/>
          </a:solidFill>
          <a:ln xmlns:a="http://schemas.openxmlformats.org/drawingml/2006/main" w="12700">
            <a:solidFill>
              <a:srgbClr val="384754"/>
            </a:solidFill>
          </a:ln>
        </p:spPr>
      </p:sp>
      <p:sp>
        <p:nvSpPr>
          <p:cNvPr id="56" name="Text 56">
            <a:extLst xmlns:a="http://schemas.openxmlformats.org/drawingml/2006/main">
              <a:ext uri="{FF2B5EF4-FFF2-40B4-BE49-F238E27FC236}">
                <a16:creationId xmlns:a16="http://schemas.microsoft.com/office/drawing/2014/main" id="{C0D656A7-016F-4E52-898F-8BEC777A8603}"/>
              </a:ext>
            </a:extLst>
          </p:cNvPr>
          <p:cNvSpPr>
            <a:spLocks xmlns:a="http://schemas.openxmlformats.org/drawingml/2006/main" noGrp="1"/>
          </p:cNvSpPr>
          <p:nvPr/>
        </p:nvSpPr>
        <p:spPr>
          <a:xfrm xmlns:a="http://schemas.openxmlformats.org/drawingml/2006/main">
            <a:off x="971550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Spring JDBC</a:t>
            </a:r>
            <a:endParaRPr sz="1400"/>
          </a:p>
          <a:p xmlns:a="http://schemas.openxmlformats.org/drawingml/2006/main">
            <a:pPr algn="ctr">
              <a:buNone/>
            </a:pPr>
            <a:r>
              <a:rPr sz="1400" b="0">
                <a:solidFill>
                  <a:srgbClr val="17212B"/>
                </a:solidFill>
                <a:latin typeface="Arial"/>
                <a:ea typeface="Arial"/>
                <a:cs typeface="Arial"/>
              </a:rPr>
              <a:t>In-memory baseline</a:t>
            </a:r>
            <a:endParaRPr sz="1400"/>
          </a:p>
        </p:txBody>
      </p:sp>
      <p:sp>
        <p:nvSpPr>
          <p:cNvPr id="57" name="Text 57">
            <a:extLst xmlns:a="http://schemas.openxmlformats.org/drawingml/2006/main">
              <a:ext uri="{FF2B5EF4-FFF2-40B4-BE49-F238E27FC236}">
                <a16:creationId xmlns:a16="http://schemas.microsoft.com/office/drawing/2014/main" id="{C79CB1D3-3FDB-44BD-A0A0-D84541ED21D9}"/>
              </a:ext>
            </a:extLst>
          </p:cNvPr>
          <p:cNvSpPr>
            <a:spLocks xmlns:a="http://schemas.openxmlformats.org/drawingml/2006/main" noGrp="1"/>
          </p:cNvSpPr>
          <p:nvPr/>
        </p:nvSpPr>
        <p:spPr>
          <a:xfrm xmlns:a="http://schemas.openxmlformats.org/drawingml/2006/main">
            <a:off x="952500" y="5943600"/>
            <a:ext cx="102870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700" b="1">
                <a:solidFill>
                  <a:srgbClr val="5D6873"/>
                </a:solidFill>
                <a:latin typeface="Arial"/>
                <a:ea typeface="Arial"/>
                <a:cs typeface="Arial"/>
              </a:rPr>
              <a:t>Framework and provider types stop at the adapter boundary</a:t>
            </a:r>
            <a:endParaRPr sz="1700"/>
          </a:p>
        </p:txBody>
      </p:sp>
      <p:sp>
        <p:nvSpPr>
          <p:cNvPr id="58" name="Connector 58">
            <a:extLst xmlns:a="http://schemas.openxmlformats.org/drawingml/2006/main">
              <a:ext uri="{FF2B5EF4-FFF2-40B4-BE49-F238E27FC236}">
                <a16:creationId xmlns:a16="http://schemas.microsoft.com/office/drawing/2014/main" id="{C8C5CC2E-EAD4-4B75-AEC5-807C4A447722}"/>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59" name="Text 59">
            <a:extLst xmlns:a="http://schemas.openxmlformats.org/drawingml/2006/main">
              <a:ext uri="{FF2B5EF4-FFF2-40B4-BE49-F238E27FC236}">
                <a16:creationId xmlns:a16="http://schemas.microsoft.com/office/drawing/2014/main" id="{BB59216E-15FE-485B-8AD1-9EC8C3D483BA}"/>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60" name="Text 60">
            <a:extLst xmlns:a="http://schemas.openxmlformats.org/drawingml/2006/main">
              <a:ext uri="{FF2B5EF4-FFF2-40B4-BE49-F238E27FC236}">
                <a16:creationId xmlns:a16="http://schemas.microsoft.com/office/drawing/2014/main" id="{AC443E13-B1D0-4B71-BED5-FD9A3EB8AB75}"/>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7</a:t>
            </a:r>
            <a:endParaRPr sz="1000"/>
          </a:p>
        </p:txBody>
      </p:sp>
    </p:spTree>
    <p:extLst>
      <p:ext uri="{BB962C8B-B14F-4D97-AF65-F5344CB8AC3E}">
        <p14:creationId xmlns:p14="http://schemas.microsoft.com/office/powerpoint/2010/main" val="15235092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536A4B85-F356-4051-811E-CA594FB91D08}"/>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CONCENTRIC DELIVERY</a:t>
            </a:r>
            <a:endParaRPr sz="1100"/>
          </a:p>
        </p:txBody>
      </p:sp>
      <p:sp>
        <p:nvSpPr>
          <p:cNvPr id="3" name="Text 3">
            <a:extLst xmlns:a="http://schemas.openxmlformats.org/drawingml/2006/main">
              <a:ext uri="{FF2B5EF4-FFF2-40B4-BE49-F238E27FC236}">
                <a16:creationId xmlns:a16="http://schemas.microsoft.com/office/drawing/2014/main" id="{4B701E37-7B67-4810-8DD9-AC7056DFBAF4}"/>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Six delivery rings kept one deployable shell reviewable throughout the build</a:t>
            </a:r>
            <a:endParaRPr sz="3000"/>
          </a:p>
        </p:txBody>
      </p:sp>
      <p:sp>
        <p:nvSpPr>
          <p:cNvPr id="4" name="Shape 4">
            <a:extLst xmlns:a="http://schemas.openxmlformats.org/drawingml/2006/main">
              <a:ext uri="{FF2B5EF4-FFF2-40B4-BE49-F238E27FC236}">
                <a16:creationId xmlns:a16="http://schemas.microsoft.com/office/drawing/2014/main" id="{789E09A5-0DAF-40A0-B248-8CF17DF107A4}"/>
              </a:ext>
            </a:extLst>
          </p:cNvPr>
          <p:cNvSpPr>
            <a:spLocks xmlns:a="http://schemas.openxmlformats.org/drawingml/2006/main" noGrp="1"/>
          </p:cNvSpPr>
          <p:nvPr/>
        </p:nvSpPr>
        <p:spPr>
          <a:xfrm xmlns:a="http://schemas.openxmlformats.org/drawingml/2006/main">
            <a:off x="704850" y="1619250"/>
            <a:ext cx="4095750" cy="4095750"/>
          </a:xfrm>
          <a:prstGeom xmlns:a="http://schemas.openxmlformats.org/drawingml/2006/main" prst="ellipse">
            <a:avLst/>
          </a:prstGeom>
          <a:noFill xmlns:a="http://schemas.openxmlformats.org/drawingml/2006/main"/>
          <a:ln xmlns:a="http://schemas.openxmlformats.org/drawingml/2006/main" w="38100">
            <a:solidFill>
              <a:srgbClr val="981B1E"/>
            </a:solidFill>
          </a:ln>
        </p:spPr>
      </p:sp>
      <p:sp>
        <p:nvSpPr>
          <p:cNvPr id="5" name="Shape 5">
            <a:extLst xmlns:a="http://schemas.openxmlformats.org/drawingml/2006/main">
              <a:ext uri="{FF2B5EF4-FFF2-40B4-BE49-F238E27FC236}">
                <a16:creationId xmlns:a16="http://schemas.microsoft.com/office/drawing/2014/main" id="{82EDF44A-1752-446C-93C6-ADC4D602B3BF}"/>
              </a:ext>
            </a:extLst>
          </p:cNvPr>
          <p:cNvSpPr>
            <a:spLocks xmlns:a="http://schemas.openxmlformats.org/drawingml/2006/main" noGrp="1"/>
          </p:cNvSpPr>
          <p:nvPr/>
        </p:nvSpPr>
        <p:spPr>
          <a:xfrm xmlns:a="http://schemas.openxmlformats.org/drawingml/2006/main">
            <a:off x="990600" y="1905000"/>
            <a:ext cx="3524250" cy="3524250"/>
          </a:xfrm>
          <a:prstGeom xmlns:a="http://schemas.openxmlformats.org/drawingml/2006/main" prst="ellipse">
            <a:avLst/>
          </a:prstGeom>
          <a:noFill xmlns:a="http://schemas.openxmlformats.org/drawingml/2006/main"/>
          <a:ln xmlns:a="http://schemas.openxmlformats.org/drawingml/2006/main" w="38100">
            <a:solidFill>
              <a:srgbClr val="D71920"/>
            </a:solidFill>
          </a:ln>
        </p:spPr>
      </p:sp>
      <p:sp>
        <p:nvSpPr>
          <p:cNvPr id="6" name="Shape 6">
            <a:extLst xmlns:a="http://schemas.openxmlformats.org/drawingml/2006/main">
              <a:ext uri="{FF2B5EF4-FFF2-40B4-BE49-F238E27FC236}">
                <a16:creationId xmlns:a16="http://schemas.microsoft.com/office/drawing/2014/main" id="{48298E1C-673E-4BF6-8D33-3A39FC9BDCE2}"/>
              </a:ext>
            </a:extLst>
          </p:cNvPr>
          <p:cNvSpPr>
            <a:spLocks xmlns:a="http://schemas.openxmlformats.org/drawingml/2006/main" noGrp="1"/>
          </p:cNvSpPr>
          <p:nvPr/>
        </p:nvSpPr>
        <p:spPr>
          <a:xfrm xmlns:a="http://schemas.openxmlformats.org/drawingml/2006/main">
            <a:off x="1276350" y="2190750"/>
            <a:ext cx="2952750" cy="2952750"/>
          </a:xfrm>
          <a:prstGeom xmlns:a="http://schemas.openxmlformats.org/drawingml/2006/main" prst="ellipse">
            <a:avLst/>
          </a:prstGeom>
          <a:noFill xmlns:a="http://schemas.openxmlformats.org/drawingml/2006/main"/>
          <a:ln xmlns:a="http://schemas.openxmlformats.org/drawingml/2006/main" w="25400">
            <a:solidFill>
              <a:srgbClr val="C94D52"/>
            </a:solidFill>
          </a:ln>
        </p:spPr>
      </p:sp>
      <p:sp>
        <p:nvSpPr>
          <p:cNvPr id="7" name="Shape 7">
            <a:extLst xmlns:a="http://schemas.openxmlformats.org/drawingml/2006/main">
              <a:ext uri="{FF2B5EF4-FFF2-40B4-BE49-F238E27FC236}">
                <a16:creationId xmlns:a16="http://schemas.microsoft.com/office/drawing/2014/main" id="{85BFA4FA-6253-4086-9E79-2AE8606A0DD3}"/>
              </a:ext>
            </a:extLst>
          </p:cNvPr>
          <p:cNvSpPr>
            <a:spLocks xmlns:a="http://schemas.openxmlformats.org/drawingml/2006/main" noGrp="1"/>
          </p:cNvSpPr>
          <p:nvPr/>
        </p:nvSpPr>
        <p:spPr>
          <a:xfrm xmlns:a="http://schemas.openxmlformats.org/drawingml/2006/main">
            <a:off x="1562100" y="2476500"/>
            <a:ext cx="2381250" cy="2381250"/>
          </a:xfrm>
          <a:prstGeom xmlns:a="http://schemas.openxmlformats.org/drawingml/2006/main" prst="ellipse">
            <a:avLst/>
          </a:prstGeom>
          <a:noFill xmlns:a="http://schemas.openxmlformats.org/drawingml/2006/main"/>
          <a:ln xmlns:a="http://schemas.openxmlformats.org/drawingml/2006/main" w="25400">
            <a:solidFill>
              <a:srgbClr val="977176"/>
            </a:solidFill>
          </a:ln>
        </p:spPr>
      </p:sp>
      <p:sp>
        <p:nvSpPr>
          <p:cNvPr id="8" name="Shape 8">
            <a:extLst xmlns:a="http://schemas.openxmlformats.org/drawingml/2006/main">
              <a:ext uri="{FF2B5EF4-FFF2-40B4-BE49-F238E27FC236}">
                <a16:creationId xmlns:a16="http://schemas.microsoft.com/office/drawing/2014/main" id="{8AA0F9E8-C8DB-4F5C-B6F8-127CF13FFD8E}"/>
              </a:ext>
            </a:extLst>
          </p:cNvPr>
          <p:cNvSpPr>
            <a:spLocks xmlns:a="http://schemas.openxmlformats.org/drawingml/2006/main" noGrp="1"/>
          </p:cNvSpPr>
          <p:nvPr/>
        </p:nvSpPr>
        <p:spPr>
          <a:xfrm xmlns:a="http://schemas.openxmlformats.org/drawingml/2006/main">
            <a:off x="1847850" y="2762250"/>
            <a:ext cx="1809750" cy="1809750"/>
          </a:xfrm>
          <a:prstGeom xmlns:a="http://schemas.openxmlformats.org/drawingml/2006/main" prst="ellipse">
            <a:avLst/>
          </a:prstGeom>
          <a:noFill xmlns:a="http://schemas.openxmlformats.org/drawingml/2006/main"/>
          <a:ln xmlns:a="http://schemas.openxmlformats.org/drawingml/2006/main" w="25400">
            <a:solidFill>
              <a:srgbClr val="2A5B84"/>
            </a:solidFill>
          </a:ln>
        </p:spPr>
      </p:sp>
      <p:sp>
        <p:nvSpPr>
          <p:cNvPr id="9" name="Shape 9">
            <a:extLst xmlns:a="http://schemas.openxmlformats.org/drawingml/2006/main">
              <a:ext uri="{FF2B5EF4-FFF2-40B4-BE49-F238E27FC236}">
                <a16:creationId xmlns:a16="http://schemas.microsoft.com/office/drawing/2014/main" id="{112CA4EE-3E39-4068-B3D1-110A3319F51E}"/>
              </a:ext>
            </a:extLst>
          </p:cNvPr>
          <p:cNvSpPr>
            <a:spLocks xmlns:a="http://schemas.openxmlformats.org/drawingml/2006/main" noGrp="1"/>
          </p:cNvSpPr>
          <p:nvPr/>
        </p:nvSpPr>
        <p:spPr>
          <a:xfrm xmlns:a="http://schemas.openxmlformats.org/drawingml/2006/main">
            <a:off x="2228850" y="3143250"/>
            <a:ext cx="1047750" cy="1047750"/>
          </a:xfrm>
          <a:prstGeom xmlns:a="http://schemas.openxmlformats.org/drawingml/2006/main" prst="ellipse">
            <a:avLst/>
          </a:prstGeom>
          <a:solidFill xmlns:a="http://schemas.openxmlformats.org/drawingml/2006/main">
            <a:srgbClr val="FCEBEC"/>
          </a:solidFill>
          <a:ln xmlns:a="http://schemas.openxmlformats.org/drawingml/2006/main" w="25400">
            <a:solidFill>
              <a:srgbClr val="17212B"/>
            </a:solidFill>
          </a:ln>
        </p:spPr>
      </p:sp>
      <p:sp>
        <p:nvSpPr>
          <p:cNvPr id="10" name="Text 10">
            <a:extLst xmlns:a="http://schemas.openxmlformats.org/drawingml/2006/main">
              <a:ext uri="{FF2B5EF4-FFF2-40B4-BE49-F238E27FC236}">
                <a16:creationId xmlns:a16="http://schemas.microsoft.com/office/drawing/2014/main" id="{D1BD2DD5-612F-4BB5-B3FF-38C7C623474D}"/>
              </a:ext>
            </a:extLst>
          </p:cNvPr>
          <p:cNvSpPr>
            <a:spLocks xmlns:a="http://schemas.openxmlformats.org/drawingml/2006/main" noGrp="1"/>
          </p:cNvSpPr>
          <p:nvPr/>
        </p:nvSpPr>
        <p:spPr>
          <a:xfrm xmlns:a="http://schemas.openxmlformats.org/drawingml/2006/main">
            <a:off x="2428875" y="3314700"/>
            <a:ext cx="6477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2200" b="1">
                <a:solidFill>
                  <a:srgbClr val="17212B"/>
                </a:solidFill>
                <a:latin typeface="Arial"/>
                <a:ea typeface="Arial"/>
                <a:cs typeface="Arial"/>
              </a:rPr>
              <a:t>R0</a:t>
            </a:r>
            <a:endParaRPr sz="2200"/>
          </a:p>
        </p:txBody>
      </p:sp>
      <p:sp>
        <p:nvSpPr>
          <p:cNvPr id="11" name="Text 11">
            <a:extLst xmlns:a="http://schemas.openxmlformats.org/drawingml/2006/main">
              <a:ext uri="{FF2B5EF4-FFF2-40B4-BE49-F238E27FC236}">
                <a16:creationId xmlns:a16="http://schemas.microsoft.com/office/drawing/2014/main" id="{909EF732-C68E-491E-9D70-4727DA80643D}"/>
              </a:ext>
            </a:extLst>
          </p:cNvPr>
          <p:cNvSpPr>
            <a:spLocks xmlns:a="http://schemas.openxmlformats.org/drawingml/2006/main" noGrp="1"/>
          </p:cNvSpPr>
          <p:nvPr/>
        </p:nvSpPr>
        <p:spPr>
          <a:xfrm xmlns:a="http://schemas.openxmlformats.org/drawingml/2006/main">
            <a:off x="2428875" y="2800350"/>
            <a:ext cx="6477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2A5B84"/>
                </a:solidFill>
                <a:latin typeface="Arial"/>
                <a:ea typeface="Arial"/>
                <a:cs typeface="Arial"/>
              </a:rPr>
              <a:t>R1</a:t>
            </a:r>
            <a:endParaRPr sz="1300"/>
          </a:p>
        </p:txBody>
      </p:sp>
      <p:sp>
        <p:nvSpPr>
          <p:cNvPr id="12" name="Text 12">
            <a:extLst xmlns:a="http://schemas.openxmlformats.org/drawingml/2006/main">
              <a:ext uri="{FF2B5EF4-FFF2-40B4-BE49-F238E27FC236}">
                <a16:creationId xmlns:a16="http://schemas.microsoft.com/office/drawing/2014/main" id="{1EE569D2-FE07-41C2-8607-8B5C7FDF62BE}"/>
              </a:ext>
            </a:extLst>
          </p:cNvPr>
          <p:cNvSpPr>
            <a:spLocks xmlns:a="http://schemas.openxmlformats.org/drawingml/2006/main" noGrp="1"/>
          </p:cNvSpPr>
          <p:nvPr/>
        </p:nvSpPr>
        <p:spPr>
          <a:xfrm xmlns:a="http://schemas.openxmlformats.org/drawingml/2006/main">
            <a:off x="2428875" y="2514600"/>
            <a:ext cx="6477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977176"/>
                </a:solidFill>
                <a:latin typeface="Arial"/>
                <a:ea typeface="Arial"/>
                <a:cs typeface="Arial"/>
              </a:rPr>
              <a:t>R2</a:t>
            </a:r>
            <a:endParaRPr sz="1300"/>
          </a:p>
        </p:txBody>
      </p:sp>
      <p:sp>
        <p:nvSpPr>
          <p:cNvPr id="13" name="Text 13">
            <a:extLst xmlns:a="http://schemas.openxmlformats.org/drawingml/2006/main">
              <a:ext uri="{FF2B5EF4-FFF2-40B4-BE49-F238E27FC236}">
                <a16:creationId xmlns:a16="http://schemas.microsoft.com/office/drawing/2014/main" id="{E9640320-0853-44FD-B790-3BD89F5F9D1C}"/>
              </a:ext>
            </a:extLst>
          </p:cNvPr>
          <p:cNvSpPr>
            <a:spLocks xmlns:a="http://schemas.openxmlformats.org/drawingml/2006/main" noGrp="1"/>
          </p:cNvSpPr>
          <p:nvPr/>
        </p:nvSpPr>
        <p:spPr>
          <a:xfrm xmlns:a="http://schemas.openxmlformats.org/drawingml/2006/main">
            <a:off x="2428875" y="2228850"/>
            <a:ext cx="6477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C94D52"/>
                </a:solidFill>
                <a:latin typeface="Arial"/>
                <a:ea typeface="Arial"/>
                <a:cs typeface="Arial"/>
              </a:rPr>
              <a:t>R3</a:t>
            </a:r>
            <a:endParaRPr sz="1300"/>
          </a:p>
        </p:txBody>
      </p:sp>
      <p:sp>
        <p:nvSpPr>
          <p:cNvPr id="14" name="Text 14">
            <a:extLst xmlns:a="http://schemas.openxmlformats.org/drawingml/2006/main">
              <a:ext uri="{FF2B5EF4-FFF2-40B4-BE49-F238E27FC236}">
                <a16:creationId xmlns:a16="http://schemas.microsoft.com/office/drawing/2014/main" id="{334FB2A0-924B-440B-9F34-AE6746061ECB}"/>
              </a:ext>
            </a:extLst>
          </p:cNvPr>
          <p:cNvSpPr>
            <a:spLocks xmlns:a="http://schemas.openxmlformats.org/drawingml/2006/main" noGrp="1"/>
          </p:cNvSpPr>
          <p:nvPr/>
        </p:nvSpPr>
        <p:spPr>
          <a:xfrm xmlns:a="http://schemas.openxmlformats.org/drawingml/2006/main">
            <a:off x="2428875" y="1943100"/>
            <a:ext cx="6477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D71920"/>
                </a:solidFill>
                <a:latin typeface="Arial"/>
                <a:ea typeface="Arial"/>
                <a:cs typeface="Arial"/>
              </a:rPr>
              <a:t>R4</a:t>
            </a:r>
            <a:endParaRPr sz="1300"/>
          </a:p>
        </p:txBody>
      </p:sp>
      <p:sp>
        <p:nvSpPr>
          <p:cNvPr id="15" name="Text 15">
            <a:extLst xmlns:a="http://schemas.openxmlformats.org/drawingml/2006/main">
              <a:ext uri="{FF2B5EF4-FFF2-40B4-BE49-F238E27FC236}">
                <a16:creationId xmlns:a16="http://schemas.microsoft.com/office/drawing/2014/main" id="{44BBFB21-B09A-4784-B894-2461F6597445}"/>
              </a:ext>
            </a:extLst>
          </p:cNvPr>
          <p:cNvSpPr>
            <a:spLocks xmlns:a="http://schemas.openxmlformats.org/drawingml/2006/main" noGrp="1"/>
          </p:cNvSpPr>
          <p:nvPr/>
        </p:nvSpPr>
        <p:spPr>
          <a:xfrm xmlns:a="http://schemas.openxmlformats.org/drawingml/2006/main">
            <a:off x="2428875" y="1657350"/>
            <a:ext cx="6477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981B1E"/>
                </a:solidFill>
                <a:latin typeface="Arial"/>
                <a:ea typeface="Arial"/>
                <a:cs typeface="Arial"/>
              </a:rPr>
              <a:t>R5</a:t>
            </a:r>
            <a:endParaRPr sz="1300"/>
          </a:p>
        </p:txBody>
      </p:sp>
      <p:sp>
        <p:nvSpPr>
          <p:cNvPr id="16" name="Text 16">
            <a:extLst xmlns:a="http://schemas.openxmlformats.org/drawingml/2006/main">
              <a:ext uri="{FF2B5EF4-FFF2-40B4-BE49-F238E27FC236}">
                <a16:creationId xmlns:a16="http://schemas.microsoft.com/office/drawing/2014/main" id="{A569539C-8674-454A-A408-0CE9734C2C35}"/>
              </a:ext>
            </a:extLst>
          </p:cNvPr>
          <p:cNvSpPr>
            <a:spLocks xmlns:a="http://schemas.openxmlformats.org/drawingml/2006/main" noGrp="1"/>
          </p:cNvSpPr>
          <p:nvPr/>
        </p:nvSpPr>
        <p:spPr>
          <a:xfrm xmlns:a="http://schemas.openxmlformats.org/drawingml/2006/main">
            <a:off x="5429250" y="17145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R0</a:t>
            </a:r>
            <a:endParaRPr sz="1500"/>
          </a:p>
        </p:txBody>
      </p:sp>
      <p:sp>
        <p:nvSpPr>
          <p:cNvPr id="17" name="Connector 17">
            <a:extLst xmlns:a="http://schemas.openxmlformats.org/drawingml/2006/main">
              <a:ext uri="{FF2B5EF4-FFF2-40B4-BE49-F238E27FC236}">
                <a16:creationId xmlns:a16="http://schemas.microsoft.com/office/drawing/2014/main" id="{88F0E3DD-9BB1-406A-8419-1F5D6108F64B}"/>
              </a:ext>
            </a:extLst>
          </p:cNvPr>
          <p:cNvSpPr>
            <a:spLocks xmlns:a="http://schemas.openxmlformats.org/drawingml/2006/main" noGrp="1"/>
          </p:cNvSpPr>
          <p:nvPr/>
        </p:nvSpPr>
        <p:spPr>
          <a:xfrm xmlns:a="http://schemas.openxmlformats.org/drawingml/2006/main">
            <a:off x="5981700" y="1847850"/>
            <a:ext cx="419100" cy="0"/>
          </a:xfrm>
          <a:prstGeom xmlns:a="http://schemas.openxmlformats.org/drawingml/2006/main" prst="line">
            <a:avLst/>
          </a:prstGeom>
          <a:ln xmlns:a="http://schemas.openxmlformats.org/drawingml/2006/main" w="25400">
            <a:solidFill>
              <a:srgbClr val="D9DEE3"/>
            </a:solidFill>
          </a:ln>
        </p:spPr>
      </p:sp>
      <p:sp>
        <p:nvSpPr>
          <p:cNvPr id="18" name="Text 18">
            <a:extLst xmlns:a="http://schemas.openxmlformats.org/drawingml/2006/main">
              <a:ext uri="{FF2B5EF4-FFF2-40B4-BE49-F238E27FC236}">
                <a16:creationId xmlns:a16="http://schemas.microsoft.com/office/drawing/2014/main" id="{D16A8B2A-84E1-42AB-9D37-F3ECF7E9F1A4}"/>
              </a:ext>
            </a:extLst>
          </p:cNvPr>
          <p:cNvSpPr>
            <a:spLocks xmlns:a="http://schemas.openxmlformats.org/drawingml/2006/main" noGrp="1"/>
          </p:cNvSpPr>
          <p:nvPr/>
        </p:nvSpPr>
        <p:spPr>
          <a:xfrm xmlns:a="http://schemas.openxmlformats.org/drawingml/2006/main">
            <a:off x="6534150" y="16954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Deployable hollow shell</a:t>
            </a:r>
            <a:endParaRPr sz="1700"/>
          </a:p>
        </p:txBody>
      </p:sp>
      <p:sp>
        <p:nvSpPr>
          <p:cNvPr id="19" name="Text 19">
            <a:extLst xmlns:a="http://schemas.openxmlformats.org/drawingml/2006/main">
              <a:ext uri="{FF2B5EF4-FFF2-40B4-BE49-F238E27FC236}">
                <a16:creationId xmlns:a16="http://schemas.microsoft.com/office/drawing/2014/main" id="{1D6B0EEE-CC08-4AA4-A043-23D279976C83}"/>
              </a:ext>
            </a:extLst>
          </p:cNvPr>
          <p:cNvSpPr>
            <a:spLocks xmlns:a="http://schemas.openxmlformats.org/drawingml/2006/main" noGrp="1"/>
          </p:cNvSpPr>
          <p:nvPr/>
        </p:nvSpPr>
        <p:spPr>
          <a:xfrm xmlns:a="http://schemas.openxmlformats.org/drawingml/2006/main">
            <a:off x="6534150" y="19621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Same browser, API, ports and packaging</a:t>
            </a:r>
            <a:endParaRPr sz="1400"/>
          </a:p>
        </p:txBody>
      </p:sp>
      <p:sp>
        <p:nvSpPr>
          <p:cNvPr id="20" name="Text 20">
            <a:extLst xmlns:a="http://schemas.openxmlformats.org/drawingml/2006/main">
              <a:ext uri="{FF2B5EF4-FFF2-40B4-BE49-F238E27FC236}">
                <a16:creationId xmlns:a16="http://schemas.microsoft.com/office/drawing/2014/main" id="{264ED184-C03C-41D1-B9CA-015D50213FA6}"/>
              </a:ext>
            </a:extLst>
          </p:cNvPr>
          <p:cNvSpPr>
            <a:spLocks xmlns:a="http://schemas.openxmlformats.org/drawingml/2006/main" noGrp="1"/>
          </p:cNvSpPr>
          <p:nvPr/>
        </p:nvSpPr>
        <p:spPr>
          <a:xfrm xmlns:a="http://schemas.openxmlformats.org/drawingml/2006/main">
            <a:off x="5429250" y="23622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R1</a:t>
            </a:r>
            <a:endParaRPr sz="1500"/>
          </a:p>
        </p:txBody>
      </p:sp>
      <p:sp>
        <p:nvSpPr>
          <p:cNvPr id="21" name="Connector 21">
            <a:extLst xmlns:a="http://schemas.openxmlformats.org/drawingml/2006/main">
              <a:ext uri="{FF2B5EF4-FFF2-40B4-BE49-F238E27FC236}">
                <a16:creationId xmlns:a16="http://schemas.microsoft.com/office/drawing/2014/main" id="{646FDDA0-268C-4509-BF6C-DB63819FD31A}"/>
              </a:ext>
            </a:extLst>
          </p:cNvPr>
          <p:cNvSpPr>
            <a:spLocks xmlns:a="http://schemas.openxmlformats.org/drawingml/2006/main" noGrp="1"/>
          </p:cNvSpPr>
          <p:nvPr/>
        </p:nvSpPr>
        <p:spPr>
          <a:xfrm xmlns:a="http://schemas.openxmlformats.org/drawingml/2006/main">
            <a:off x="5981700" y="2495550"/>
            <a:ext cx="419100" cy="0"/>
          </a:xfrm>
          <a:prstGeom xmlns:a="http://schemas.openxmlformats.org/drawingml/2006/main" prst="line">
            <a:avLst/>
          </a:prstGeom>
          <a:ln xmlns:a="http://schemas.openxmlformats.org/drawingml/2006/main" w="25400">
            <a:solidFill>
              <a:srgbClr val="D9DEE3"/>
            </a:solidFill>
          </a:ln>
        </p:spPr>
      </p:sp>
      <p:sp>
        <p:nvSpPr>
          <p:cNvPr id="22" name="Text 22">
            <a:extLst xmlns:a="http://schemas.openxmlformats.org/drawingml/2006/main">
              <a:ext uri="{FF2B5EF4-FFF2-40B4-BE49-F238E27FC236}">
                <a16:creationId xmlns:a16="http://schemas.microsoft.com/office/drawing/2014/main" id="{A26B5C67-2FA6-4D89-AFD1-DE139FA02D17}"/>
              </a:ext>
            </a:extLst>
          </p:cNvPr>
          <p:cNvSpPr>
            <a:spLocks xmlns:a="http://schemas.openxmlformats.org/drawingml/2006/main" noGrp="1"/>
          </p:cNvSpPr>
          <p:nvPr/>
        </p:nvSpPr>
        <p:spPr>
          <a:xfrm xmlns:a="http://schemas.openxmlformats.org/drawingml/2006/main">
            <a:off x="6534150" y="23431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Synthetic customer review</a:t>
            </a:r>
            <a:endParaRPr sz="1700"/>
          </a:p>
        </p:txBody>
      </p:sp>
      <p:sp>
        <p:nvSpPr>
          <p:cNvPr id="23" name="Text 23">
            <a:extLst xmlns:a="http://schemas.openxmlformats.org/drawingml/2006/main">
              <a:ext uri="{FF2B5EF4-FFF2-40B4-BE49-F238E27FC236}">
                <a16:creationId xmlns:a16="http://schemas.microsoft.com/office/drawing/2014/main" id="{A02AACC3-2A32-4362-9696-7C1E82FE5953}"/>
              </a:ext>
            </a:extLst>
          </p:cNvPr>
          <p:cNvSpPr>
            <a:spLocks xmlns:a="http://schemas.openxmlformats.org/drawingml/2006/main" noGrp="1"/>
          </p:cNvSpPr>
          <p:nvPr/>
        </p:nvSpPr>
        <p:spPr>
          <a:xfrm xmlns:a="http://schemas.openxmlformats.org/drawingml/2006/main">
            <a:off x="6534150" y="26098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First meaningful operator path</a:t>
            </a:r>
            <a:endParaRPr sz="1400"/>
          </a:p>
        </p:txBody>
      </p:sp>
      <p:sp>
        <p:nvSpPr>
          <p:cNvPr id="24" name="Text 24">
            <a:extLst xmlns:a="http://schemas.openxmlformats.org/drawingml/2006/main">
              <a:ext uri="{FF2B5EF4-FFF2-40B4-BE49-F238E27FC236}">
                <a16:creationId xmlns:a16="http://schemas.microsoft.com/office/drawing/2014/main" id="{491F2945-9028-4E97-913D-F38C9E76D4C5}"/>
              </a:ext>
            </a:extLst>
          </p:cNvPr>
          <p:cNvSpPr>
            <a:spLocks xmlns:a="http://schemas.openxmlformats.org/drawingml/2006/main" noGrp="1"/>
          </p:cNvSpPr>
          <p:nvPr/>
        </p:nvSpPr>
        <p:spPr>
          <a:xfrm xmlns:a="http://schemas.openxmlformats.org/drawingml/2006/main">
            <a:off x="5429250" y="30099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R2</a:t>
            </a:r>
            <a:endParaRPr sz="1500"/>
          </a:p>
        </p:txBody>
      </p:sp>
      <p:sp>
        <p:nvSpPr>
          <p:cNvPr id="25" name="Connector 25">
            <a:extLst xmlns:a="http://schemas.openxmlformats.org/drawingml/2006/main">
              <a:ext uri="{FF2B5EF4-FFF2-40B4-BE49-F238E27FC236}">
                <a16:creationId xmlns:a16="http://schemas.microsoft.com/office/drawing/2014/main" id="{417C9D1C-4750-4DAE-A1DF-C77D6EA2709B}"/>
              </a:ext>
            </a:extLst>
          </p:cNvPr>
          <p:cNvSpPr>
            <a:spLocks xmlns:a="http://schemas.openxmlformats.org/drawingml/2006/main" noGrp="1"/>
          </p:cNvSpPr>
          <p:nvPr/>
        </p:nvSpPr>
        <p:spPr>
          <a:xfrm xmlns:a="http://schemas.openxmlformats.org/drawingml/2006/main">
            <a:off x="5981700" y="3143250"/>
            <a:ext cx="419100" cy="0"/>
          </a:xfrm>
          <a:prstGeom xmlns:a="http://schemas.openxmlformats.org/drawingml/2006/main" prst="line">
            <a:avLst/>
          </a:prstGeom>
          <a:ln xmlns:a="http://schemas.openxmlformats.org/drawingml/2006/main" w="25400">
            <a:solidFill>
              <a:srgbClr val="D9DEE3"/>
            </a:solidFill>
          </a:ln>
        </p:spPr>
      </p:sp>
      <p:sp>
        <p:nvSpPr>
          <p:cNvPr id="26" name="Text 26">
            <a:extLst xmlns:a="http://schemas.openxmlformats.org/drawingml/2006/main">
              <a:ext uri="{FF2B5EF4-FFF2-40B4-BE49-F238E27FC236}">
                <a16:creationId xmlns:a16="http://schemas.microsoft.com/office/drawing/2014/main" id="{27884F2C-FDCE-4486-BE81-5ABC1D21665E}"/>
              </a:ext>
            </a:extLst>
          </p:cNvPr>
          <p:cNvSpPr>
            <a:spLocks xmlns:a="http://schemas.openxmlformats.org/drawingml/2006/main" noGrp="1"/>
          </p:cNvSpPr>
          <p:nvPr/>
        </p:nvSpPr>
        <p:spPr>
          <a:xfrm xmlns:a="http://schemas.openxmlformats.org/drawingml/2006/main">
            <a:off x="6534150" y="29908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Relational substitution</a:t>
            </a:r>
            <a:endParaRPr sz="1700"/>
          </a:p>
        </p:txBody>
      </p:sp>
      <p:sp>
        <p:nvSpPr>
          <p:cNvPr id="27" name="Text 27">
            <a:extLst xmlns:a="http://schemas.openxmlformats.org/drawingml/2006/main">
              <a:ext uri="{FF2B5EF4-FFF2-40B4-BE49-F238E27FC236}">
                <a16:creationId xmlns:a16="http://schemas.microsoft.com/office/drawing/2014/main" id="{2C03D9F6-898D-4757-BE9B-E2ACA45DAA67}"/>
              </a:ext>
            </a:extLst>
          </p:cNvPr>
          <p:cNvSpPr>
            <a:spLocks xmlns:a="http://schemas.openxmlformats.org/drawingml/2006/main" noGrp="1"/>
          </p:cNvSpPr>
          <p:nvPr/>
        </p:nvSpPr>
        <p:spPr>
          <a:xfrm xmlns:a="http://schemas.openxmlformats.org/drawingml/2006/main">
            <a:off x="6534150" y="32575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PostgreSQL and source-shaped evidence</a:t>
            </a:r>
            <a:endParaRPr sz="1400"/>
          </a:p>
        </p:txBody>
      </p:sp>
      <p:sp>
        <p:nvSpPr>
          <p:cNvPr id="28" name="Text 28">
            <a:extLst xmlns:a="http://schemas.openxmlformats.org/drawingml/2006/main">
              <a:ext uri="{FF2B5EF4-FFF2-40B4-BE49-F238E27FC236}">
                <a16:creationId xmlns:a16="http://schemas.microsoft.com/office/drawing/2014/main" id="{19E315CB-6578-4FC4-B838-178FF260CA7C}"/>
              </a:ext>
            </a:extLst>
          </p:cNvPr>
          <p:cNvSpPr>
            <a:spLocks xmlns:a="http://schemas.openxmlformats.org/drawingml/2006/main" noGrp="1"/>
          </p:cNvSpPr>
          <p:nvPr/>
        </p:nvSpPr>
        <p:spPr>
          <a:xfrm xmlns:a="http://schemas.openxmlformats.org/drawingml/2006/main">
            <a:off x="5429250" y="36576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R3</a:t>
            </a:r>
            <a:endParaRPr sz="1500"/>
          </a:p>
        </p:txBody>
      </p:sp>
      <p:sp>
        <p:nvSpPr>
          <p:cNvPr id="29" name="Connector 29">
            <a:extLst xmlns:a="http://schemas.openxmlformats.org/drawingml/2006/main">
              <a:ext uri="{FF2B5EF4-FFF2-40B4-BE49-F238E27FC236}">
                <a16:creationId xmlns:a16="http://schemas.microsoft.com/office/drawing/2014/main" id="{9FDE754A-E8E4-4D4C-BF4D-FAB69B545987}"/>
              </a:ext>
            </a:extLst>
          </p:cNvPr>
          <p:cNvSpPr>
            <a:spLocks xmlns:a="http://schemas.openxmlformats.org/drawingml/2006/main" noGrp="1"/>
          </p:cNvSpPr>
          <p:nvPr/>
        </p:nvSpPr>
        <p:spPr>
          <a:xfrm xmlns:a="http://schemas.openxmlformats.org/drawingml/2006/main">
            <a:off x="5981700" y="3790950"/>
            <a:ext cx="419100" cy="0"/>
          </a:xfrm>
          <a:prstGeom xmlns:a="http://schemas.openxmlformats.org/drawingml/2006/main" prst="line">
            <a:avLst/>
          </a:prstGeom>
          <a:ln xmlns:a="http://schemas.openxmlformats.org/drawingml/2006/main" w="25400">
            <a:solidFill>
              <a:srgbClr val="D9DEE3"/>
            </a:solidFill>
          </a:ln>
        </p:spPr>
      </p:sp>
      <p:sp>
        <p:nvSpPr>
          <p:cNvPr id="30" name="Text 30">
            <a:extLst xmlns:a="http://schemas.openxmlformats.org/drawingml/2006/main">
              <a:ext uri="{FF2B5EF4-FFF2-40B4-BE49-F238E27FC236}">
                <a16:creationId xmlns:a16="http://schemas.microsoft.com/office/drawing/2014/main" id="{667A1B20-12DB-443E-BD9F-FE14BB4E0CEA}"/>
              </a:ext>
            </a:extLst>
          </p:cNvPr>
          <p:cNvSpPr>
            <a:spLocks xmlns:a="http://schemas.openxmlformats.org/drawingml/2006/main" noGrp="1"/>
          </p:cNvSpPr>
          <p:nvPr/>
        </p:nvSpPr>
        <p:spPr>
          <a:xfrm xmlns:a="http://schemas.openxmlformats.org/drawingml/2006/main">
            <a:off x="6534150" y="36385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Analysis and history</a:t>
            </a:r>
            <a:endParaRPr sz="1700"/>
          </a:p>
        </p:txBody>
      </p:sp>
      <p:sp>
        <p:nvSpPr>
          <p:cNvPr id="31" name="Text 31">
            <a:extLst xmlns:a="http://schemas.openxmlformats.org/drawingml/2006/main">
              <a:ext uri="{FF2B5EF4-FFF2-40B4-BE49-F238E27FC236}">
                <a16:creationId xmlns:a16="http://schemas.microsoft.com/office/drawing/2014/main" id="{EA50B57D-7398-4106-AD9C-D916DCDE172F}"/>
              </a:ext>
            </a:extLst>
          </p:cNvPr>
          <p:cNvSpPr>
            <a:spLocks xmlns:a="http://schemas.openxmlformats.org/drawingml/2006/main" noGrp="1"/>
          </p:cNvSpPr>
          <p:nvPr/>
        </p:nvSpPr>
        <p:spPr>
          <a:xfrm xmlns:a="http://schemas.openxmlformats.org/drawingml/2006/main">
            <a:off x="6534150" y="39052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Deterministic end-to-end baseline</a:t>
            </a:r>
            <a:endParaRPr sz="1400"/>
          </a:p>
        </p:txBody>
      </p:sp>
      <p:sp>
        <p:nvSpPr>
          <p:cNvPr id="32" name="Text 32">
            <a:extLst xmlns:a="http://schemas.openxmlformats.org/drawingml/2006/main">
              <a:ext uri="{FF2B5EF4-FFF2-40B4-BE49-F238E27FC236}">
                <a16:creationId xmlns:a16="http://schemas.microsoft.com/office/drawing/2014/main" id="{89D74193-8175-4C34-A4F3-8D62D35D5A7D}"/>
              </a:ext>
            </a:extLst>
          </p:cNvPr>
          <p:cNvSpPr>
            <a:spLocks xmlns:a="http://schemas.openxmlformats.org/drawingml/2006/main" noGrp="1"/>
          </p:cNvSpPr>
          <p:nvPr/>
        </p:nvSpPr>
        <p:spPr>
          <a:xfrm xmlns:a="http://schemas.openxmlformats.org/drawingml/2006/main">
            <a:off x="5429250" y="43053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D71920"/>
                </a:solidFill>
                <a:latin typeface="Arial"/>
                <a:ea typeface="Arial"/>
                <a:cs typeface="Arial"/>
              </a:rPr>
              <a:t>R4</a:t>
            </a:r>
            <a:endParaRPr sz="1500"/>
          </a:p>
        </p:txBody>
      </p:sp>
      <p:sp>
        <p:nvSpPr>
          <p:cNvPr id="33" name="Connector 33">
            <a:extLst xmlns:a="http://schemas.openxmlformats.org/drawingml/2006/main">
              <a:ext uri="{FF2B5EF4-FFF2-40B4-BE49-F238E27FC236}">
                <a16:creationId xmlns:a16="http://schemas.microsoft.com/office/drawing/2014/main" id="{ADBEF786-E0BA-4A31-8473-B943902DED1D}"/>
              </a:ext>
            </a:extLst>
          </p:cNvPr>
          <p:cNvSpPr>
            <a:spLocks xmlns:a="http://schemas.openxmlformats.org/drawingml/2006/main" noGrp="1"/>
          </p:cNvSpPr>
          <p:nvPr/>
        </p:nvSpPr>
        <p:spPr>
          <a:xfrm xmlns:a="http://schemas.openxmlformats.org/drawingml/2006/main">
            <a:off x="5981700" y="4438650"/>
            <a:ext cx="419100" cy="0"/>
          </a:xfrm>
          <a:prstGeom xmlns:a="http://schemas.openxmlformats.org/drawingml/2006/main" prst="line">
            <a:avLst/>
          </a:prstGeom>
          <a:ln xmlns:a="http://schemas.openxmlformats.org/drawingml/2006/main" w="25400">
            <a:solidFill>
              <a:srgbClr val="D71920"/>
            </a:solidFill>
          </a:ln>
        </p:spPr>
      </p:sp>
      <p:sp>
        <p:nvSpPr>
          <p:cNvPr id="34" name="Text 34">
            <a:extLst xmlns:a="http://schemas.openxmlformats.org/drawingml/2006/main">
              <a:ext uri="{FF2B5EF4-FFF2-40B4-BE49-F238E27FC236}">
                <a16:creationId xmlns:a16="http://schemas.microsoft.com/office/drawing/2014/main" id="{7FF7539E-F872-499C-A94C-7EC2011DD853}"/>
              </a:ext>
            </a:extLst>
          </p:cNvPr>
          <p:cNvSpPr>
            <a:spLocks xmlns:a="http://schemas.openxmlformats.org/drawingml/2006/main" noGrp="1"/>
          </p:cNvSpPr>
          <p:nvPr/>
        </p:nvSpPr>
        <p:spPr>
          <a:xfrm xmlns:a="http://schemas.openxmlformats.org/drawingml/2006/main">
            <a:off x="6534150" y="42862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Authenticated retrieval</a:t>
            </a:r>
            <a:endParaRPr sz="1700"/>
          </a:p>
        </p:txBody>
      </p:sp>
      <p:sp>
        <p:nvSpPr>
          <p:cNvPr id="35" name="Text 35">
            <a:extLst xmlns:a="http://schemas.openxmlformats.org/drawingml/2006/main">
              <a:ext uri="{FF2B5EF4-FFF2-40B4-BE49-F238E27FC236}">
                <a16:creationId xmlns:a16="http://schemas.microsoft.com/office/drawing/2014/main" id="{E484D222-66A8-4EBE-AC5D-EF28375BA7F5}"/>
              </a:ext>
            </a:extLst>
          </p:cNvPr>
          <p:cNvSpPr>
            <a:spLocks xmlns:a="http://schemas.openxmlformats.org/drawingml/2006/main" noGrp="1"/>
          </p:cNvSpPr>
          <p:nvPr/>
        </p:nvSpPr>
        <p:spPr>
          <a:xfrm xmlns:a="http://schemas.openxmlformats.org/drawingml/2006/main">
            <a:off x="6534150" y="45529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R4 baseline retained</a:t>
            </a:r>
            <a:endParaRPr sz="1400"/>
          </a:p>
        </p:txBody>
      </p:sp>
      <p:sp>
        <p:nvSpPr>
          <p:cNvPr id="36" name="Text 36">
            <a:extLst xmlns:a="http://schemas.openxmlformats.org/drawingml/2006/main">
              <a:ext uri="{FF2B5EF4-FFF2-40B4-BE49-F238E27FC236}">
                <a16:creationId xmlns:a16="http://schemas.microsoft.com/office/drawing/2014/main" id="{7CF35676-13A7-412D-9387-21F2A733ECDF}"/>
              </a:ext>
            </a:extLst>
          </p:cNvPr>
          <p:cNvSpPr>
            <a:spLocks xmlns:a="http://schemas.openxmlformats.org/drawingml/2006/main" noGrp="1"/>
          </p:cNvSpPr>
          <p:nvPr/>
        </p:nvSpPr>
        <p:spPr>
          <a:xfrm xmlns:a="http://schemas.openxmlformats.org/drawingml/2006/main">
            <a:off x="5429250" y="49530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D71920"/>
                </a:solidFill>
                <a:latin typeface="Arial"/>
                <a:ea typeface="Arial"/>
                <a:cs typeface="Arial"/>
              </a:rPr>
              <a:t>R5</a:t>
            </a:r>
            <a:endParaRPr sz="1500"/>
          </a:p>
        </p:txBody>
      </p:sp>
      <p:sp>
        <p:nvSpPr>
          <p:cNvPr id="37" name="Connector 37">
            <a:extLst xmlns:a="http://schemas.openxmlformats.org/drawingml/2006/main">
              <a:ext uri="{FF2B5EF4-FFF2-40B4-BE49-F238E27FC236}">
                <a16:creationId xmlns:a16="http://schemas.microsoft.com/office/drawing/2014/main" id="{1395E9EB-4657-466C-B286-8802BB711A22}"/>
              </a:ext>
            </a:extLst>
          </p:cNvPr>
          <p:cNvSpPr>
            <a:spLocks xmlns:a="http://schemas.openxmlformats.org/drawingml/2006/main" noGrp="1"/>
          </p:cNvSpPr>
          <p:nvPr/>
        </p:nvSpPr>
        <p:spPr>
          <a:xfrm xmlns:a="http://schemas.openxmlformats.org/drawingml/2006/main">
            <a:off x="5981700" y="5086350"/>
            <a:ext cx="419100" cy="0"/>
          </a:xfrm>
          <a:prstGeom xmlns:a="http://schemas.openxmlformats.org/drawingml/2006/main" prst="line">
            <a:avLst/>
          </a:prstGeom>
          <a:ln xmlns:a="http://schemas.openxmlformats.org/drawingml/2006/main" w="25400">
            <a:solidFill>
              <a:srgbClr val="D71920"/>
            </a:solidFill>
          </a:ln>
        </p:spPr>
      </p:sp>
      <p:sp>
        <p:nvSpPr>
          <p:cNvPr id="38" name="Text 38">
            <a:extLst xmlns:a="http://schemas.openxmlformats.org/drawingml/2006/main">
              <a:ext uri="{FF2B5EF4-FFF2-40B4-BE49-F238E27FC236}">
                <a16:creationId xmlns:a16="http://schemas.microsoft.com/office/drawing/2014/main" id="{425E989D-D721-458E-A4A4-4F93C73B86EC}"/>
              </a:ext>
            </a:extLst>
          </p:cNvPr>
          <p:cNvSpPr>
            <a:spLocks xmlns:a="http://schemas.openxmlformats.org/drawingml/2006/main" noGrp="1"/>
          </p:cNvSpPr>
          <p:nvPr/>
        </p:nvSpPr>
        <p:spPr>
          <a:xfrm xmlns:a="http://schemas.openxmlformats.org/drawingml/2006/main">
            <a:off x="6534150" y="49339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Full interview demonstrator</a:t>
            </a:r>
            <a:endParaRPr sz="1700"/>
          </a:p>
        </p:txBody>
      </p:sp>
      <p:sp>
        <p:nvSpPr>
          <p:cNvPr id="39" name="Text 39">
            <a:extLst xmlns:a="http://schemas.openxmlformats.org/drawingml/2006/main">
              <a:ext uri="{FF2B5EF4-FFF2-40B4-BE49-F238E27FC236}">
                <a16:creationId xmlns:a16="http://schemas.microsoft.com/office/drawing/2014/main" id="{9CC02749-BBC8-447E-85DB-51FE14FFFFF6}"/>
              </a:ext>
            </a:extLst>
          </p:cNvPr>
          <p:cNvSpPr>
            <a:spLocks xmlns:a="http://schemas.openxmlformats.org/drawingml/2006/main" noGrp="1"/>
          </p:cNvSpPr>
          <p:nvPr/>
        </p:nvSpPr>
        <p:spPr>
          <a:xfrm xmlns:a="http://schemas.openxmlformats.org/drawingml/2006/main">
            <a:off x="6534150" y="52006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Delivered composite + LM Studio path</a:t>
            </a:r>
            <a:endParaRPr sz="1400"/>
          </a:p>
        </p:txBody>
      </p:sp>
      <p:sp>
        <p:nvSpPr>
          <p:cNvPr id="40" name="Connector 40">
            <a:extLst xmlns:a="http://schemas.openxmlformats.org/drawingml/2006/main">
              <a:ext uri="{FF2B5EF4-FFF2-40B4-BE49-F238E27FC236}">
                <a16:creationId xmlns:a16="http://schemas.microsoft.com/office/drawing/2014/main" id="{DF0B8CB8-A6CA-49E5-A3A7-5F5CE0191C73}"/>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41" name="Text 41">
            <a:extLst xmlns:a="http://schemas.openxmlformats.org/drawingml/2006/main">
              <a:ext uri="{FF2B5EF4-FFF2-40B4-BE49-F238E27FC236}">
                <a16:creationId xmlns:a16="http://schemas.microsoft.com/office/drawing/2014/main" id="{E9748641-2A4B-47D6-B19F-FE86F9107928}"/>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42" name="Text 42">
            <a:extLst xmlns:a="http://schemas.openxmlformats.org/drawingml/2006/main">
              <a:ext uri="{FF2B5EF4-FFF2-40B4-BE49-F238E27FC236}">
                <a16:creationId xmlns:a16="http://schemas.microsoft.com/office/drawing/2014/main" id="{420B8E0B-4BCB-4508-A63C-87FC6380BC63}"/>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8</a:t>
            </a:r>
            <a:endParaRPr sz="1000"/>
          </a:p>
        </p:txBody>
      </p:sp>
    </p:spTree>
    <p:extLst>
      <p:ext uri="{BB962C8B-B14F-4D97-AF65-F5344CB8AC3E}">
        <p14:creationId xmlns:p14="http://schemas.microsoft.com/office/powerpoint/2010/main" val="78335292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23C3438E-2227-4A3A-BA4E-724181CA1B44}"/>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ENGINEERING CONTROL PLANE</a:t>
            </a:r>
            <a:endParaRPr sz="1100"/>
          </a:p>
        </p:txBody>
      </p:sp>
      <p:sp>
        <p:nvSpPr>
          <p:cNvPr id="3" name="Text 3">
            <a:extLst xmlns:a="http://schemas.openxmlformats.org/drawingml/2006/main">
              <a:ext uri="{FF2B5EF4-FFF2-40B4-BE49-F238E27FC236}">
                <a16:creationId xmlns:a16="http://schemas.microsoft.com/office/drawing/2014/main" id="{890979D9-71F5-4601-B3CF-62F6ACF63DB0}"/>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GitHub mediated every hand-off between one accountable human and parallel agents</a:t>
            </a:r>
            <a:endParaRPr sz="3000"/>
          </a:p>
        </p:txBody>
      </p:sp>
      <p:sp>
        <p:nvSpPr>
          <p:cNvPr id="4" name="Connector 4">
            <a:extLst xmlns:a="http://schemas.openxmlformats.org/drawingml/2006/main">
              <a:ext uri="{FF2B5EF4-FFF2-40B4-BE49-F238E27FC236}">
                <a16:creationId xmlns:a16="http://schemas.microsoft.com/office/drawing/2014/main" id="{CB10113F-D2E1-4F11-91ED-AFCA6B555C0E}"/>
              </a:ext>
            </a:extLst>
          </p:cNvPr>
          <p:cNvSpPr>
            <a:spLocks xmlns:a="http://schemas.openxmlformats.org/drawingml/2006/main" noGrp="1"/>
          </p:cNvSpPr>
          <p:nvPr/>
        </p:nvSpPr>
        <p:spPr>
          <a:xfrm xmlns:a="http://schemas.openxmlformats.org/drawingml/2006/main">
            <a:off x="2571750" y="3162300"/>
            <a:ext cx="1714500" cy="0"/>
          </a:xfrm>
          <a:prstGeom xmlns:a="http://schemas.openxmlformats.org/drawingml/2006/main" prst="line">
            <a:avLst/>
          </a:prstGeom>
          <a:ln xmlns:a="http://schemas.openxmlformats.org/drawingml/2006/main" w="38100">
            <a:solidFill>
              <a:srgbClr val="D71920"/>
            </a:solidFill>
            <a:headEnd type="triangle"/>
            <a:tailEnd type="triangle"/>
          </a:ln>
        </p:spPr>
      </p:sp>
      <p:sp>
        <p:nvSpPr>
          <p:cNvPr id="5" name="Connector 5">
            <a:extLst xmlns:a="http://schemas.openxmlformats.org/drawingml/2006/main">
              <a:ext uri="{FF2B5EF4-FFF2-40B4-BE49-F238E27FC236}">
                <a16:creationId xmlns:a16="http://schemas.microsoft.com/office/drawing/2014/main" id="{C94A7F4B-F520-4DB3-B134-86F839774268}"/>
              </a:ext>
            </a:extLst>
          </p:cNvPr>
          <p:cNvSpPr>
            <a:spLocks xmlns:a="http://schemas.openxmlformats.org/drawingml/2006/main" noGrp="1"/>
          </p:cNvSpPr>
          <p:nvPr/>
        </p:nvSpPr>
        <p:spPr>
          <a:xfrm xmlns:a="http://schemas.openxmlformats.org/drawingml/2006/main" flipV="1">
            <a:off x="6762750" y="2190750"/>
            <a:ext cx="2095500" cy="495300"/>
          </a:xfrm>
          <a:prstGeom xmlns:a="http://schemas.openxmlformats.org/drawingml/2006/main" prst="line">
            <a:avLst/>
          </a:prstGeom>
          <a:ln xmlns:a="http://schemas.openxmlformats.org/drawingml/2006/main" w="25400">
            <a:solidFill>
              <a:srgbClr val="2A5B84"/>
            </a:solidFill>
            <a:headEnd type="triangle"/>
            <a:tailEnd type="triangle"/>
          </a:ln>
        </p:spPr>
      </p:sp>
      <p:sp>
        <p:nvSpPr>
          <p:cNvPr id="6" name="Connector 6">
            <a:extLst xmlns:a="http://schemas.openxmlformats.org/drawingml/2006/main">
              <a:ext uri="{FF2B5EF4-FFF2-40B4-BE49-F238E27FC236}">
                <a16:creationId xmlns:a16="http://schemas.microsoft.com/office/drawing/2014/main" id="{57ED617B-D07B-4DBE-A304-41A923F314B8}"/>
              </a:ext>
            </a:extLst>
          </p:cNvPr>
          <p:cNvSpPr>
            <a:spLocks xmlns:a="http://schemas.openxmlformats.org/drawingml/2006/main" noGrp="1"/>
          </p:cNvSpPr>
          <p:nvPr/>
        </p:nvSpPr>
        <p:spPr>
          <a:xfrm xmlns:a="http://schemas.openxmlformats.org/drawingml/2006/main">
            <a:off x="6762750" y="3162300"/>
            <a:ext cx="2095500" cy="0"/>
          </a:xfrm>
          <a:prstGeom xmlns:a="http://schemas.openxmlformats.org/drawingml/2006/main" prst="line">
            <a:avLst/>
          </a:prstGeom>
          <a:ln xmlns:a="http://schemas.openxmlformats.org/drawingml/2006/main" w="25400">
            <a:solidFill>
              <a:srgbClr val="2A5B84"/>
            </a:solidFill>
            <a:headEnd type="triangle"/>
            <a:tailEnd type="triangle"/>
          </a:ln>
        </p:spPr>
      </p:sp>
      <p:sp>
        <p:nvSpPr>
          <p:cNvPr id="7" name="Connector 7">
            <a:extLst xmlns:a="http://schemas.openxmlformats.org/drawingml/2006/main">
              <a:ext uri="{FF2B5EF4-FFF2-40B4-BE49-F238E27FC236}">
                <a16:creationId xmlns:a16="http://schemas.microsoft.com/office/drawing/2014/main" id="{2644CFB5-5086-4BA8-A0EC-80001D096B45}"/>
              </a:ext>
            </a:extLst>
          </p:cNvPr>
          <p:cNvSpPr>
            <a:spLocks xmlns:a="http://schemas.openxmlformats.org/drawingml/2006/main" noGrp="1"/>
          </p:cNvSpPr>
          <p:nvPr/>
        </p:nvSpPr>
        <p:spPr>
          <a:xfrm xmlns:a="http://schemas.openxmlformats.org/drawingml/2006/main">
            <a:off x="6762750" y="3638550"/>
            <a:ext cx="2095500" cy="495300"/>
          </a:xfrm>
          <a:prstGeom xmlns:a="http://schemas.openxmlformats.org/drawingml/2006/main" prst="line">
            <a:avLst/>
          </a:prstGeom>
          <a:ln xmlns:a="http://schemas.openxmlformats.org/drawingml/2006/main" w="25400">
            <a:solidFill>
              <a:srgbClr val="2A5B84"/>
            </a:solidFill>
            <a:headEnd type="triangle"/>
            <a:tailEnd type="triangle"/>
          </a:ln>
        </p:spPr>
      </p:sp>
      <p:sp>
        <p:nvSpPr>
          <p:cNvPr id="8" name="Shape 8">
            <a:extLst xmlns:a="http://schemas.openxmlformats.org/drawingml/2006/main">
              <a:ext uri="{FF2B5EF4-FFF2-40B4-BE49-F238E27FC236}">
                <a16:creationId xmlns:a16="http://schemas.microsoft.com/office/drawing/2014/main" id="{C3460B17-C5FE-43B5-906E-8B2EF62A5368}"/>
              </a:ext>
            </a:extLst>
          </p:cNvPr>
          <p:cNvSpPr>
            <a:spLocks xmlns:a="http://schemas.openxmlformats.org/drawingml/2006/main" noGrp="1"/>
          </p:cNvSpPr>
          <p:nvPr/>
        </p:nvSpPr>
        <p:spPr>
          <a:xfrm xmlns:a="http://schemas.openxmlformats.org/drawingml/2006/main">
            <a:off x="800100" y="2305050"/>
            <a:ext cx="1771650" cy="1771650"/>
          </a:xfrm>
          <a:prstGeom xmlns:a="http://schemas.openxmlformats.org/drawingml/2006/main" prst="ellipse">
            <a:avLst/>
          </a:prstGeom>
          <a:solidFill xmlns:a="http://schemas.openxmlformats.org/drawingml/2006/main">
            <a:srgbClr val="FCEBEC"/>
          </a:solidFill>
          <a:ln xmlns:a="http://schemas.openxmlformats.org/drawingml/2006/main" w="38100">
            <a:solidFill>
              <a:srgbClr val="D71920"/>
            </a:solidFill>
          </a:ln>
        </p:spPr>
      </p:sp>
      <p:pic>
        <p:nvPicPr>
          <p:cNvPr id="56" name="Picture 9"/>
          <p:cNvPicPr>
            <a:picLocks xmlns:a="http://schemas.openxmlformats.org/drawingml/2006/main" noChangeAspect="1"/>
          </p:cNvPicPr>
          <p:nvPr/>
        </p:nvPicPr>
        <p:blipFill>
          <a:blip xmlns:r="http://schemas.openxmlformats.org/officeDocument/2006/relationships" xmlns:a="http://schemas.openxmlformats.org/drawingml/2006/main" r:embed="R6f188f90d2b14e33"/>
          <a:stretch xmlns:a="http://schemas.openxmlformats.org/drawingml/2006/main">
            <a:fillRect l="0" t="0" r="0" b="0"/>
          </a:stretch>
        </p:blipFill>
        <p:spPr>
          <a:xfrm xmlns:a="http://schemas.openxmlformats.org/drawingml/2006/main">
            <a:off x="1381125" y="2533650"/>
            <a:ext cx="609600" cy="609600"/>
          </a:xfrm>
          <a:prstGeom xmlns:a="http://schemas.openxmlformats.org/drawingml/2006/main" prst="rect">
            <a:avLst/>
          </a:prstGeom>
          <a:ln xmlns:a="http://schemas.openxmlformats.org/drawingml/2006/main">
            <a:noFill/>
          </a:ln>
        </p:spPr>
      </p:pic>
      <p:sp>
        <p:nvSpPr>
          <p:cNvPr id="10" name="Text 10">
            <a:extLst xmlns:a="http://schemas.openxmlformats.org/drawingml/2006/main">
              <a:ext uri="{FF2B5EF4-FFF2-40B4-BE49-F238E27FC236}">
                <a16:creationId xmlns:a16="http://schemas.microsoft.com/office/drawing/2014/main" id="{7200051A-BF75-4768-B778-1CFAE8FDD498}"/>
              </a:ext>
            </a:extLst>
          </p:cNvPr>
          <p:cNvSpPr>
            <a:spLocks xmlns:a="http://schemas.openxmlformats.org/drawingml/2006/main" noGrp="1"/>
          </p:cNvSpPr>
          <p:nvPr/>
        </p:nvSpPr>
        <p:spPr>
          <a:xfrm xmlns:a="http://schemas.openxmlformats.org/drawingml/2006/main">
            <a:off x="1047750" y="3219450"/>
            <a:ext cx="12763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800" b="1">
                <a:solidFill>
                  <a:srgbClr val="981B1E"/>
                </a:solidFill>
                <a:latin typeface="Arial"/>
                <a:ea typeface="Arial"/>
                <a:cs typeface="Arial"/>
              </a:rPr>
              <a:t>HUMAN</a:t>
            </a:r>
            <a:endParaRPr sz="1800"/>
          </a:p>
        </p:txBody>
      </p:sp>
      <p:sp>
        <p:nvSpPr>
          <p:cNvPr id="11" name="Text 11">
            <a:extLst xmlns:a="http://schemas.openxmlformats.org/drawingml/2006/main">
              <a:ext uri="{FF2B5EF4-FFF2-40B4-BE49-F238E27FC236}">
                <a16:creationId xmlns:a16="http://schemas.microsoft.com/office/drawing/2014/main" id="{ADD177D4-C601-4088-96F1-62B427EF1C2D}"/>
              </a:ext>
            </a:extLst>
          </p:cNvPr>
          <p:cNvSpPr>
            <a:spLocks xmlns:a="http://schemas.openxmlformats.org/drawingml/2006/main" noGrp="1"/>
          </p:cNvSpPr>
          <p:nvPr/>
        </p:nvSpPr>
        <p:spPr>
          <a:xfrm xmlns:a="http://schemas.openxmlformats.org/drawingml/2006/main">
            <a:off x="1009650" y="3562350"/>
            <a:ext cx="13525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0">
                <a:solidFill>
                  <a:srgbClr val="17212B"/>
                </a:solidFill>
                <a:latin typeface="Arial"/>
                <a:ea typeface="Arial"/>
                <a:cs typeface="Arial"/>
              </a:rPr>
              <a:t>Prioritizes and accepts</a:t>
            </a:r>
            <a:endParaRPr sz="1300"/>
          </a:p>
        </p:txBody>
      </p:sp>
      <p:sp>
        <p:nvSpPr>
          <p:cNvPr id="12" name="Shape 12">
            <a:extLst xmlns:a="http://schemas.openxmlformats.org/drawingml/2006/main">
              <a:ext uri="{FF2B5EF4-FFF2-40B4-BE49-F238E27FC236}">
                <a16:creationId xmlns:a16="http://schemas.microsoft.com/office/drawing/2014/main" id="{D598CF89-078C-4625-A873-8CFA510A6EE3}"/>
              </a:ext>
            </a:extLst>
          </p:cNvPr>
          <p:cNvSpPr>
            <a:spLocks xmlns:a="http://schemas.openxmlformats.org/drawingml/2006/main" noGrp="1"/>
          </p:cNvSpPr>
          <p:nvPr/>
        </p:nvSpPr>
        <p:spPr>
          <a:xfrm xmlns:a="http://schemas.openxmlformats.org/drawingml/2006/main">
            <a:off x="4286250" y="1924050"/>
            <a:ext cx="2476500" cy="2476500"/>
          </a:xfrm>
          <a:prstGeom xmlns:a="http://schemas.openxmlformats.org/drawingml/2006/main" prst="ellipse">
            <a:avLst/>
          </a:prstGeom>
          <a:solidFill xmlns:a="http://schemas.openxmlformats.org/drawingml/2006/main">
            <a:srgbClr val="17212B"/>
          </a:solidFill>
          <a:ln xmlns:a="http://schemas.openxmlformats.org/drawingml/2006/main" w="12700">
            <a:solidFill>
              <a:srgbClr val="17212B"/>
            </a:solidFill>
          </a:ln>
        </p:spPr>
      </p:sp>
      <p:pic>
        <p:nvPicPr>
          <p:cNvPr id="60" name="Picture 13"/>
          <p:cNvPicPr>
            <a:picLocks xmlns:a="http://schemas.openxmlformats.org/drawingml/2006/main" noChangeAspect="1"/>
          </p:cNvPicPr>
          <p:nvPr/>
        </p:nvPicPr>
        <p:blipFill>
          <a:blip xmlns:r="http://schemas.openxmlformats.org/officeDocument/2006/relationships" xmlns:a="http://schemas.openxmlformats.org/drawingml/2006/main" r:embed="R4992c467f22a424a"/>
          <a:stretch xmlns:a="http://schemas.openxmlformats.org/drawingml/2006/main">
            <a:fillRect l="0" t="0" r="0" b="0"/>
          </a:stretch>
        </p:blipFill>
        <p:spPr>
          <a:xfrm xmlns:a="http://schemas.openxmlformats.org/drawingml/2006/main">
            <a:off x="5124450" y="2228850"/>
            <a:ext cx="800100" cy="800100"/>
          </a:xfrm>
          <a:prstGeom xmlns:a="http://schemas.openxmlformats.org/drawingml/2006/main" prst="rect">
            <a:avLst/>
          </a:prstGeom>
          <a:ln xmlns:a="http://schemas.openxmlformats.org/drawingml/2006/main">
            <a:noFill/>
          </a:ln>
        </p:spPr>
      </p:pic>
      <p:sp>
        <p:nvSpPr>
          <p:cNvPr id="14" name="Text 14">
            <a:extLst xmlns:a="http://schemas.openxmlformats.org/drawingml/2006/main">
              <a:ext uri="{FF2B5EF4-FFF2-40B4-BE49-F238E27FC236}">
                <a16:creationId xmlns:a16="http://schemas.microsoft.com/office/drawing/2014/main" id="{C5A6560A-071A-4BD6-81DA-6329C2BFE993}"/>
              </a:ext>
            </a:extLst>
          </p:cNvPr>
          <p:cNvSpPr>
            <a:spLocks xmlns:a="http://schemas.openxmlformats.org/drawingml/2006/main" noGrp="1"/>
          </p:cNvSpPr>
          <p:nvPr/>
        </p:nvSpPr>
        <p:spPr>
          <a:xfrm xmlns:a="http://schemas.openxmlformats.org/drawingml/2006/main">
            <a:off x="4629150" y="3105150"/>
            <a:ext cx="17907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FF8589"/>
                </a:solidFill>
                <a:latin typeface="Arial"/>
                <a:ea typeface="Arial"/>
                <a:cs typeface="Arial"/>
              </a:rPr>
              <a:t>GITHUB</a:t>
            </a:r>
            <a:endParaRPr sz="1900"/>
          </a:p>
        </p:txBody>
      </p:sp>
      <p:sp>
        <p:nvSpPr>
          <p:cNvPr id="15" name="Text 15">
            <a:extLst xmlns:a="http://schemas.openxmlformats.org/drawingml/2006/main">
              <a:ext uri="{FF2B5EF4-FFF2-40B4-BE49-F238E27FC236}">
                <a16:creationId xmlns:a16="http://schemas.microsoft.com/office/drawing/2014/main" id="{9793ED98-BDE8-4AEF-8CFB-004CE22A12F4}"/>
              </a:ext>
            </a:extLst>
          </p:cNvPr>
          <p:cNvSpPr>
            <a:spLocks xmlns:a="http://schemas.openxmlformats.org/drawingml/2006/main" noGrp="1"/>
          </p:cNvSpPr>
          <p:nvPr/>
        </p:nvSpPr>
        <p:spPr>
          <a:xfrm xmlns:a="http://schemas.openxmlformats.org/drawingml/2006/main">
            <a:off x="4629150" y="3409950"/>
            <a:ext cx="1790700"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800" b="1">
                <a:solidFill>
                  <a:srgbClr val="FF8589"/>
                </a:solidFill>
                <a:latin typeface="Arial"/>
                <a:ea typeface="Arial"/>
                <a:cs typeface="Arial"/>
              </a:rPr>
              <a:t>CONTROL PLANE</a:t>
            </a:r>
            <a:endParaRPr sz="1800"/>
          </a:p>
        </p:txBody>
      </p:sp>
      <p:sp>
        <p:nvSpPr>
          <p:cNvPr id="16" name="Text 16">
            <a:extLst xmlns:a="http://schemas.openxmlformats.org/drawingml/2006/main">
              <a:ext uri="{FF2B5EF4-FFF2-40B4-BE49-F238E27FC236}">
                <a16:creationId xmlns:a16="http://schemas.microsoft.com/office/drawing/2014/main" id="{F17194C6-9F02-4137-9192-FCB3E8EA9F7B}"/>
              </a:ext>
            </a:extLst>
          </p:cNvPr>
          <p:cNvSpPr>
            <a:spLocks xmlns:a="http://schemas.openxmlformats.org/drawingml/2006/main" noGrp="1"/>
          </p:cNvSpPr>
          <p:nvPr/>
        </p:nvSpPr>
        <p:spPr>
          <a:xfrm xmlns:a="http://schemas.openxmlformats.org/drawingml/2006/main">
            <a:off x="4629150" y="3905250"/>
            <a:ext cx="17907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200" b="0">
                <a:solidFill>
                  <a:srgbClr val="DDE3E8"/>
                </a:solidFill>
                <a:latin typeface="Arial"/>
                <a:ea typeface="Arial"/>
                <a:cs typeface="Arial"/>
              </a:rPr>
              <a:t>work state + evidence</a:t>
            </a:r>
            <a:endParaRPr sz="1200"/>
          </a:p>
        </p:txBody>
      </p:sp>
      <p:sp>
        <p:nvSpPr>
          <p:cNvPr id="17" name="Shape 17">
            <a:extLst xmlns:a="http://schemas.openxmlformats.org/drawingml/2006/main">
              <a:ext uri="{FF2B5EF4-FFF2-40B4-BE49-F238E27FC236}">
                <a16:creationId xmlns:a16="http://schemas.microsoft.com/office/drawing/2014/main" id="{210A11DB-C29E-469E-9AC4-12219913FF52}"/>
              </a:ext>
            </a:extLst>
          </p:cNvPr>
          <p:cNvSpPr>
            <a:spLocks xmlns:a="http://schemas.openxmlformats.org/drawingml/2006/main" noGrp="1"/>
          </p:cNvSpPr>
          <p:nvPr/>
        </p:nvSpPr>
        <p:spPr>
          <a:xfrm xmlns:a="http://schemas.openxmlformats.org/drawingml/2006/main">
            <a:off x="8858250" y="1714500"/>
            <a:ext cx="2476500" cy="78105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18" name="Shape 18">
            <a:extLst xmlns:a="http://schemas.openxmlformats.org/drawingml/2006/main">
              <a:ext uri="{FF2B5EF4-FFF2-40B4-BE49-F238E27FC236}">
                <a16:creationId xmlns:a16="http://schemas.microsoft.com/office/drawing/2014/main" id="{E4D0E479-965B-48A8-BC36-CD788B08077F}"/>
              </a:ext>
            </a:extLst>
          </p:cNvPr>
          <p:cNvSpPr>
            <a:spLocks xmlns:a="http://schemas.openxmlformats.org/drawingml/2006/main" noGrp="1"/>
          </p:cNvSpPr>
          <p:nvPr/>
        </p:nvSpPr>
        <p:spPr>
          <a:xfrm xmlns:a="http://schemas.openxmlformats.org/drawingml/2006/main">
            <a:off x="9010650" y="1866900"/>
            <a:ext cx="476250" cy="4762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66" name="Picture 19"/>
          <p:cNvPicPr>
            <a:picLocks xmlns:a="http://schemas.openxmlformats.org/drawingml/2006/main" noChangeAspect="1"/>
          </p:cNvPicPr>
          <p:nvPr/>
        </p:nvPicPr>
        <p:blipFill>
          <a:blip xmlns:r="http://schemas.openxmlformats.org/officeDocument/2006/relationships" xmlns:a="http://schemas.openxmlformats.org/drawingml/2006/main" r:embed="Rc9b7c9ed5c404ca3"/>
          <a:stretch xmlns:a="http://schemas.openxmlformats.org/drawingml/2006/main">
            <a:fillRect l="0" t="0" r="0" b="0"/>
          </a:stretch>
        </p:blipFill>
        <p:spPr>
          <a:xfrm xmlns:a="http://schemas.openxmlformats.org/drawingml/2006/main">
            <a:off x="9134475" y="1990725"/>
            <a:ext cx="228600" cy="228600"/>
          </a:xfrm>
          <a:prstGeom xmlns:a="http://schemas.openxmlformats.org/drawingml/2006/main" prst="rect">
            <a:avLst/>
          </a:prstGeom>
          <a:ln xmlns:a="http://schemas.openxmlformats.org/drawingml/2006/main">
            <a:noFill/>
          </a:ln>
        </p:spPr>
      </p:pic>
      <p:sp>
        <p:nvSpPr>
          <p:cNvPr id="20" name="Text 20">
            <a:extLst xmlns:a="http://schemas.openxmlformats.org/drawingml/2006/main">
              <a:ext uri="{FF2B5EF4-FFF2-40B4-BE49-F238E27FC236}">
                <a16:creationId xmlns:a16="http://schemas.microsoft.com/office/drawing/2014/main" id="{77A1559E-5527-4B0E-9345-3477E7FB0E7A}"/>
              </a:ext>
            </a:extLst>
          </p:cNvPr>
          <p:cNvSpPr>
            <a:spLocks xmlns:a="http://schemas.openxmlformats.org/drawingml/2006/main" noGrp="1"/>
          </p:cNvSpPr>
          <p:nvPr/>
        </p:nvSpPr>
        <p:spPr>
          <a:xfrm xmlns:a="http://schemas.openxmlformats.org/drawingml/2006/main">
            <a:off x="9639300" y="1828800"/>
            <a:ext cx="15049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2A5B84"/>
                </a:solidFill>
                <a:latin typeface="Arial"/>
                <a:ea typeface="Arial"/>
                <a:cs typeface="Arial"/>
              </a:rPr>
              <a:t>AGENT A</a:t>
            </a:r>
            <a:endParaRPr sz="1500"/>
          </a:p>
        </p:txBody>
      </p:sp>
      <p:sp>
        <p:nvSpPr>
          <p:cNvPr id="21" name="Text 21">
            <a:extLst xmlns:a="http://schemas.openxmlformats.org/drawingml/2006/main">
              <a:ext uri="{FF2B5EF4-FFF2-40B4-BE49-F238E27FC236}">
                <a16:creationId xmlns:a16="http://schemas.microsoft.com/office/drawing/2014/main" id="{DF9BC506-B52C-4532-8F71-304C1A82078D}"/>
              </a:ext>
            </a:extLst>
          </p:cNvPr>
          <p:cNvSpPr>
            <a:spLocks xmlns:a="http://schemas.openxmlformats.org/drawingml/2006/main" noGrp="1"/>
          </p:cNvSpPr>
          <p:nvPr/>
        </p:nvSpPr>
        <p:spPr>
          <a:xfrm xmlns:a="http://schemas.openxmlformats.org/drawingml/2006/main">
            <a:off x="9639300" y="2114550"/>
            <a:ext cx="1504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0">
                <a:solidFill>
                  <a:srgbClr val="17212B"/>
                </a:solidFill>
                <a:latin typeface="Arial"/>
                <a:ea typeface="Arial"/>
                <a:cs typeface="Arial"/>
              </a:rPr>
              <a:t>bounded implementation</a:t>
            </a:r>
            <a:endParaRPr sz="1300"/>
          </a:p>
        </p:txBody>
      </p:sp>
      <p:sp>
        <p:nvSpPr>
          <p:cNvPr id="22" name="Shape 22">
            <a:extLst xmlns:a="http://schemas.openxmlformats.org/drawingml/2006/main">
              <a:ext uri="{FF2B5EF4-FFF2-40B4-BE49-F238E27FC236}">
                <a16:creationId xmlns:a16="http://schemas.microsoft.com/office/drawing/2014/main" id="{90E2A31E-EF52-48D3-9170-3DC29F126755}"/>
              </a:ext>
            </a:extLst>
          </p:cNvPr>
          <p:cNvSpPr>
            <a:spLocks xmlns:a="http://schemas.openxmlformats.org/drawingml/2006/main" noGrp="1"/>
          </p:cNvSpPr>
          <p:nvPr/>
        </p:nvSpPr>
        <p:spPr>
          <a:xfrm xmlns:a="http://schemas.openxmlformats.org/drawingml/2006/main">
            <a:off x="8858250" y="2733675"/>
            <a:ext cx="2476500" cy="78105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23" name="Shape 23">
            <a:extLst xmlns:a="http://schemas.openxmlformats.org/drawingml/2006/main">
              <a:ext uri="{FF2B5EF4-FFF2-40B4-BE49-F238E27FC236}">
                <a16:creationId xmlns:a16="http://schemas.microsoft.com/office/drawing/2014/main" id="{239D5A3B-F050-4D38-BF6D-3D2E91FF3772}"/>
              </a:ext>
            </a:extLst>
          </p:cNvPr>
          <p:cNvSpPr>
            <a:spLocks xmlns:a="http://schemas.openxmlformats.org/drawingml/2006/main" noGrp="1"/>
          </p:cNvSpPr>
          <p:nvPr/>
        </p:nvSpPr>
        <p:spPr>
          <a:xfrm xmlns:a="http://schemas.openxmlformats.org/drawingml/2006/main">
            <a:off x="9010650" y="2886075"/>
            <a:ext cx="476250" cy="4762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71" name="Picture 24"/>
          <p:cNvPicPr>
            <a:picLocks xmlns:a="http://schemas.openxmlformats.org/drawingml/2006/main" noChangeAspect="1"/>
          </p:cNvPicPr>
          <p:nvPr/>
        </p:nvPicPr>
        <p:blipFill>
          <a:blip xmlns:r="http://schemas.openxmlformats.org/officeDocument/2006/relationships" xmlns:a="http://schemas.openxmlformats.org/drawingml/2006/main" r:embed="R8e64f4dd01464046"/>
          <a:stretch xmlns:a="http://schemas.openxmlformats.org/drawingml/2006/main">
            <a:fillRect l="0" t="0" r="0" b="0"/>
          </a:stretch>
        </p:blipFill>
        <p:spPr>
          <a:xfrm xmlns:a="http://schemas.openxmlformats.org/drawingml/2006/main">
            <a:off x="9134475" y="3009900"/>
            <a:ext cx="228600" cy="228600"/>
          </a:xfrm>
          <a:prstGeom xmlns:a="http://schemas.openxmlformats.org/drawingml/2006/main" prst="rect">
            <a:avLst/>
          </a:prstGeom>
          <a:ln xmlns:a="http://schemas.openxmlformats.org/drawingml/2006/main">
            <a:noFill/>
          </a:ln>
        </p:spPr>
      </p:pic>
      <p:sp>
        <p:nvSpPr>
          <p:cNvPr id="25" name="Text 25">
            <a:extLst xmlns:a="http://schemas.openxmlformats.org/drawingml/2006/main">
              <a:ext uri="{FF2B5EF4-FFF2-40B4-BE49-F238E27FC236}">
                <a16:creationId xmlns:a16="http://schemas.microsoft.com/office/drawing/2014/main" id="{88981D5F-2842-4951-9A9B-4C0EAB77C745}"/>
              </a:ext>
            </a:extLst>
          </p:cNvPr>
          <p:cNvSpPr>
            <a:spLocks xmlns:a="http://schemas.openxmlformats.org/drawingml/2006/main" noGrp="1"/>
          </p:cNvSpPr>
          <p:nvPr/>
        </p:nvSpPr>
        <p:spPr>
          <a:xfrm xmlns:a="http://schemas.openxmlformats.org/drawingml/2006/main">
            <a:off x="9639300" y="2847975"/>
            <a:ext cx="15049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2A5B84"/>
                </a:solidFill>
                <a:latin typeface="Arial"/>
                <a:ea typeface="Arial"/>
                <a:cs typeface="Arial"/>
              </a:rPr>
              <a:t>AGENT B</a:t>
            </a:r>
            <a:endParaRPr sz="1500"/>
          </a:p>
        </p:txBody>
      </p:sp>
      <p:sp>
        <p:nvSpPr>
          <p:cNvPr id="26" name="Text 26">
            <a:extLst xmlns:a="http://schemas.openxmlformats.org/drawingml/2006/main">
              <a:ext uri="{FF2B5EF4-FFF2-40B4-BE49-F238E27FC236}">
                <a16:creationId xmlns:a16="http://schemas.microsoft.com/office/drawing/2014/main" id="{CD26ADE4-E0A9-4FC6-BEC5-507C6133FB50}"/>
              </a:ext>
            </a:extLst>
          </p:cNvPr>
          <p:cNvSpPr>
            <a:spLocks xmlns:a="http://schemas.openxmlformats.org/drawingml/2006/main" noGrp="1"/>
          </p:cNvSpPr>
          <p:nvPr/>
        </p:nvSpPr>
        <p:spPr>
          <a:xfrm xmlns:a="http://schemas.openxmlformats.org/drawingml/2006/main">
            <a:off x="9639300" y="3133725"/>
            <a:ext cx="1504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0">
                <a:solidFill>
                  <a:srgbClr val="17212B"/>
                </a:solidFill>
                <a:latin typeface="Arial"/>
                <a:ea typeface="Arial"/>
                <a:cs typeface="Arial"/>
              </a:rPr>
              <a:t>independent review</a:t>
            </a:r>
            <a:endParaRPr sz="1300"/>
          </a:p>
        </p:txBody>
      </p:sp>
      <p:sp>
        <p:nvSpPr>
          <p:cNvPr id="27" name="Shape 27">
            <a:extLst xmlns:a="http://schemas.openxmlformats.org/drawingml/2006/main">
              <a:ext uri="{FF2B5EF4-FFF2-40B4-BE49-F238E27FC236}">
                <a16:creationId xmlns:a16="http://schemas.microsoft.com/office/drawing/2014/main" id="{17165DA7-F984-4A36-8FDB-317125E8D166}"/>
              </a:ext>
            </a:extLst>
          </p:cNvPr>
          <p:cNvSpPr>
            <a:spLocks xmlns:a="http://schemas.openxmlformats.org/drawingml/2006/main" noGrp="1"/>
          </p:cNvSpPr>
          <p:nvPr/>
        </p:nvSpPr>
        <p:spPr>
          <a:xfrm xmlns:a="http://schemas.openxmlformats.org/drawingml/2006/main">
            <a:off x="8858250" y="3752850"/>
            <a:ext cx="2476500" cy="78105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28" name="Shape 28">
            <a:extLst xmlns:a="http://schemas.openxmlformats.org/drawingml/2006/main">
              <a:ext uri="{FF2B5EF4-FFF2-40B4-BE49-F238E27FC236}">
                <a16:creationId xmlns:a16="http://schemas.microsoft.com/office/drawing/2014/main" id="{AC8DE244-29B6-45C1-97E8-41782DCADFC7}"/>
              </a:ext>
            </a:extLst>
          </p:cNvPr>
          <p:cNvSpPr>
            <a:spLocks xmlns:a="http://schemas.openxmlformats.org/drawingml/2006/main" noGrp="1"/>
          </p:cNvSpPr>
          <p:nvPr/>
        </p:nvSpPr>
        <p:spPr>
          <a:xfrm xmlns:a="http://schemas.openxmlformats.org/drawingml/2006/main">
            <a:off x="9010650" y="3905250"/>
            <a:ext cx="476250" cy="4762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76" name="Picture 29"/>
          <p:cNvPicPr>
            <a:picLocks xmlns:a="http://schemas.openxmlformats.org/drawingml/2006/main" noChangeAspect="1"/>
          </p:cNvPicPr>
          <p:nvPr/>
        </p:nvPicPr>
        <p:blipFill>
          <a:blip xmlns:r="http://schemas.openxmlformats.org/officeDocument/2006/relationships" xmlns:a="http://schemas.openxmlformats.org/drawingml/2006/main" r:embed="Rcda551e8b5bc40ea"/>
          <a:stretch xmlns:a="http://schemas.openxmlformats.org/drawingml/2006/main">
            <a:fillRect l="0" t="0" r="0" b="0"/>
          </a:stretch>
        </p:blipFill>
        <p:spPr>
          <a:xfrm xmlns:a="http://schemas.openxmlformats.org/drawingml/2006/main">
            <a:off x="9134475" y="4029075"/>
            <a:ext cx="228600" cy="22860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8A96B368-7E4A-4AC6-807C-B4AB22C545B2}"/>
              </a:ext>
            </a:extLst>
          </p:cNvPr>
          <p:cNvSpPr>
            <a:spLocks xmlns:a="http://schemas.openxmlformats.org/drawingml/2006/main" noGrp="1"/>
          </p:cNvSpPr>
          <p:nvPr/>
        </p:nvSpPr>
        <p:spPr>
          <a:xfrm xmlns:a="http://schemas.openxmlformats.org/drawingml/2006/main">
            <a:off x="9639300" y="3867150"/>
            <a:ext cx="15049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2A5B84"/>
                </a:solidFill>
                <a:latin typeface="Arial"/>
                <a:ea typeface="Arial"/>
                <a:cs typeface="Arial"/>
              </a:rPr>
              <a:t>AGENT C</a:t>
            </a:r>
            <a:endParaRPr sz="1500"/>
          </a:p>
        </p:txBody>
      </p:sp>
      <p:sp>
        <p:nvSpPr>
          <p:cNvPr id="31" name="Text 31">
            <a:extLst xmlns:a="http://schemas.openxmlformats.org/drawingml/2006/main">
              <a:ext uri="{FF2B5EF4-FFF2-40B4-BE49-F238E27FC236}">
                <a16:creationId xmlns:a16="http://schemas.microsoft.com/office/drawing/2014/main" id="{CF0D1001-5D46-4A9B-A78F-CC97FFF7046A}"/>
              </a:ext>
            </a:extLst>
          </p:cNvPr>
          <p:cNvSpPr>
            <a:spLocks xmlns:a="http://schemas.openxmlformats.org/drawingml/2006/main" noGrp="1"/>
          </p:cNvSpPr>
          <p:nvPr/>
        </p:nvSpPr>
        <p:spPr>
          <a:xfrm xmlns:a="http://schemas.openxmlformats.org/drawingml/2006/main">
            <a:off x="9639300" y="4152900"/>
            <a:ext cx="1504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0">
                <a:solidFill>
                  <a:srgbClr val="17212B"/>
                </a:solidFill>
                <a:latin typeface="Arial"/>
                <a:ea typeface="Arial"/>
                <a:cs typeface="Arial"/>
              </a:rPr>
              <a:t>verification or docs</a:t>
            </a:r>
            <a:endParaRPr sz="1300"/>
          </a:p>
        </p:txBody>
      </p:sp>
      <p:sp>
        <p:nvSpPr>
          <p:cNvPr id="32" name="Shape 32">
            <a:extLst xmlns:a="http://schemas.openxmlformats.org/drawingml/2006/main">
              <a:ext uri="{FF2B5EF4-FFF2-40B4-BE49-F238E27FC236}">
                <a16:creationId xmlns:a16="http://schemas.microsoft.com/office/drawing/2014/main" id="{D16F29B1-FCA9-4CA5-8FDE-BC9CE1E4AFE5}"/>
              </a:ext>
            </a:extLst>
          </p:cNvPr>
          <p:cNvSpPr>
            <a:spLocks xmlns:a="http://schemas.openxmlformats.org/drawingml/2006/main" noGrp="1"/>
          </p:cNvSpPr>
          <p:nvPr/>
        </p:nvSpPr>
        <p:spPr>
          <a:xfrm xmlns:a="http://schemas.openxmlformats.org/drawingml/2006/main">
            <a:off x="3143250" y="4819650"/>
            <a:ext cx="5334000" cy="12001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33" name="Shape 33">
            <a:extLst xmlns:a="http://schemas.openxmlformats.org/drawingml/2006/main">
              <a:ext uri="{FF2B5EF4-FFF2-40B4-BE49-F238E27FC236}">
                <a16:creationId xmlns:a16="http://schemas.microsoft.com/office/drawing/2014/main" id="{B51DEE5E-83B3-4F9F-8CCE-1C12D3FBE438}"/>
              </a:ext>
            </a:extLst>
          </p:cNvPr>
          <p:cNvSpPr>
            <a:spLocks xmlns:a="http://schemas.openxmlformats.org/drawingml/2006/main" noGrp="1"/>
          </p:cNvSpPr>
          <p:nvPr/>
        </p:nvSpPr>
        <p:spPr>
          <a:xfrm xmlns:a="http://schemas.openxmlformats.org/drawingml/2006/main">
            <a:off x="3352800" y="5105400"/>
            <a:ext cx="533400" cy="533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D71920"/>
            </a:solidFill>
          </a:ln>
        </p:spPr>
      </p:sp>
      <p:pic>
        <p:nvPicPr>
          <p:cNvPr id="81" name="Picture 34"/>
          <p:cNvPicPr>
            <a:picLocks xmlns:a="http://schemas.openxmlformats.org/drawingml/2006/main" noChangeAspect="1"/>
          </p:cNvPicPr>
          <p:nvPr/>
        </p:nvPicPr>
        <p:blipFill>
          <a:blip xmlns:r="http://schemas.openxmlformats.org/officeDocument/2006/relationships" xmlns:a="http://schemas.openxmlformats.org/drawingml/2006/main" r:embed="Rff8e0a9940254981"/>
          <a:stretch xmlns:a="http://schemas.openxmlformats.org/drawingml/2006/main">
            <a:fillRect l="0" t="0" r="0" b="0"/>
          </a:stretch>
        </p:blipFill>
        <p:spPr>
          <a:xfrm xmlns:a="http://schemas.openxmlformats.org/drawingml/2006/main">
            <a:off x="3486150" y="5238750"/>
            <a:ext cx="266700" cy="266700"/>
          </a:xfrm>
          <a:prstGeom xmlns:a="http://schemas.openxmlformats.org/drawingml/2006/main" prst="rect">
            <a:avLst/>
          </a:prstGeom>
          <a:ln xmlns:a="http://schemas.openxmlformats.org/drawingml/2006/main">
            <a:noFill/>
          </a:ln>
        </p:spPr>
      </p:pic>
      <p:sp>
        <p:nvSpPr>
          <p:cNvPr id="35" name="Text 35">
            <a:extLst xmlns:a="http://schemas.openxmlformats.org/drawingml/2006/main">
              <a:ext uri="{FF2B5EF4-FFF2-40B4-BE49-F238E27FC236}">
                <a16:creationId xmlns:a16="http://schemas.microsoft.com/office/drawing/2014/main" id="{00B33CC7-3275-4668-AF92-5C58DD1BC5BE}"/>
              </a:ext>
            </a:extLst>
          </p:cNvPr>
          <p:cNvSpPr>
            <a:spLocks xmlns:a="http://schemas.openxmlformats.org/drawingml/2006/main" noGrp="1"/>
          </p:cNvSpPr>
          <p:nvPr/>
        </p:nvSpPr>
        <p:spPr>
          <a:xfrm xmlns:a="http://schemas.openxmlformats.org/drawingml/2006/main">
            <a:off x="4114800" y="4953000"/>
            <a:ext cx="40005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7212B"/>
                </a:solidFill>
                <a:latin typeface="Arial"/>
                <a:ea typeface="Arial"/>
                <a:cs typeface="Arial"/>
              </a:rPr>
              <a:t>NATIVE WORK GRAPH</a:t>
            </a:r>
            <a:endParaRPr sz="1300"/>
          </a:p>
        </p:txBody>
      </p:sp>
      <p:sp>
        <p:nvSpPr>
          <p:cNvPr id="36" name="Text 36">
            <a:extLst xmlns:a="http://schemas.openxmlformats.org/drawingml/2006/main">
              <a:ext uri="{FF2B5EF4-FFF2-40B4-BE49-F238E27FC236}">
                <a16:creationId xmlns:a16="http://schemas.microsoft.com/office/drawing/2014/main" id="{6F85EEDA-48B5-4EF5-9C4B-C99501BF9B03}"/>
              </a:ext>
            </a:extLst>
          </p:cNvPr>
          <p:cNvSpPr>
            <a:spLocks xmlns:a="http://schemas.openxmlformats.org/drawingml/2006/main" noGrp="1"/>
          </p:cNvSpPr>
          <p:nvPr/>
        </p:nvSpPr>
        <p:spPr>
          <a:xfrm xmlns:a="http://schemas.openxmlformats.org/drawingml/2006/main">
            <a:off x="4114800" y="5238750"/>
            <a:ext cx="40005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Issues, PRs, relations, milestones and lifecycle</a:t>
            </a:r>
            <a:endParaRPr sz="1400"/>
          </a:p>
        </p:txBody>
      </p:sp>
      <p:sp>
        <p:nvSpPr>
          <p:cNvPr id="37" name="Connector 37">
            <a:extLst xmlns:a="http://schemas.openxmlformats.org/drawingml/2006/main">
              <a:ext uri="{FF2B5EF4-FFF2-40B4-BE49-F238E27FC236}">
                <a16:creationId xmlns:a16="http://schemas.microsoft.com/office/drawing/2014/main" id="{7FD64704-8033-472C-A40D-9D33C61F9324}"/>
              </a:ext>
            </a:extLst>
          </p:cNvPr>
          <p:cNvSpPr>
            <a:spLocks xmlns:a="http://schemas.openxmlformats.org/drawingml/2006/main" noGrp="1"/>
          </p:cNvSpPr>
          <p:nvPr/>
        </p:nvSpPr>
        <p:spPr>
          <a:xfrm xmlns:a="http://schemas.openxmlformats.org/drawingml/2006/main">
            <a:off x="4114800" y="5657850"/>
            <a:ext cx="4000500" cy="0"/>
          </a:xfrm>
          <a:prstGeom xmlns:a="http://schemas.openxmlformats.org/drawingml/2006/main" prst="line">
            <a:avLst/>
          </a:prstGeom>
          <a:ln xmlns:a="http://schemas.openxmlformats.org/drawingml/2006/main" w="12700">
            <a:solidFill>
              <a:srgbClr val="D9DEE3"/>
            </a:solidFill>
          </a:ln>
        </p:spPr>
      </p:sp>
      <p:sp>
        <p:nvSpPr>
          <p:cNvPr id="38" name="Text 38">
            <a:extLst xmlns:a="http://schemas.openxmlformats.org/drawingml/2006/main">
              <a:ext uri="{FF2B5EF4-FFF2-40B4-BE49-F238E27FC236}">
                <a16:creationId xmlns:a16="http://schemas.microsoft.com/office/drawing/2014/main" id="{AE36F924-4173-4193-9F3E-E4C007E7DA95}"/>
              </a:ext>
            </a:extLst>
          </p:cNvPr>
          <p:cNvSpPr>
            <a:spLocks xmlns:a="http://schemas.openxmlformats.org/drawingml/2006/main" noGrp="1"/>
          </p:cNvSpPr>
          <p:nvPr/>
        </p:nvSpPr>
        <p:spPr>
          <a:xfrm xmlns:a="http://schemas.openxmlformats.org/drawingml/2006/main">
            <a:off x="4114800" y="5734050"/>
            <a:ext cx="4000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981B1E"/>
                </a:solidFill>
                <a:latin typeface="Arial"/>
                <a:ea typeface="Arial"/>
                <a:cs typeface="Arial"/>
              </a:rPr>
              <a:t>Delivery priority · Discovery disposition</a:t>
            </a:r>
            <a:endParaRPr sz="1300"/>
          </a:p>
        </p:txBody>
      </p:sp>
      <p:sp>
        <p:nvSpPr>
          <p:cNvPr id="39" name="Text 39">
            <a:extLst xmlns:a="http://schemas.openxmlformats.org/drawingml/2006/main">
              <a:ext uri="{FF2B5EF4-FFF2-40B4-BE49-F238E27FC236}">
                <a16:creationId xmlns:a16="http://schemas.microsoft.com/office/drawing/2014/main" id="{14667A15-5DD5-4EAF-BA3B-FFF402130E46}"/>
              </a:ext>
            </a:extLst>
          </p:cNvPr>
          <p:cNvSpPr>
            <a:spLocks xmlns:a="http://schemas.openxmlformats.org/drawingml/2006/main" noGrp="1"/>
          </p:cNvSpPr>
          <p:nvPr/>
        </p:nvSpPr>
        <p:spPr>
          <a:xfrm xmlns:a="http://schemas.openxmlformats.org/drawingml/2006/main">
            <a:off x="8724900" y="4895850"/>
            <a:ext cx="2762250" cy="106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5D6873"/>
                </a:solidFill>
                <a:latin typeface="Arial"/>
                <a:ea typeface="Arial"/>
                <a:cs typeface="Arial"/>
              </a:rPr>
              <a:t>The semantics can map to existing enterprise vocabulary. This exercise does not claim enterprise application integration.</a:t>
            </a:r>
            <a:endParaRPr sz="1400"/>
          </a:p>
        </p:txBody>
      </p:sp>
      <p:sp>
        <p:nvSpPr>
          <p:cNvPr id="40" name="Connector 40">
            <a:extLst xmlns:a="http://schemas.openxmlformats.org/drawingml/2006/main">
              <a:ext uri="{FF2B5EF4-FFF2-40B4-BE49-F238E27FC236}">
                <a16:creationId xmlns:a16="http://schemas.microsoft.com/office/drawing/2014/main" id="{68328128-5CDB-424B-BABA-F765695D69BE}"/>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41" name="Text 41">
            <a:extLst xmlns:a="http://schemas.openxmlformats.org/drawingml/2006/main">
              <a:ext uri="{FF2B5EF4-FFF2-40B4-BE49-F238E27FC236}">
                <a16:creationId xmlns:a16="http://schemas.microsoft.com/office/drawing/2014/main" id="{B82C3B4F-938B-403E-99E2-6F4570535DAF}"/>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42" name="Text 42">
            <a:extLst xmlns:a="http://schemas.openxmlformats.org/drawingml/2006/main">
              <a:ext uri="{FF2B5EF4-FFF2-40B4-BE49-F238E27FC236}">
                <a16:creationId xmlns:a16="http://schemas.microsoft.com/office/drawing/2014/main" id="{3624D850-A95E-41CC-88A7-932E6B9E6C22}"/>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9</a:t>
            </a:r>
            <a:endParaRPr sz="1000"/>
          </a:p>
        </p:txBody>
      </p:sp>
    </p:spTree>
    <p:extLst>
      <p:ext uri="{BB962C8B-B14F-4D97-AF65-F5344CB8AC3E}">
        <p14:creationId xmlns:p14="http://schemas.microsoft.com/office/powerpoint/2010/main" val="99138258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058AA87D-3E51-4DBB-A940-DE98409DA9B7}"/>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MANAGEMENT PROJECTIONS</a:t>
            </a:r>
            <a:endParaRPr sz="1100"/>
          </a:p>
        </p:txBody>
      </p:sp>
      <p:sp>
        <p:nvSpPr>
          <p:cNvPr id="3" name="Text 3">
            <a:extLst xmlns:a="http://schemas.openxmlformats.org/drawingml/2006/main">
              <a:ext uri="{FF2B5EF4-FFF2-40B4-BE49-F238E27FC236}">
                <a16:creationId xmlns:a16="http://schemas.microsoft.com/office/drawing/2014/main" id="{77A665AF-A696-4DEB-B5EA-0979CEDADCE1}"/>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One work graph supports delivery, schedule and scope conversations</a:t>
            </a:r>
            <a:endParaRPr sz="3000"/>
          </a:p>
        </p:txBody>
      </p:sp>
      <p:sp>
        <p:nvSpPr>
          <p:cNvPr id="4" name="Text 4">
            <a:extLst xmlns:a="http://schemas.openxmlformats.org/drawingml/2006/main">
              <a:ext uri="{FF2B5EF4-FFF2-40B4-BE49-F238E27FC236}">
                <a16:creationId xmlns:a16="http://schemas.microsoft.com/office/drawing/2014/main" id="{192769E2-9807-4E6C-8ED7-B76C38083A74}"/>
              </a:ext>
            </a:extLst>
          </p:cNvPr>
          <p:cNvSpPr>
            <a:spLocks xmlns:a="http://schemas.openxmlformats.org/drawingml/2006/main" noGrp="1"/>
          </p:cNvSpPr>
          <p:nvPr/>
        </p:nvSpPr>
        <p:spPr>
          <a:xfrm xmlns:a="http://schemas.openxmlformats.org/drawingml/2006/main">
            <a:off x="8858250" y="1104900"/>
            <a:ext cx="27622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1" spc="120">
                <a:solidFill>
                  <a:srgbClr val="B46B13"/>
                </a:solidFill>
                <a:latin typeface="Arial"/>
                <a:ea typeface="Arial"/>
                <a:cs typeface="Arial"/>
              </a:rPr>
              <a:t>SCHEMATIC PREVIEW</a:t>
            </a:r>
            <a:endParaRPr sz="1000"/>
          </a:p>
        </p:txBody>
      </p:sp>
      <p:sp>
        <p:nvSpPr>
          <p:cNvPr id="5" name="Shape 5">
            <a:extLst xmlns:a="http://schemas.openxmlformats.org/drawingml/2006/main">
              <a:ext uri="{FF2B5EF4-FFF2-40B4-BE49-F238E27FC236}">
                <a16:creationId xmlns:a16="http://schemas.microsoft.com/office/drawing/2014/main" id="{DF2FF58C-A089-4908-8EBA-216B664DAC14}"/>
              </a:ext>
            </a:extLst>
          </p:cNvPr>
          <p:cNvSpPr>
            <a:spLocks xmlns:a="http://schemas.openxmlformats.org/drawingml/2006/main" noGrp="1"/>
          </p:cNvSpPr>
          <p:nvPr/>
        </p:nvSpPr>
        <p:spPr>
          <a:xfrm xmlns:a="http://schemas.openxmlformats.org/drawingml/2006/main">
            <a:off x="552450" y="1524000"/>
            <a:ext cx="5219700" cy="19812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6" name="Shape 6">
            <a:extLst xmlns:a="http://schemas.openxmlformats.org/drawingml/2006/main">
              <a:ext uri="{FF2B5EF4-FFF2-40B4-BE49-F238E27FC236}">
                <a16:creationId xmlns:a16="http://schemas.microsoft.com/office/drawing/2014/main" id="{8DA62FEC-38CA-4E97-9362-1822B8BC7D07}"/>
              </a:ext>
            </a:extLst>
          </p:cNvPr>
          <p:cNvSpPr>
            <a:spLocks xmlns:a="http://schemas.openxmlformats.org/drawingml/2006/main" noGrp="1"/>
          </p:cNvSpPr>
          <p:nvPr/>
        </p:nvSpPr>
        <p:spPr>
          <a:xfrm xmlns:a="http://schemas.openxmlformats.org/drawingml/2006/main">
            <a:off x="742950" y="1657350"/>
            <a:ext cx="400050" cy="400050"/>
          </a:xfrm>
          <a:prstGeom xmlns:a="http://schemas.openxmlformats.org/drawingml/2006/main" prst="roundRect">
            <a:avLst/>
          </a:prstGeom>
          <a:solidFill xmlns:a="http://schemas.openxmlformats.org/drawingml/2006/main">
            <a:srgbClr val="FCEBEC"/>
          </a:solidFill>
          <a:ln xmlns:a="http://schemas.openxmlformats.org/drawingml/2006/main" w="19050">
            <a:solidFill>
              <a:srgbClr val="D71920"/>
            </a:solidFill>
          </a:ln>
        </p:spPr>
      </p:sp>
      <p:pic>
        <p:nvPicPr>
          <p:cNvPr id="78" name="Picture 7"/>
          <p:cNvPicPr>
            <a:picLocks xmlns:a="http://schemas.openxmlformats.org/drawingml/2006/main" noChangeAspect="1"/>
          </p:cNvPicPr>
          <p:nvPr/>
        </p:nvPicPr>
        <p:blipFill>
          <a:blip xmlns:r="http://schemas.openxmlformats.org/officeDocument/2006/relationships" xmlns:a="http://schemas.openxmlformats.org/drawingml/2006/main" r:embed="R898998a6328e4313"/>
          <a:stretch xmlns:a="http://schemas.openxmlformats.org/drawingml/2006/main">
            <a:fillRect l="0" t="0" r="0" b="0"/>
          </a:stretch>
        </p:blipFill>
        <p:spPr>
          <a:xfrm xmlns:a="http://schemas.openxmlformats.org/drawingml/2006/main">
            <a:off x="847725" y="1762125"/>
            <a:ext cx="190500" cy="190500"/>
          </a:xfrm>
          <a:prstGeom xmlns:a="http://schemas.openxmlformats.org/drawingml/2006/main" prst="rect">
            <a:avLst/>
          </a:prstGeom>
          <a:ln xmlns:a="http://schemas.openxmlformats.org/drawingml/2006/main">
            <a:noFill/>
          </a:ln>
        </p:spPr>
      </p:pic>
      <p:sp>
        <p:nvSpPr>
          <p:cNvPr id="8" name="Text 8">
            <a:extLst xmlns:a="http://schemas.openxmlformats.org/drawingml/2006/main">
              <a:ext uri="{FF2B5EF4-FFF2-40B4-BE49-F238E27FC236}">
                <a16:creationId xmlns:a16="http://schemas.microsoft.com/office/drawing/2014/main" id="{1E76EED7-1C80-4D2F-8C31-4095AD9637CD}"/>
              </a:ext>
            </a:extLst>
          </p:cNvPr>
          <p:cNvSpPr>
            <a:spLocks xmlns:a="http://schemas.openxmlformats.org/drawingml/2006/main" noGrp="1"/>
          </p:cNvSpPr>
          <p:nvPr/>
        </p:nvSpPr>
        <p:spPr>
          <a:xfrm xmlns:a="http://schemas.openxmlformats.org/drawingml/2006/main">
            <a:off x="1295400" y="1733550"/>
            <a:ext cx="2095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D71920"/>
                </a:solidFill>
                <a:latin typeface="Arial"/>
                <a:ea typeface="Arial"/>
                <a:cs typeface="Arial"/>
              </a:rPr>
              <a:t>WORKGRAPH</a:t>
            </a:r>
            <a:endParaRPr sz="1600"/>
          </a:p>
        </p:txBody>
      </p:sp>
      <p:sp>
        <p:nvSpPr>
          <p:cNvPr id="9" name="Connector 9">
            <a:extLst xmlns:a="http://schemas.openxmlformats.org/drawingml/2006/main">
              <a:ext uri="{FF2B5EF4-FFF2-40B4-BE49-F238E27FC236}">
                <a16:creationId xmlns:a16="http://schemas.microsoft.com/office/drawing/2014/main" id="{ED7D3404-0A5B-4873-9A46-589ADC27F67F}"/>
              </a:ext>
            </a:extLst>
          </p:cNvPr>
          <p:cNvSpPr>
            <a:spLocks xmlns:a="http://schemas.openxmlformats.org/drawingml/2006/main" noGrp="1"/>
          </p:cNvSpPr>
          <p:nvPr/>
        </p:nvSpPr>
        <p:spPr>
          <a:xfrm xmlns:a="http://schemas.openxmlformats.org/drawingml/2006/main" flipV="1">
            <a:off x="1524000" y="2133600"/>
            <a:ext cx="990600" cy="342900"/>
          </a:xfrm>
          <a:prstGeom xmlns:a="http://schemas.openxmlformats.org/drawingml/2006/main" prst="line">
            <a:avLst/>
          </a:prstGeom>
          <a:ln xmlns:a="http://schemas.openxmlformats.org/drawingml/2006/main" w="25400">
            <a:solidFill>
              <a:srgbClr val="D9DEE3"/>
            </a:solidFill>
            <a:headEnd type="triangle"/>
            <a:tailEnd type="triangle"/>
          </a:ln>
        </p:spPr>
      </p:sp>
      <p:sp>
        <p:nvSpPr>
          <p:cNvPr id="10" name="Connector 10">
            <a:extLst xmlns:a="http://schemas.openxmlformats.org/drawingml/2006/main">
              <a:ext uri="{FF2B5EF4-FFF2-40B4-BE49-F238E27FC236}">
                <a16:creationId xmlns:a16="http://schemas.microsoft.com/office/drawing/2014/main" id="{453504E7-630E-4A37-A062-0A9F57DEDAF4}"/>
              </a:ext>
            </a:extLst>
          </p:cNvPr>
          <p:cNvSpPr>
            <a:spLocks xmlns:a="http://schemas.openxmlformats.org/drawingml/2006/main" noGrp="1"/>
          </p:cNvSpPr>
          <p:nvPr/>
        </p:nvSpPr>
        <p:spPr>
          <a:xfrm xmlns:a="http://schemas.openxmlformats.org/drawingml/2006/main">
            <a:off x="2514600" y="2133600"/>
            <a:ext cx="990600" cy="590550"/>
          </a:xfrm>
          <a:prstGeom xmlns:a="http://schemas.openxmlformats.org/drawingml/2006/main" prst="line">
            <a:avLst/>
          </a:prstGeom>
          <a:ln xmlns:a="http://schemas.openxmlformats.org/drawingml/2006/main" w="25400">
            <a:solidFill>
              <a:srgbClr val="D9DEE3"/>
            </a:solidFill>
            <a:headEnd type="triangle"/>
            <a:tailEnd type="triangle"/>
          </a:ln>
        </p:spPr>
      </p:sp>
      <p:sp>
        <p:nvSpPr>
          <p:cNvPr id="11" name="Connector 11">
            <a:extLst xmlns:a="http://schemas.openxmlformats.org/drawingml/2006/main">
              <a:ext uri="{FF2B5EF4-FFF2-40B4-BE49-F238E27FC236}">
                <a16:creationId xmlns:a16="http://schemas.microsoft.com/office/drawing/2014/main" id="{00552618-D16D-4FD2-B84A-DE0652EC54E7}"/>
              </a:ext>
            </a:extLst>
          </p:cNvPr>
          <p:cNvSpPr>
            <a:spLocks xmlns:a="http://schemas.openxmlformats.org/drawingml/2006/main" noGrp="1"/>
          </p:cNvSpPr>
          <p:nvPr/>
        </p:nvSpPr>
        <p:spPr>
          <a:xfrm xmlns:a="http://schemas.openxmlformats.org/drawingml/2006/main">
            <a:off x="2514600" y="2133600"/>
            <a:ext cx="1714500" cy="0"/>
          </a:xfrm>
          <a:prstGeom xmlns:a="http://schemas.openxmlformats.org/drawingml/2006/main" prst="line">
            <a:avLst/>
          </a:prstGeom>
          <a:ln xmlns:a="http://schemas.openxmlformats.org/drawingml/2006/main" w="25400">
            <a:solidFill>
              <a:srgbClr val="D9DEE3"/>
            </a:solidFill>
            <a:headEnd type="triangle"/>
            <a:tailEnd type="triangle"/>
          </a:ln>
        </p:spPr>
      </p:sp>
      <p:sp>
        <p:nvSpPr>
          <p:cNvPr id="12" name="Shape 12">
            <a:extLst xmlns:a="http://schemas.openxmlformats.org/drawingml/2006/main">
              <a:ext uri="{FF2B5EF4-FFF2-40B4-BE49-F238E27FC236}">
                <a16:creationId xmlns:a16="http://schemas.microsoft.com/office/drawing/2014/main" id="{AFD371D6-40A1-45B4-962A-B9CCC0B4F49F}"/>
              </a:ext>
            </a:extLst>
          </p:cNvPr>
          <p:cNvSpPr>
            <a:spLocks xmlns:a="http://schemas.openxmlformats.org/drawingml/2006/main" noGrp="1"/>
          </p:cNvSpPr>
          <p:nvPr/>
        </p:nvSpPr>
        <p:spPr>
          <a:xfrm xmlns:a="http://schemas.openxmlformats.org/drawingml/2006/main">
            <a:off x="1143000" y="2305050"/>
            <a:ext cx="495300" cy="495300"/>
          </a:xfrm>
          <a:prstGeom xmlns:a="http://schemas.openxmlformats.org/drawingml/2006/main" prst="ellipse">
            <a:avLst/>
          </a:prstGeom>
          <a:solidFill xmlns:a="http://schemas.openxmlformats.org/drawingml/2006/main">
            <a:srgbClr val="FCEBEC"/>
          </a:solidFill>
          <a:ln xmlns:a="http://schemas.openxmlformats.org/drawingml/2006/main" w="25400">
            <a:solidFill>
              <a:srgbClr val="D71920"/>
            </a:solidFill>
          </a:ln>
        </p:spPr>
      </p:sp>
      <p:sp>
        <p:nvSpPr>
          <p:cNvPr id="13" name="Text 13">
            <a:extLst xmlns:a="http://schemas.openxmlformats.org/drawingml/2006/main">
              <a:ext uri="{FF2B5EF4-FFF2-40B4-BE49-F238E27FC236}">
                <a16:creationId xmlns:a16="http://schemas.microsoft.com/office/drawing/2014/main" id="{7010B5ED-A1C5-4020-8B14-17EA0FB003DD}"/>
              </a:ext>
            </a:extLst>
          </p:cNvPr>
          <p:cNvSpPr>
            <a:spLocks xmlns:a="http://schemas.openxmlformats.org/drawingml/2006/main" noGrp="1"/>
          </p:cNvSpPr>
          <p:nvPr/>
        </p:nvSpPr>
        <p:spPr>
          <a:xfrm xmlns:a="http://schemas.openxmlformats.org/drawingml/2006/main">
            <a:off x="1143000" y="2447925"/>
            <a:ext cx="495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7212B"/>
                </a:solidFill>
                <a:latin typeface="Arial"/>
                <a:ea typeface="Arial"/>
                <a:cs typeface="Arial"/>
              </a:rPr>
              <a:t>ROOT</a:t>
            </a:r>
            <a:endParaRPr sz="1000"/>
          </a:p>
        </p:txBody>
      </p:sp>
      <p:sp>
        <p:nvSpPr>
          <p:cNvPr id="14" name="Shape 14">
            <a:extLst xmlns:a="http://schemas.openxmlformats.org/drawingml/2006/main">
              <a:ext uri="{FF2B5EF4-FFF2-40B4-BE49-F238E27FC236}">
                <a16:creationId xmlns:a16="http://schemas.microsoft.com/office/drawing/2014/main" id="{B04DFA50-97D7-4D57-A01D-FACA6883443A}"/>
              </a:ext>
            </a:extLst>
          </p:cNvPr>
          <p:cNvSpPr>
            <a:spLocks xmlns:a="http://schemas.openxmlformats.org/drawingml/2006/main" noGrp="1"/>
          </p:cNvSpPr>
          <p:nvPr/>
        </p:nvSpPr>
        <p:spPr>
          <a:xfrm xmlns:a="http://schemas.openxmlformats.org/drawingml/2006/main">
            <a:off x="2209800" y="1962150"/>
            <a:ext cx="495300" cy="495300"/>
          </a:xfrm>
          <a:prstGeom xmlns:a="http://schemas.openxmlformats.org/drawingml/2006/main" prst="ellipse">
            <a:avLst/>
          </a:prstGeom>
          <a:solidFill xmlns:a="http://schemas.openxmlformats.org/drawingml/2006/main">
            <a:srgbClr val="EAF1F7"/>
          </a:solidFill>
          <a:ln xmlns:a="http://schemas.openxmlformats.org/drawingml/2006/main" w="25400">
            <a:solidFill>
              <a:srgbClr val="2A5B84"/>
            </a:solidFill>
          </a:ln>
        </p:spPr>
      </p:sp>
      <p:sp>
        <p:nvSpPr>
          <p:cNvPr id="15" name="Text 15">
            <a:extLst xmlns:a="http://schemas.openxmlformats.org/drawingml/2006/main">
              <a:ext uri="{FF2B5EF4-FFF2-40B4-BE49-F238E27FC236}">
                <a16:creationId xmlns:a16="http://schemas.microsoft.com/office/drawing/2014/main" id="{1F57A483-1D50-46AD-867A-92F7CCB69A17}"/>
              </a:ext>
            </a:extLst>
          </p:cNvPr>
          <p:cNvSpPr>
            <a:spLocks xmlns:a="http://schemas.openxmlformats.org/drawingml/2006/main" noGrp="1"/>
          </p:cNvSpPr>
          <p:nvPr/>
        </p:nvSpPr>
        <p:spPr>
          <a:xfrm xmlns:a="http://schemas.openxmlformats.org/drawingml/2006/main">
            <a:off x="2209800" y="2105025"/>
            <a:ext cx="495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7212B"/>
                </a:solidFill>
                <a:latin typeface="Arial"/>
                <a:ea typeface="Arial"/>
                <a:cs typeface="Arial"/>
              </a:rPr>
              <a:t>#121</a:t>
            </a:r>
            <a:endParaRPr sz="1000"/>
          </a:p>
        </p:txBody>
      </p:sp>
      <p:sp>
        <p:nvSpPr>
          <p:cNvPr id="16" name="Shape 16">
            <a:extLst xmlns:a="http://schemas.openxmlformats.org/drawingml/2006/main">
              <a:ext uri="{FF2B5EF4-FFF2-40B4-BE49-F238E27FC236}">
                <a16:creationId xmlns:a16="http://schemas.microsoft.com/office/drawing/2014/main" id="{EDBAA986-F26D-483D-A1B8-8ADF4E4FBEE2}"/>
              </a:ext>
            </a:extLst>
          </p:cNvPr>
          <p:cNvSpPr>
            <a:spLocks xmlns:a="http://schemas.openxmlformats.org/drawingml/2006/main" noGrp="1"/>
          </p:cNvSpPr>
          <p:nvPr/>
        </p:nvSpPr>
        <p:spPr>
          <a:xfrm xmlns:a="http://schemas.openxmlformats.org/drawingml/2006/main">
            <a:off x="3257550" y="2571750"/>
            <a:ext cx="495300" cy="495300"/>
          </a:xfrm>
          <a:prstGeom xmlns:a="http://schemas.openxmlformats.org/drawingml/2006/main" prst="ellipse">
            <a:avLst/>
          </a:prstGeom>
          <a:solidFill xmlns:a="http://schemas.openxmlformats.org/drawingml/2006/main">
            <a:srgbClr val="EAF1F7"/>
          </a:solidFill>
          <a:ln xmlns:a="http://schemas.openxmlformats.org/drawingml/2006/main" w="25400">
            <a:solidFill>
              <a:srgbClr val="2A5B84"/>
            </a:solidFill>
          </a:ln>
        </p:spPr>
      </p:sp>
      <p:sp>
        <p:nvSpPr>
          <p:cNvPr id="17" name="Text 17">
            <a:extLst xmlns:a="http://schemas.openxmlformats.org/drawingml/2006/main">
              <a:ext uri="{FF2B5EF4-FFF2-40B4-BE49-F238E27FC236}">
                <a16:creationId xmlns:a16="http://schemas.microsoft.com/office/drawing/2014/main" id="{9F5A0AAA-FF85-4284-BBD7-CE5EE1CFAC0B}"/>
              </a:ext>
            </a:extLst>
          </p:cNvPr>
          <p:cNvSpPr>
            <a:spLocks xmlns:a="http://schemas.openxmlformats.org/drawingml/2006/main" noGrp="1"/>
          </p:cNvSpPr>
          <p:nvPr/>
        </p:nvSpPr>
        <p:spPr>
          <a:xfrm xmlns:a="http://schemas.openxmlformats.org/drawingml/2006/main">
            <a:off x="3257550" y="2714625"/>
            <a:ext cx="495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7212B"/>
                </a:solidFill>
                <a:latin typeface="Arial"/>
                <a:ea typeface="Arial"/>
                <a:cs typeface="Arial"/>
              </a:rPr>
              <a:t>#122</a:t>
            </a:r>
            <a:endParaRPr sz="1000"/>
          </a:p>
        </p:txBody>
      </p:sp>
      <p:sp>
        <p:nvSpPr>
          <p:cNvPr id="18" name="Shape 18">
            <a:extLst xmlns:a="http://schemas.openxmlformats.org/drawingml/2006/main">
              <a:ext uri="{FF2B5EF4-FFF2-40B4-BE49-F238E27FC236}">
                <a16:creationId xmlns:a16="http://schemas.microsoft.com/office/drawing/2014/main" id="{F658638B-B394-4A2D-A2F8-173766DA86DE}"/>
              </a:ext>
            </a:extLst>
          </p:cNvPr>
          <p:cNvSpPr>
            <a:spLocks xmlns:a="http://schemas.openxmlformats.org/drawingml/2006/main" noGrp="1"/>
          </p:cNvSpPr>
          <p:nvPr/>
        </p:nvSpPr>
        <p:spPr>
          <a:xfrm xmlns:a="http://schemas.openxmlformats.org/drawingml/2006/main">
            <a:off x="4095750" y="1962150"/>
            <a:ext cx="495300" cy="495300"/>
          </a:xfrm>
          <a:prstGeom xmlns:a="http://schemas.openxmlformats.org/drawingml/2006/main" prst="ellipse">
            <a:avLst/>
          </a:prstGeom>
          <a:solidFill xmlns:a="http://schemas.openxmlformats.org/drawingml/2006/main">
            <a:srgbClr val="EAF1F7"/>
          </a:solidFill>
          <a:ln xmlns:a="http://schemas.openxmlformats.org/drawingml/2006/main" w="25400">
            <a:solidFill>
              <a:srgbClr val="2A5B84"/>
            </a:solidFill>
          </a:ln>
        </p:spPr>
      </p:sp>
      <p:sp>
        <p:nvSpPr>
          <p:cNvPr id="19" name="Text 19">
            <a:extLst xmlns:a="http://schemas.openxmlformats.org/drawingml/2006/main">
              <a:ext uri="{FF2B5EF4-FFF2-40B4-BE49-F238E27FC236}">
                <a16:creationId xmlns:a16="http://schemas.microsoft.com/office/drawing/2014/main" id="{0AAFFCEE-A026-4CFB-96E3-825354B0ECAA}"/>
              </a:ext>
            </a:extLst>
          </p:cNvPr>
          <p:cNvSpPr>
            <a:spLocks xmlns:a="http://schemas.openxmlformats.org/drawingml/2006/main" noGrp="1"/>
          </p:cNvSpPr>
          <p:nvPr/>
        </p:nvSpPr>
        <p:spPr>
          <a:xfrm xmlns:a="http://schemas.openxmlformats.org/drawingml/2006/main">
            <a:off x="4095750" y="2105025"/>
            <a:ext cx="495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7212B"/>
                </a:solidFill>
                <a:latin typeface="Arial"/>
                <a:ea typeface="Arial"/>
                <a:cs typeface="Arial"/>
              </a:rPr>
              <a:t>#123</a:t>
            </a:r>
            <a:endParaRPr sz="1000"/>
          </a:p>
        </p:txBody>
      </p:sp>
      <p:sp>
        <p:nvSpPr>
          <p:cNvPr id="20" name="Text 20">
            <a:extLst xmlns:a="http://schemas.openxmlformats.org/drawingml/2006/main">
              <a:ext uri="{FF2B5EF4-FFF2-40B4-BE49-F238E27FC236}">
                <a16:creationId xmlns:a16="http://schemas.microsoft.com/office/drawing/2014/main" id="{F30AF7A5-ED08-4351-B8E0-59625AC020B5}"/>
              </a:ext>
            </a:extLst>
          </p:cNvPr>
          <p:cNvSpPr>
            <a:spLocks xmlns:a="http://schemas.openxmlformats.org/drawingml/2006/main" noGrp="1"/>
          </p:cNvSpPr>
          <p:nvPr/>
        </p:nvSpPr>
        <p:spPr>
          <a:xfrm xmlns:a="http://schemas.openxmlformats.org/drawingml/2006/main">
            <a:off x="742950" y="3124200"/>
            <a:ext cx="47434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0">
                <a:solidFill>
                  <a:srgbClr val="5D6873"/>
                </a:solidFill>
                <a:latin typeface="Arial"/>
                <a:ea typeface="Arial"/>
                <a:cs typeface="Arial"/>
              </a:rPr>
              <a:t>Hierarchy, dependencies and PR ownership</a:t>
            </a:r>
            <a:endParaRPr sz="1300"/>
          </a:p>
        </p:txBody>
      </p:sp>
      <p:sp>
        <p:nvSpPr>
          <p:cNvPr id="21" name="Shape 21">
            <a:extLst xmlns:a="http://schemas.openxmlformats.org/drawingml/2006/main">
              <a:ext uri="{FF2B5EF4-FFF2-40B4-BE49-F238E27FC236}">
                <a16:creationId xmlns:a16="http://schemas.microsoft.com/office/drawing/2014/main" id="{D063A8F4-5A4B-4618-8892-9A42EAA31B24}"/>
              </a:ext>
            </a:extLst>
          </p:cNvPr>
          <p:cNvSpPr>
            <a:spLocks xmlns:a="http://schemas.openxmlformats.org/drawingml/2006/main" noGrp="1"/>
          </p:cNvSpPr>
          <p:nvPr/>
        </p:nvSpPr>
        <p:spPr>
          <a:xfrm xmlns:a="http://schemas.openxmlformats.org/drawingml/2006/main">
            <a:off x="6419850" y="1524000"/>
            <a:ext cx="5219700" cy="19812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22" name="Shape 22">
            <a:extLst xmlns:a="http://schemas.openxmlformats.org/drawingml/2006/main">
              <a:ext uri="{FF2B5EF4-FFF2-40B4-BE49-F238E27FC236}">
                <a16:creationId xmlns:a16="http://schemas.microsoft.com/office/drawing/2014/main" id="{E3048190-8D3F-49B2-B424-050F7D4C0C43}"/>
              </a:ext>
            </a:extLst>
          </p:cNvPr>
          <p:cNvSpPr>
            <a:spLocks xmlns:a="http://schemas.openxmlformats.org/drawingml/2006/main" noGrp="1"/>
          </p:cNvSpPr>
          <p:nvPr/>
        </p:nvSpPr>
        <p:spPr>
          <a:xfrm xmlns:a="http://schemas.openxmlformats.org/drawingml/2006/main">
            <a:off x="6610350" y="1657350"/>
            <a:ext cx="400050" cy="400050"/>
          </a:xfrm>
          <a:prstGeom xmlns:a="http://schemas.openxmlformats.org/drawingml/2006/main" prst="roundRect">
            <a:avLst/>
          </a:prstGeom>
          <a:solidFill xmlns:a="http://schemas.openxmlformats.org/drawingml/2006/main">
            <a:srgbClr val="EAF1F7"/>
          </a:solidFill>
          <a:ln xmlns:a="http://schemas.openxmlformats.org/drawingml/2006/main" w="19050">
            <a:solidFill>
              <a:srgbClr val="2A5B84"/>
            </a:solidFill>
          </a:ln>
        </p:spPr>
      </p:sp>
      <p:pic>
        <p:nvPicPr>
          <p:cNvPr id="94" name="Picture 23"/>
          <p:cNvPicPr>
            <a:picLocks xmlns:a="http://schemas.openxmlformats.org/drawingml/2006/main" noChangeAspect="1"/>
          </p:cNvPicPr>
          <p:nvPr/>
        </p:nvPicPr>
        <p:blipFill>
          <a:blip xmlns:r="http://schemas.openxmlformats.org/officeDocument/2006/relationships" xmlns:a="http://schemas.openxmlformats.org/drawingml/2006/main" r:embed="Re3ee3f0f4d9443b8"/>
          <a:stretch xmlns:a="http://schemas.openxmlformats.org/drawingml/2006/main">
            <a:fillRect l="0" t="0" r="0" b="0"/>
          </a:stretch>
        </p:blipFill>
        <p:spPr>
          <a:xfrm xmlns:a="http://schemas.openxmlformats.org/drawingml/2006/main">
            <a:off x="6715125" y="1762125"/>
            <a:ext cx="190500" cy="190500"/>
          </a:xfrm>
          <a:prstGeom xmlns:a="http://schemas.openxmlformats.org/drawingml/2006/main" prst="rect">
            <a:avLst/>
          </a:prstGeom>
          <a:ln xmlns:a="http://schemas.openxmlformats.org/drawingml/2006/main">
            <a:noFill/>
          </a:ln>
        </p:spPr>
      </p:pic>
      <p:sp>
        <p:nvSpPr>
          <p:cNvPr id="24" name="Text 24">
            <a:extLst xmlns:a="http://schemas.openxmlformats.org/drawingml/2006/main">
              <a:ext uri="{FF2B5EF4-FFF2-40B4-BE49-F238E27FC236}">
                <a16:creationId xmlns:a16="http://schemas.microsoft.com/office/drawing/2014/main" id="{35833E4E-58B7-42F7-B745-328BEDBA677F}"/>
              </a:ext>
            </a:extLst>
          </p:cNvPr>
          <p:cNvSpPr>
            <a:spLocks xmlns:a="http://schemas.openxmlformats.org/drawingml/2006/main" noGrp="1"/>
          </p:cNvSpPr>
          <p:nvPr/>
        </p:nvSpPr>
        <p:spPr>
          <a:xfrm xmlns:a="http://schemas.openxmlformats.org/drawingml/2006/main">
            <a:off x="7162800" y="1733550"/>
            <a:ext cx="2095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D71920"/>
                </a:solidFill>
                <a:latin typeface="Arial"/>
                <a:ea typeface="Arial"/>
                <a:cs typeface="Arial"/>
              </a:rPr>
              <a:t>DELIVERY</a:t>
            </a:r>
            <a:endParaRPr sz="1600"/>
          </a:p>
        </p:txBody>
      </p:sp>
      <p:sp>
        <p:nvSpPr>
          <p:cNvPr id="25" name="Text 25">
            <a:extLst xmlns:a="http://schemas.openxmlformats.org/drawingml/2006/main">
              <a:ext uri="{FF2B5EF4-FFF2-40B4-BE49-F238E27FC236}">
                <a16:creationId xmlns:a16="http://schemas.microsoft.com/office/drawing/2014/main" id="{773EFA2C-954E-4685-96D6-6854C8E58948}"/>
              </a:ext>
            </a:extLst>
          </p:cNvPr>
          <p:cNvSpPr>
            <a:spLocks xmlns:a="http://schemas.openxmlformats.org/drawingml/2006/main" noGrp="1"/>
          </p:cNvSpPr>
          <p:nvPr/>
        </p:nvSpPr>
        <p:spPr>
          <a:xfrm xmlns:a="http://schemas.openxmlformats.org/drawingml/2006/main">
            <a:off x="6705600" y="2095500"/>
            <a:ext cx="12382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TODO</a:t>
            </a:r>
            <a:endParaRPr sz="1100"/>
          </a:p>
        </p:txBody>
      </p:sp>
      <p:sp>
        <p:nvSpPr>
          <p:cNvPr id="26" name="Shape 26">
            <a:extLst xmlns:a="http://schemas.openxmlformats.org/drawingml/2006/main">
              <a:ext uri="{FF2B5EF4-FFF2-40B4-BE49-F238E27FC236}">
                <a16:creationId xmlns:a16="http://schemas.microsoft.com/office/drawing/2014/main" id="{9BE26927-26A6-4DE7-8C81-80A8E872A6C4}"/>
              </a:ext>
            </a:extLst>
          </p:cNvPr>
          <p:cNvSpPr>
            <a:spLocks xmlns:a="http://schemas.openxmlformats.org/drawingml/2006/main" noGrp="1"/>
          </p:cNvSpPr>
          <p:nvPr/>
        </p:nvSpPr>
        <p:spPr>
          <a:xfrm xmlns:a="http://schemas.openxmlformats.org/drawingml/2006/main">
            <a:off x="6705600" y="2362200"/>
            <a:ext cx="1238250" cy="4000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27" name="Shape 27">
            <a:extLst xmlns:a="http://schemas.openxmlformats.org/drawingml/2006/main">
              <a:ext uri="{FF2B5EF4-FFF2-40B4-BE49-F238E27FC236}">
                <a16:creationId xmlns:a16="http://schemas.microsoft.com/office/drawing/2014/main" id="{3AA05B81-0CA8-4D9C-BB40-1B8B88B4EAE8}"/>
              </a:ext>
            </a:extLst>
          </p:cNvPr>
          <p:cNvSpPr>
            <a:spLocks xmlns:a="http://schemas.openxmlformats.org/drawingml/2006/main" noGrp="1"/>
          </p:cNvSpPr>
          <p:nvPr/>
        </p:nvSpPr>
        <p:spPr>
          <a:xfrm xmlns:a="http://schemas.openxmlformats.org/drawingml/2006/main">
            <a:off x="6705600" y="2857500"/>
            <a:ext cx="1238250" cy="2857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28" name="Text 28">
            <a:extLst xmlns:a="http://schemas.openxmlformats.org/drawingml/2006/main">
              <a:ext uri="{FF2B5EF4-FFF2-40B4-BE49-F238E27FC236}">
                <a16:creationId xmlns:a16="http://schemas.microsoft.com/office/drawing/2014/main" id="{B080F818-7FDF-44A4-AAF5-187D8268BDE8}"/>
              </a:ext>
            </a:extLst>
          </p:cNvPr>
          <p:cNvSpPr>
            <a:spLocks xmlns:a="http://schemas.openxmlformats.org/drawingml/2006/main" noGrp="1"/>
          </p:cNvSpPr>
          <p:nvPr/>
        </p:nvSpPr>
        <p:spPr>
          <a:xfrm xmlns:a="http://schemas.openxmlformats.org/drawingml/2006/main">
            <a:off x="8229600" y="2095500"/>
            <a:ext cx="15240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IN PROGRESS</a:t>
            </a:r>
            <a:endParaRPr sz="1100"/>
          </a:p>
        </p:txBody>
      </p:sp>
      <p:sp>
        <p:nvSpPr>
          <p:cNvPr id="29" name="Shape 29">
            <a:extLst xmlns:a="http://schemas.openxmlformats.org/drawingml/2006/main">
              <a:ext uri="{FF2B5EF4-FFF2-40B4-BE49-F238E27FC236}">
                <a16:creationId xmlns:a16="http://schemas.microsoft.com/office/drawing/2014/main" id="{20EFD2B3-E5C4-4807-939D-F1CC299D3997}"/>
              </a:ext>
            </a:extLst>
          </p:cNvPr>
          <p:cNvSpPr>
            <a:spLocks xmlns:a="http://schemas.openxmlformats.org/drawingml/2006/main" noGrp="1"/>
          </p:cNvSpPr>
          <p:nvPr/>
        </p:nvSpPr>
        <p:spPr>
          <a:xfrm xmlns:a="http://schemas.openxmlformats.org/drawingml/2006/main">
            <a:off x="8229600" y="2362200"/>
            <a:ext cx="1524000" cy="400050"/>
          </a:xfrm>
          <a:prstGeom xmlns:a="http://schemas.openxmlformats.org/drawingml/2006/main" prst="roundRect">
            <a:avLst/>
          </a:prstGeom>
          <a:solidFill xmlns:a="http://schemas.openxmlformats.org/drawingml/2006/main">
            <a:srgbClr val="FCEBEC"/>
          </a:solidFill>
          <a:ln xmlns:a="http://schemas.openxmlformats.org/drawingml/2006/main" w="12700">
            <a:solidFill>
              <a:srgbClr val="D71920"/>
            </a:solidFill>
          </a:ln>
        </p:spPr>
      </p:sp>
      <p:sp>
        <p:nvSpPr>
          <p:cNvPr id="30" name="Shape 30">
            <a:extLst xmlns:a="http://schemas.openxmlformats.org/drawingml/2006/main">
              <a:ext uri="{FF2B5EF4-FFF2-40B4-BE49-F238E27FC236}">
                <a16:creationId xmlns:a16="http://schemas.microsoft.com/office/drawing/2014/main" id="{1EEF6446-86AD-4E3D-B487-5E796102324B}"/>
              </a:ext>
            </a:extLst>
          </p:cNvPr>
          <p:cNvSpPr>
            <a:spLocks xmlns:a="http://schemas.openxmlformats.org/drawingml/2006/main" noGrp="1"/>
          </p:cNvSpPr>
          <p:nvPr/>
        </p:nvSpPr>
        <p:spPr>
          <a:xfrm xmlns:a="http://schemas.openxmlformats.org/drawingml/2006/main">
            <a:off x="8229600" y="2857500"/>
            <a:ext cx="1524000" cy="2857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31" name="Text 31">
            <a:extLst xmlns:a="http://schemas.openxmlformats.org/drawingml/2006/main">
              <a:ext uri="{FF2B5EF4-FFF2-40B4-BE49-F238E27FC236}">
                <a16:creationId xmlns:a16="http://schemas.microsoft.com/office/drawing/2014/main" id="{D9A89E04-102E-45CE-A0EC-A4E16D7C59D8}"/>
              </a:ext>
            </a:extLst>
          </p:cNvPr>
          <p:cNvSpPr>
            <a:spLocks xmlns:a="http://schemas.openxmlformats.org/drawingml/2006/main" noGrp="1"/>
          </p:cNvSpPr>
          <p:nvPr/>
        </p:nvSpPr>
        <p:spPr>
          <a:xfrm xmlns:a="http://schemas.openxmlformats.org/drawingml/2006/main">
            <a:off x="9982200" y="2095500"/>
            <a:ext cx="12382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DONE</a:t>
            </a:r>
            <a:endParaRPr sz="1100"/>
          </a:p>
        </p:txBody>
      </p:sp>
      <p:sp>
        <p:nvSpPr>
          <p:cNvPr id="32" name="Shape 32">
            <a:extLst xmlns:a="http://schemas.openxmlformats.org/drawingml/2006/main">
              <a:ext uri="{FF2B5EF4-FFF2-40B4-BE49-F238E27FC236}">
                <a16:creationId xmlns:a16="http://schemas.microsoft.com/office/drawing/2014/main" id="{E437146F-EE7C-4B49-B0B2-10EE71EB8913}"/>
              </a:ext>
            </a:extLst>
          </p:cNvPr>
          <p:cNvSpPr>
            <a:spLocks xmlns:a="http://schemas.openxmlformats.org/drawingml/2006/main" noGrp="1"/>
          </p:cNvSpPr>
          <p:nvPr/>
        </p:nvSpPr>
        <p:spPr>
          <a:xfrm xmlns:a="http://schemas.openxmlformats.org/drawingml/2006/main">
            <a:off x="9982200" y="2362200"/>
            <a:ext cx="1238250" cy="4000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33" name="Shape 33">
            <a:extLst xmlns:a="http://schemas.openxmlformats.org/drawingml/2006/main">
              <a:ext uri="{FF2B5EF4-FFF2-40B4-BE49-F238E27FC236}">
                <a16:creationId xmlns:a16="http://schemas.microsoft.com/office/drawing/2014/main" id="{0AE0B789-3C82-4996-9BCE-5CB7813C255C}"/>
              </a:ext>
            </a:extLst>
          </p:cNvPr>
          <p:cNvSpPr>
            <a:spLocks xmlns:a="http://schemas.openxmlformats.org/drawingml/2006/main" noGrp="1"/>
          </p:cNvSpPr>
          <p:nvPr/>
        </p:nvSpPr>
        <p:spPr>
          <a:xfrm xmlns:a="http://schemas.openxmlformats.org/drawingml/2006/main">
            <a:off x="9982200" y="2857500"/>
            <a:ext cx="1238250" cy="2857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34" name="Shape 34">
            <a:extLst xmlns:a="http://schemas.openxmlformats.org/drawingml/2006/main">
              <a:ext uri="{FF2B5EF4-FFF2-40B4-BE49-F238E27FC236}">
                <a16:creationId xmlns:a16="http://schemas.microsoft.com/office/drawing/2014/main" id="{88E7E426-B2BF-489C-A8BD-156997FFE8AD}"/>
              </a:ext>
            </a:extLst>
          </p:cNvPr>
          <p:cNvSpPr>
            <a:spLocks xmlns:a="http://schemas.openxmlformats.org/drawingml/2006/main" noGrp="1"/>
          </p:cNvSpPr>
          <p:nvPr/>
        </p:nvSpPr>
        <p:spPr>
          <a:xfrm xmlns:a="http://schemas.openxmlformats.org/drawingml/2006/main">
            <a:off x="552450" y="3752850"/>
            <a:ext cx="5219700" cy="21526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35" name="Shape 35">
            <a:extLst xmlns:a="http://schemas.openxmlformats.org/drawingml/2006/main">
              <a:ext uri="{FF2B5EF4-FFF2-40B4-BE49-F238E27FC236}">
                <a16:creationId xmlns:a16="http://schemas.microsoft.com/office/drawing/2014/main" id="{5ADDC2B0-D7FC-4958-B9CB-46070A8B7358}"/>
              </a:ext>
            </a:extLst>
          </p:cNvPr>
          <p:cNvSpPr>
            <a:spLocks xmlns:a="http://schemas.openxmlformats.org/drawingml/2006/main" noGrp="1"/>
          </p:cNvSpPr>
          <p:nvPr/>
        </p:nvSpPr>
        <p:spPr>
          <a:xfrm xmlns:a="http://schemas.openxmlformats.org/drawingml/2006/main">
            <a:off x="742950" y="3886200"/>
            <a:ext cx="400050" cy="400050"/>
          </a:xfrm>
          <a:prstGeom xmlns:a="http://schemas.openxmlformats.org/drawingml/2006/main" prst="roundRect">
            <a:avLst/>
          </a:prstGeom>
          <a:solidFill xmlns:a="http://schemas.openxmlformats.org/drawingml/2006/main">
            <a:srgbClr val="FFF7E8"/>
          </a:solidFill>
          <a:ln xmlns:a="http://schemas.openxmlformats.org/drawingml/2006/main" w="19050">
            <a:solidFill>
              <a:srgbClr val="B46B13"/>
            </a:solidFill>
          </a:ln>
        </p:spPr>
      </p:sp>
      <p:pic>
        <p:nvPicPr>
          <p:cNvPr id="107" name="Picture 36"/>
          <p:cNvPicPr>
            <a:picLocks xmlns:a="http://schemas.openxmlformats.org/drawingml/2006/main" noChangeAspect="1"/>
          </p:cNvPicPr>
          <p:nvPr/>
        </p:nvPicPr>
        <p:blipFill>
          <a:blip xmlns:r="http://schemas.openxmlformats.org/officeDocument/2006/relationships" xmlns:a="http://schemas.openxmlformats.org/drawingml/2006/main" r:embed="Rf8c54aa93d714be7"/>
          <a:stretch xmlns:a="http://schemas.openxmlformats.org/drawingml/2006/main">
            <a:fillRect l="0" t="0" r="0" b="0"/>
          </a:stretch>
        </p:blipFill>
        <p:spPr>
          <a:xfrm xmlns:a="http://schemas.openxmlformats.org/drawingml/2006/main">
            <a:off x="847725" y="3990975"/>
            <a:ext cx="190500" cy="190500"/>
          </a:xfrm>
          <a:prstGeom xmlns:a="http://schemas.openxmlformats.org/drawingml/2006/main" prst="rect">
            <a:avLst/>
          </a:prstGeom>
          <a:ln xmlns:a="http://schemas.openxmlformats.org/drawingml/2006/main">
            <a:noFill/>
          </a:ln>
        </p:spPr>
      </p:pic>
      <p:sp>
        <p:nvSpPr>
          <p:cNvPr id="37" name="Text 37">
            <a:extLst xmlns:a="http://schemas.openxmlformats.org/drawingml/2006/main">
              <a:ext uri="{FF2B5EF4-FFF2-40B4-BE49-F238E27FC236}">
                <a16:creationId xmlns:a16="http://schemas.microsoft.com/office/drawing/2014/main" id="{AD4ECA5E-F653-48C2-ACDB-D85F0DD9F0F4}"/>
              </a:ext>
            </a:extLst>
          </p:cNvPr>
          <p:cNvSpPr>
            <a:spLocks xmlns:a="http://schemas.openxmlformats.org/drawingml/2006/main" noGrp="1"/>
          </p:cNvSpPr>
          <p:nvPr/>
        </p:nvSpPr>
        <p:spPr>
          <a:xfrm xmlns:a="http://schemas.openxmlformats.org/drawingml/2006/main">
            <a:off x="1295400" y="3962400"/>
            <a:ext cx="2476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D71920"/>
                </a:solidFill>
                <a:latin typeface="Arial"/>
                <a:ea typeface="Arial"/>
                <a:cs typeface="Arial"/>
              </a:rPr>
              <a:t>MILESTONES</a:t>
            </a:r>
            <a:endParaRPr sz="1600"/>
          </a:p>
        </p:txBody>
      </p:sp>
      <p:sp>
        <p:nvSpPr>
          <p:cNvPr id="38" name="Connector 38">
            <a:extLst xmlns:a="http://schemas.openxmlformats.org/drawingml/2006/main">
              <a:ext uri="{FF2B5EF4-FFF2-40B4-BE49-F238E27FC236}">
                <a16:creationId xmlns:a16="http://schemas.microsoft.com/office/drawing/2014/main" id="{715039C6-8B5D-40F8-9152-C5C72D4E457A}"/>
              </a:ext>
            </a:extLst>
          </p:cNvPr>
          <p:cNvSpPr>
            <a:spLocks xmlns:a="http://schemas.openxmlformats.org/drawingml/2006/main" noGrp="1"/>
          </p:cNvSpPr>
          <p:nvPr/>
        </p:nvSpPr>
        <p:spPr>
          <a:xfrm xmlns:a="http://schemas.openxmlformats.org/drawingml/2006/main">
            <a:off x="990600" y="4476750"/>
            <a:ext cx="4095750" cy="0"/>
          </a:xfrm>
          <a:prstGeom xmlns:a="http://schemas.openxmlformats.org/drawingml/2006/main" prst="line">
            <a:avLst/>
          </a:prstGeom>
          <a:ln xmlns:a="http://schemas.openxmlformats.org/drawingml/2006/main" w="25400">
            <a:solidFill>
              <a:srgbClr val="D9DEE3"/>
            </a:solidFill>
          </a:ln>
        </p:spPr>
      </p:sp>
      <p:sp>
        <p:nvSpPr>
          <p:cNvPr id="39" name="Shape 39">
            <a:extLst xmlns:a="http://schemas.openxmlformats.org/drawingml/2006/main">
              <a:ext uri="{FF2B5EF4-FFF2-40B4-BE49-F238E27FC236}">
                <a16:creationId xmlns:a16="http://schemas.microsoft.com/office/drawing/2014/main" id="{EB4EEC51-721A-4E90-9F76-DA1B0C78863D}"/>
              </a:ext>
            </a:extLst>
          </p:cNvPr>
          <p:cNvSpPr>
            <a:spLocks xmlns:a="http://schemas.openxmlformats.org/drawingml/2006/main" noGrp="1"/>
          </p:cNvSpPr>
          <p:nvPr/>
        </p:nvSpPr>
        <p:spPr>
          <a:xfrm xmlns:a="http://schemas.openxmlformats.org/drawingml/2006/main">
            <a:off x="1104900" y="4362450"/>
            <a:ext cx="228600" cy="228600"/>
          </a:xfrm>
          <a:prstGeom xmlns:a="http://schemas.openxmlformats.org/drawingml/2006/main" prst="ellipse">
            <a:avLst/>
          </a:prstGeom>
          <a:solidFill xmlns:a="http://schemas.openxmlformats.org/drawingml/2006/main">
            <a:srgbClr val="D71920"/>
          </a:solidFill>
          <a:ln xmlns:a="http://schemas.openxmlformats.org/drawingml/2006/main" w="25400">
            <a:solidFill>
              <a:srgbClr val="D71920"/>
            </a:solidFill>
          </a:ln>
        </p:spPr>
      </p:sp>
      <p:sp>
        <p:nvSpPr>
          <p:cNvPr id="40" name="Text 40">
            <a:extLst xmlns:a="http://schemas.openxmlformats.org/drawingml/2006/main">
              <a:ext uri="{FF2B5EF4-FFF2-40B4-BE49-F238E27FC236}">
                <a16:creationId xmlns:a16="http://schemas.microsoft.com/office/drawing/2014/main" id="{3469256A-F7B7-4ABA-BDC7-03130E7EAA96}"/>
              </a:ext>
            </a:extLst>
          </p:cNvPr>
          <p:cNvSpPr>
            <a:spLocks xmlns:a="http://schemas.openxmlformats.org/drawingml/2006/main" noGrp="1"/>
          </p:cNvSpPr>
          <p:nvPr/>
        </p:nvSpPr>
        <p:spPr>
          <a:xfrm xmlns:a="http://schemas.openxmlformats.org/drawingml/2006/main">
            <a:off x="990600" y="4686300"/>
            <a:ext cx="4572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J1</a:t>
            </a:r>
            <a:endParaRPr sz="1100"/>
          </a:p>
        </p:txBody>
      </p:sp>
      <p:sp>
        <p:nvSpPr>
          <p:cNvPr id="41" name="Shape 41">
            <a:extLst xmlns:a="http://schemas.openxmlformats.org/drawingml/2006/main">
              <a:ext uri="{FF2B5EF4-FFF2-40B4-BE49-F238E27FC236}">
                <a16:creationId xmlns:a16="http://schemas.microsoft.com/office/drawing/2014/main" id="{388E5E3E-CB27-4366-BE3F-9C83EE43F3B9}"/>
              </a:ext>
            </a:extLst>
          </p:cNvPr>
          <p:cNvSpPr>
            <a:spLocks xmlns:a="http://schemas.openxmlformats.org/drawingml/2006/main" noGrp="1"/>
          </p:cNvSpPr>
          <p:nvPr/>
        </p:nvSpPr>
        <p:spPr>
          <a:xfrm xmlns:a="http://schemas.openxmlformats.org/drawingml/2006/main">
            <a:off x="2019300" y="4362450"/>
            <a:ext cx="228600" cy="228600"/>
          </a:xfrm>
          <a:prstGeom xmlns:a="http://schemas.openxmlformats.org/drawingml/2006/main" prst="ellipse">
            <a:avLst/>
          </a:prstGeom>
          <a:solidFill xmlns:a="http://schemas.openxmlformats.org/drawingml/2006/main">
            <a:srgbClr val="D71920"/>
          </a:solidFill>
          <a:ln xmlns:a="http://schemas.openxmlformats.org/drawingml/2006/main" w="25400">
            <a:solidFill>
              <a:srgbClr val="D71920"/>
            </a:solidFill>
          </a:ln>
        </p:spPr>
      </p:sp>
      <p:sp>
        <p:nvSpPr>
          <p:cNvPr id="42" name="Text 42">
            <a:extLst xmlns:a="http://schemas.openxmlformats.org/drawingml/2006/main">
              <a:ext uri="{FF2B5EF4-FFF2-40B4-BE49-F238E27FC236}">
                <a16:creationId xmlns:a16="http://schemas.microsoft.com/office/drawing/2014/main" id="{6B44E9AA-4D11-4B43-943B-9CDE628D5291}"/>
              </a:ext>
            </a:extLst>
          </p:cNvPr>
          <p:cNvSpPr>
            <a:spLocks xmlns:a="http://schemas.openxmlformats.org/drawingml/2006/main" noGrp="1"/>
          </p:cNvSpPr>
          <p:nvPr/>
        </p:nvSpPr>
        <p:spPr>
          <a:xfrm xmlns:a="http://schemas.openxmlformats.org/drawingml/2006/main">
            <a:off x="1905000" y="4686300"/>
            <a:ext cx="4572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J2</a:t>
            </a:r>
            <a:endParaRPr sz="1100"/>
          </a:p>
        </p:txBody>
      </p:sp>
      <p:sp>
        <p:nvSpPr>
          <p:cNvPr id="43" name="Shape 43">
            <a:extLst xmlns:a="http://schemas.openxmlformats.org/drawingml/2006/main">
              <a:ext uri="{FF2B5EF4-FFF2-40B4-BE49-F238E27FC236}">
                <a16:creationId xmlns:a16="http://schemas.microsoft.com/office/drawing/2014/main" id="{36419A4C-0BD1-4AF8-8CF0-4F07FB93A5B8}"/>
              </a:ext>
            </a:extLst>
          </p:cNvPr>
          <p:cNvSpPr>
            <a:spLocks xmlns:a="http://schemas.openxmlformats.org/drawingml/2006/main" noGrp="1"/>
          </p:cNvSpPr>
          <p:nvPr/>
        </p:nvSpPr>
        <p:spPr>
          <a:xfrm xmlns:a="http://schemas.openxmlformats.org/drawingml/2006/main">
            <a:off x="2933700" y="4362450"/>
            <a:ext cx="228600" cy="228600"/>
          </a:xfrm>
          <a:prstGeom xmlns:a="http://schemas.openxmlformats.org/drawingml/2006/main" prst="ellipse">
            <a:avLst/>
          </a:prstGeom>
          <a:solidFill xmlns:a="http://schemas.openxmlformats.org/drawingml/2006/main">
            <a:srgbClr val="D71920"/>
          </a:solidFill>
          <a:ln xmlns:a="http://schemas.openxmlformats.org/drawingml/2006/main" w="25400">
            <a:solidFill>
              <a:srgbClr val="D71920"/>
            </a:solidFill>
          </a:ln>
        </p:spPr>
      </p:sp>
      <p:sp>
        <p:nvSpPr>
          <p:cNvPr id="44" name="Text 44">
            <a:extLst xmlns:a="http://schemas.openxmlformats.org/drawingml/2006/main">
              <a:ext uri="{FF2B5EF4-FFF2-40B4-BE49-F238E27FC236}">
                <a16:creationId xmlns:a16="http://schemas.microsoft.com/office/drawing/2014/main" id="{AFFA7CC0-3CB8-4AA2-9A12-3CEB2B870C2E}"/>
              </a:ext>
            </a:extLst>
          </p:cNvPr>
          <p:cNvSpPr>
            <a:spLocks xmlns:a="http://schemas.openxmlformats.org/drawingml/2006/main" noGrp="1"/>
          </p:cNvSpPr>
          <p:nvPr/>
        </p:nvSpPr>
        <p:spPr>
          <a:xfrm xmlns:a="http://schemas.openxmlformats.org/drawingml/2006/main">
            <a:off x="2819400" y="4686300"/>
            <a:ext cx="4572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J3</a:t>
            </a:r>
            <a:endParaRPr sz="1100"/>
          </a:p>
        </p:txBody>
      </p:sp>
      <p:sp>
        <p:nvSpPr>
          <p:cNvPr id="45" name="Shape 45">
            <a:extLst xmlns:a="http://schemas.openxmlformats.org/drawingml/2006/main">
              <a:ext uri="{FF2B5EF4-FFF2-40B4-BE49-F238E27FC236}">
                <a16:creationId xmlns:a16="http://schemas.microsoft.com/office/drawing/2014/main" id="{80E5D0E8-786B-4956-8217-234CBD9C3AE7}"/>
              </a:ext>
            </a:extLst>
          </p:cNvPr>
          <p:cNvSpPr>
            <a:spLocks xmlns:a="http://schemas.openxmlformats.org/drawingml/2006/main" noGrp="1"/>
          </p:cNvSpPr>
          <p:nvPr/>
        </p:nvSpPr>
        <p:spPr>
          <a:xfrm xmlns:a="http://schemas.openxmlformats.org/drawingml/2006/main">
            <a:off x="3848100" y="4362450"/>
            <a:ext cx="228600" cy="228600"/>
          </a:xfrm>
          <a:prstGeom xmlns:a="http://schemas.openxmlformats.org/drawingml/2006/main" prst="ellipse">
            <a:avLst/>
          </a:prstGeom>
          <a:solidFill xmlns:a="http://schemas.openxmlformats.org/drawingml/2006/main">
            <a:srgbClr val="FFFFFF"/>
          </a:solidFill>
          <a:ln xmlns:a="http://schemas.openxmlformats.org/drawingml/2006/main" w="25400">
            <a:solidFill>
              <a:srgbClr val="D71920"/>
            </a:solidFill>
          </a:ln>
        </p:spPr>
      </p:sp>
      <p:sp>
        <p:nvSpPr>
          <p:cNvPr id="46" name="Text 46">
            <a:extLst xmlns:a="http://schemas.openxmlformats.org/drawingml/2006/main">
              <a:ext uri="{FF2B5EF4-FFF2-40B4-BE49-F238E27FC236}">
                <a16:creationId xmlns:a16="http://schemas.microsoft.com/office/drawing/2014/main" id="{34FB1DFA-5352-431C-B93B-E8CB499BD3DE}"/>
              </a:ext>
            </a:extLst>
          </p:cNvPr>
          <p:cNvSpPr>
            <a:spLocks xmlns:a="http://schemas.openxmlformats.org/drawingml/2006/main" noGrp="1"/>
          </p:cNvSpPr>
          <p:nvPr/>
        </p:nvSpPr>
        <p:spPr>
          <a:xfrm xmlns:a="http://schemas.openxmlformats.org/drawingml/2006/main">
            <a:off x="3733800" y="4686300"/>
            <a:ext cx="4572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J4</a:t>
            </a:r>
            <a:endParaRPr sz="1100"/>
          </a:p>
        </p:txBody>
      </p:sp>
      <p:sp>
        <p:nvSpPr>
          <p:cNvPr id="47" name="Shape 47">
            <a:extLst xmlns:a="http://schemas.openxmlformats.org/drawingml/2006/main">
              <a:ext uri="{FF2B5EF4-FFF2-40B4-BE49-F238E27FC236}">
                <a16:creationId xmlns:a16="http://schemas.microsoft.com/office/drawing/2014/main" id="{1466DE17-7975-4290-AAF1-9FBB4D3B0C31}"/>
              </a:ext>
            </a:extLst>
          </p:cNvPr>
          <p:cNvSpPr>
            <a:spLocks xmlns:a="http://schemas.openxmlformats.org/drawingml/2006/main" noGrp="1"/>
          </p:cNvSpPr>
          <p:nvPr/>
        </p:nvSpPr>
        <p:spPr>
          <a:xfrm xmlns:a="http://schemas.openxmlformats.org/drawingml/2006/main">
            <a:off x="4762500" y="4362450"/>
            <a:ext cx="228600" cy="228600"/>
          </a:xfrm>
          <a:prstGeom xmlns:a="http://schemas.openxmlformats.org/drawingml/2006/main" prst="ellipse">
            <a:avLst/>
          </a:prstGeom>
          <a:solidFill xmlns:a="http://schemas.openxmlformats.org/drawingml/2006/main">
            <a:srgbClr val="FFFFFF"/>
          </a:solidFill>
          <a:ln xmlns:a="http://schemas.openxmlformats.org/drawingml/2006/main" w="25400">
            <a:solidFill>
              <a:srgbClr val="D71920"/>
            </a:solidFill>
          </a:ln>
        </p:spPr>
      </p:sp>
      <p:sp>
        <p:nvSpPr>
          <p:cNvPr id="48" name="Text 48">
            <a:extLst xmlns:a="http://schemas.openxmlformats.org/drawingml/2006/main">
              <a:ext uri="{FF2B5EF4-FFF2-40B4-BE49-F238E27FC236}">
                <a16:creationId xmlns:a16="http://schemas.microsoft.com/office/drawing/2014/main" id="{31D35854-B758-4D2E-8DC2-3179FAED4334}"/>
              </a:ext>
            </a:extLst>
          </p:cNvPr>
          <p:cNvSpPr>
            <a:spLocks xmlns:a="http://schemas.openxmlformats.org/drawingml/2006/main" noGrp="1"/>
          </p:cNvSpPr>
          <p:nvPr/>
        </p:nvSpPr>
        <p:spPr>
          <a:xfrm xmlns:a="http://schemas.openxmlformats.org/drawingml/2006/main">
            <a:off x="4648200" y="4686300"/>
            <a:ext cx="4572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J5</a:t>
            </a:r>
            <a:endParaRPr sz="1100"/>
          </a:p>
        </p:txBody>
      </p:sp>
      <p:sp>
        <p:nvSpPr>
          <p:cNvPr id="49" name="Shape 49">
            <a:extLst xmlns:a="http://schemas.openxmlformats.org/drawingml/2006/main">
              <a:ext uri="{FF2B5EF4-FFF2-40B4-BE49-F238E27FC236}">
                <a16:creationId xmlns:a16="http://schemas.microsoft.com/office/drawing/2014/main" id="{AFFD7321-B0A2-4D60-B3C7-C64C9ABF93E0}"/>
              </a:ext>
            </a:extLst>
          </p:cNvPr>
          <p:cNvSpPr>
            <a:spLocks xmlns:a="http://schemas.openxmlformats.org/drawingml/2006/main" noGrp="1"/>
          </p:cNvSpPr>
          <p:nvPr/>
        </p:nvSpPr>
        <p:spPr>
          <a:xfrm xmlns:a="http://schemas.openxmlformats.org/drawingml/2006/main">
            <a:off x="1047750" y="5105400"/>
            <a:ext cx="2076450" cy="209550"/>
          </a:xfrm>
          <a:prstGeom xmlns:a="http://schemas.openxmlformats.org/drawingml/2006/main" prst="roundRect">
            <a:avLst/>
          </a:prstGeom>
          <a:solidFill xmlns:a="http://schemas.openxmlformats.org/drawingml/2006/main">
            <a:srgbClr val="EAF1F7"/>
          </a:solidFill>
          <a:ln xmlns:a="http://schemas.openxmlformats.org/drawingml/2006/main" w="12700">
            <a:solidFill>
              <a:srgbClr val="2A5B84"/>
            </a:solidFill>
          </a:ln>
        </p:spPr>
      </p:sp>
      <p:sp>
        <p:nvSpPr>
          <p:cNvPr id="50" name="Shape 50">
            <a:extLst xmlns:a="http://schemas.openxmlformats.org/drawingml/2006/main">
              <a:ext uri="{FF2B5EF4-FFF2-40B4-BE49-F238E27FC236}">
                <a16:creationId xmlns:a16="http://schemas.microsoft.com/office/drawing/2014/main" id="{6A27CCB2-F03D-49EC-B7B7-C03AA62A1839}"/>
              </a:ext>
            </a:extLst>
          </p:cNvPr>
          <p:cNvSpPr>
            <a:spLocks xmlns:a="http://schemas.openxmlformats.org/drawingml/2006/main" noGrp="1"/>
          </p:cNvSpPr>
          <p:nvPr/>
        </p:nvSpPr>
        <p:spPr>
          <a:xfrm xmlns:a="http://schemas.openxmlformats.org/drawingml/2006/main">
            <a:off x="2895600" y="5429250"/>
            <a:ext cx="2114550" cy="209550"/>
          </a:xfrm>
          <a:prstGeom xmlns:a="http://schemas.openxmlformats.org/drawingml/2006/main" prst="roundRect">
            <a:avLst/>
          </a:prstGeom>
          <a:solidFill xmlns:a="http://schemas.openxmlformats.org/drawingml/2006/main">
            <a:srgbClr val="FCEBEC"/>
          </a:solidFill>
          <a:ln xmlns:a="http://schemas.openxmlformats.org/drawingml/2006/main" w="12700">
            <a:solidFill>
              <a:srgbClr val="D71920"/>
            </a:solidFill>
          </a:ln>
        </p:spPr>
      </p:sp>
      <p:sp>
        <p:nvSpPr>
          <p:cNvPr id="51" name="Shape 51">
            <a:extLst xmlns:a="http://schemas.openxmlformats.org/drawingml/2006/main">
              <a:ext uri="{FF2B5EF4-FFF2-40B4-BE49-F238E27FC236}">
                <a16:creationId xmlns:a16="http://schemas.microsoft.com/office/drawing/2014/main" id="{2B81EC95-5F2A-44A6-A297-844B0C2C03C8}"/>
              </a:ext>
            </a:extLst>
          </p:cNvPr>
          <p:cNvSpPr>
            <a:spLocks xmlns:a="http://schemas.openxmlformats.org/drawingml/2006/main" noGrp="1"/>
          </p:cNvSpPr>
          <p:nvPr/>
        </p:nvSpPr>
        <p:spPr>
          <a:xfrm xmlns:a="http://schemas.openxmlformats.org/drawingml/2006/main">
            <a:off x="6419850" y="3752850"/>
            <a:ext cx="5219700" cy="21526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52" name="Shape 52">
            <a:extLst xmlns:a="http://schemas.openxmlformats.org/drawingml/2006/main">
              <a:ext uri="{FF2B5EF4-FFF2-40B4-BE49-F238E27FC236}">
                <a16:creationId xmlns:a16="http://schemas.microsoft.com/office/drawing/2014/main" id="{D4338C56-076B-4975-B94E-D38967D64160}"/>
              </a:ext>
            </a:extLst>
          </p:cNvPr>
          <p:cNvSpPr>
            <a:spLocks xmlns:a="http://schemas.openxmlformats.org/drawingml/2006/main" noGrp="1"/>
          </p:cNvSpPr>
          <p:nvPr/>
        </p:nvSpPr>
        <p:spPr>
          <a:xfrm xmlns:a="http://schemas.openxmlformats.org/drawingml/2006/main">
            <a:off x="6610350" y="3886200"/>
            <a:ext cx="400050" cy="400050"/>
          </a:xfrm>
          <a:prstGeom xmlns:a="http://schemas.openxmlformats.org/drawingml/2006/main" prst="roundRect">
            <a:avLst/>
          </a:prstGeom>
          <a:solidFill xmlns:a="http://schemas.openxmlformats.org/drawingml/2006/main">
            <a:srgbClr val="EAF5F0"/>
          </a:solidFill>
          <a:ln xmlns:a="http://schemas.openxmlformats.org/drawingml/2006/main" w="19050">
            <a:solidFill>
              <a:srgbClr val="1F7A5A"/>
            </a:solidFill>
          </a:ln>
        </p:spPr>
      </p:sp>
      <p:pic>
        <p:nvPicPr>
          <p:cNvPr id="124" name="Picture 53"/>
          <p:cNvPicPr>
            <a:picLocks xmlns:a="http://schemas.openxmlformats.org/drawingml/2006/main" noChangeAspect="1"/>
          </p:cNvPicPr>
          <p:nvPr/>
        </p:nvPicPr>
        <p:blipFill>
          <a:blip xmlns:r="http://schemas.openxmlformats.org/officeDocument/2006/relationships" xmlns:a="http://schemas.openxmlformats.org/drawingml/2006/main" r:embed="Rede650f7cef14663"/>
          <a:stretch xmlns:a="http://schemas.openxmlformats.org/drawingml/2006/main">
            <a:fillRect l="0" t="0" r="0" b="0"/>
          </a:stretch>
        </p:blipFill>
        <p:spPr>
          <a:xfrm xmlns:a="http://schemas.openxmlformats.org/drawingml/2006/main">
            <a:off x="6715125" y="3990975"/>
            <a:ext cx="190500" cy="190500"/>
          </a:xfrm>
          <a:prstGeom xmlns:a="http://schemas.openxmlformats.org/drawingml/2006/main" prst="rect">
            <a:avLst/>
          </a:prstGeom>
          <a:ln xmlns:a="http://schemas.openxmlformats.org/drawingml/2006/main">
            <a:noFill/>
          </a:ln>
        </p:spPr>
      </p:pic>
      <p:sp>
        <p:nvSpPr>
          <p:cNvPr id="54" name="Text 54">
            <a:extLst xmlns:a="http://schemas.openxmlformats.org/drawingml/2006/main">
              <a:ext uri="{FF2B5EF4-FFF2-40B4-BE49-F238E27FC236}">
                <a16:creationId xmlns:a16="http://schemas.microsoft.com/office/drawing/2014/main" id="{DC9F5FB4-A7EF-4808-A5E9-79493FA97683}"/>
              </a:ext>
            </a:extLst>
          </p:cNvPr>
          <p:cNvSpPr>
            <a:spLocks xmlns:a="http://schemas.openxmlformats.org/drawingml/2006/main" noGrp="1"/>
          </p:cNvSpPr>
          <p:nvPr/>
        </p:nvSpPr>
        <p:spPr>
          <a:xfrm xmlns:a="http://schemas.openxmlformats.org/drawingml/2006/main">
            <a:off x="7162800" y="3962400"/>
            <a:ext cx="2476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D71920"/>
                </a:solidFill>
                <a:latin typeface="Arial"/>
                <a:ea typeface="Arial"/>
                <a:cs typeface="Arial"/>
              </a:rPr>
              <a:t>BURN-UP</a:t>
            </a:r>
            <a:endParaRPr sz="1600"/>
          </a:p>
        </p:txBody>
      </p:sp>
      <p:sp>
        <p:nvSpPr>
          <p:cNvPr id="55" name="Connector 55">
            <a:extLst xmlns:a="http://schemas.openxmlformats.org/drawingml/2006/main">
              <a:ext uri="{FF2B5EF4-FFF2-40B4-BE49-F238E27FC236}">
                <a16:creationId xmlns:a16="http://schemas.microsoft.com/office/drawing/2014/main" id="{14A3CB00-0E16-41C7-926B-7E5B6271CF57}"/>
              </a:ext>
            </a:extLst>
          </p:cNvPr>
          <p:cNvSpPr>
            <a:spLocks xmlns:a="http://schemas.openxmlformats.org/drawingml/2006/main" noGrp="1"/>
          </p:cNvSpPr>
          <p:nvPr/>
        </p:nvSpPr>
        <p:spPr>
          <a:xfrm xmlns:a="http://schemas.openxmlformats.org/drawingml/2006/main" flipV="1">
            <a:off x="6896100" y="4381500"/>
            <a:ext cx="0" cy="1104900"/>
          </a:xfrm>
          <a:prstGeom xmlns:a="http://schemas.openxmlformats.org/drawingml/2006/main" prst="line">
            <a:avLst/>
          </a:prstGeom>
          <a:ln xmlns:a="http://schemas.openxmlformats.org/drawingml/2006/main" w="12700">
            <a:solidFill>
              <a:srgbClr val="5D6873"/>
            </a:solidFill>
          </a:ln>
        </p:spPr>
      </p:sp>
      <p:sp>
        <p:nvSpPr>
          <p:cNvPr id="56" name="Connector 56">
            <a:extLst xmlns:a="http://schemas.openxmlformats.org/drawingml/2006/main">
              <a:ext uri="{FF2B5EF4-FFF2-40B4-BE49-F238E27FC236}">
                <a16:creationId xmlns:a16="http://schemas.microsoft.com/office/drawing/2014/main" id="{ECBDAAED-4CA6-497B-A497-98C630051497}"/>
              </a:ext>
            </a:extLst>
          </p:cNvPr>
          <p:cNvSpPr>
            <a:spLocks xmlns:a="http://schemas.openxmlformats.org/drawingml/2006/main" noGrp="1"/>
          </p:cNvSpPr>
          <p:nvPr/>
        </p:nvSpPr>
        <p:spPr>
          <a:xfrm xmlns:a="http://schemas.openxmlformats.org/drawingml/2006/main">
            <a:off x="6896100" y="5486400"/>
            <a:ext cx="4000500" cy="0"/>
          </a:xfrm>
          <a:prstGeom xmlns:a="http://schemas.openxmlformats.org/drawingml/2006/main" prst="line">
            <a:avLst/>
          </a:prstGeom>
          <a:ln xmlns:a="http://schemas.openxmlformats.org/drawingml/2006/main" w="12700">
            <a:solidFill>
              <a:srgbClr val="5D6873"/>
            </a:solidFill>
          </a:ln>
        </p:spPr>
      </p:sp>
      <p:sp>
        <p:nvSpPr>
          <p:cNvPr id="57" name="Connector 57">
            <a:extLst xmlns:a="http://schemas.openxmlformats.org/drawingml/2006/main">
              <a:ext uri="{FF2B5EF4-FFF2-40B4-BE49-F238E27FC236}">
                <a16:creationId xmlns:a16="http://schemas.microsoft.com/office/drawing/2014/main" id="{983B65D8-58F4-4967-B4C8-BCBD19D9EBEE}"/>
              </a:ext>
            </a:extLst>
          </p:cNvPr>
          <p:cNvSpPr>
            <a:spLocks xmlns:a="http://schemas.openxmlformats.org/drawingml/2006/main" noGrp="1"/>
          </p:cNvSpPr>
          <p:nvPr/>
        </p:nvSpPr>
        <p:spPr>
          <a:xfrm xmlns:a="http://schemas.openxmlformats.org/drawingml/2006/main" flipV="1">
            <a:off x="6896100" y="4876800"/>
            <a:ext cx="800100" cy="457200"/>
          </a:xfrm>
          <a:prstGeom xmlns:a="http://schemas.openxmlformats.org/drawingml/2006/main" prst="line">
            <a:avLst/>
          </a:prstGeom>
          <a:ln xmlns:a="http://schemas.openxmlformats.org/drawingml/2006/main" w="38100">
            <a:solidFill>
              <a:srgbClr val="2A5B84"/>
            </a:solidFill>
          </a:ln>
        </p:spPr>
      </p:sp>
      <p:sp>
        <p:nvSpPr>
          <p:cNvPr id="58" name="Connector 58">
            <a:extLst xmlns:a="http://schemas.openxmlformats.org/drawingml/2006/main">
              <a:ext uri="{FF2B5EF4-FFF2-40B4-BE49-F238E27FC236}">
                <a16:creationId xmlns:a16="http://schemas.microsoft.com/office/drawing/2014/main" id="{BA492DB3-C000-4C52-9E2B-210B26A93B3B}"/>
              </a:ext>
            </a:extLst>
          </p:cNvPr>
          <p:cNvSpPr>
            <a:spLocks xmlns:a="http://schemas.openxmlformats.org/drawingml/2006/main" noGrp="1"/>
          </p:cNvSpPr>
          <p:nvPr/>
        </p:nvSpPr>
        <p:spPr>
          <a:xfrm xmlns:a="http://schemas.openxmlformats.org/drawingml/2006/main" flipV="1">
            <a:off x="7696200" y="4800600"/>
            <a:ext cx="800100" cy="76200"/>
          </a:xfrm>
          <a:prstGeom xmlns:a="http://schemas.openxmlformats.org/drawingml/2006/main" prst="line">
            <a:avLst/>
          </a:prstGeom>
          <a:ln xmlns:a="http://schemas.openxmlformats.org/drawingml/2006/main" w="38100">
            <a:solidFill>
              <a:srgbClr val="2A5B84"/>
            </a:solidFill>
          </a:ln>
        </p:spPr>
      </p:sp>
      <p:sp>
        <p:nvSpPr>
          <p:cNvPr id="59" name="Connector 59">
            <a:extLst xmlns:a="http://schemas.openxmlformats.org/drawingml/2006/main">
              <a:ext uri="{FF2B5EF4-FFF2-40B4-BE49-F238E27FC236}">
                <a16:creationId xmlns:a16="http://schemas.microsoft.com/office/drawing/2014/main" id="{5DD9041A-22EA-40E6-A16C-39F21171AE40}"/>
              </a:ext>
            </a:extLst>
          </p:cNvPr>
          <p:cNvSpPr>
            <a:spLocks xmlns:a="http://schemas.openxmlformats.org/drawingml/2006/main" noGrp="1"/>
          </p:cNvSpPr>
          <p:nvPr/>
        </p:nvSpPr>
        <p:spPr>
          <a:xfrm xmlns:a="http://schemas.openxmlformats.org/drawingml/2006/main" flipV="1">
            <a:off x="8496300" y="4229100"/>
            <a:ext cx="800100" cy="571500"/>
          </a:xfrm>
          <a:prstGeom xmlns:a="http://schemas.openxmlformats.org/drawingml/2006/main" prst="line">
            <a:avLst/>
          </a:prstGeom>
          <a:ln xmlns:a="http://schemas.openxmlformats.org/drawingml/2006/main" w="38100">
            <a:solidFill>
              <a:srgbClr val="2A5B84"/>
            </a:solidFill>
          </a:ln>
        </p:spPr>
      </p:sp>
      <p:sp>
        <p:nvSpPr>
          <p:cNvPr id="60" name="Connector 60">
            <a:extLst xmlns:a="http://schemas.openxmlformats.org/drawingml/2006/main">
              <a:ext uri="{FF2B5EF4-FFF2-40B4-BE49-F238E27FC236}">
                <a16:creationId xmlns:a16="http://schemas.microsoft.com/office/drawing/2014/main" id="{CE19B366-1534-4378-BC0B-5A4EBC8A7C1A}"/>
              </a:ext>
            </a:extLst>
          </p:cNvPr>
          <p:cNvSpPr>
            <a:spLocks xmlns:a="http://schemas.openxmlformats.org/drawingml/2006/main" noGrp="1"/>
          </p:cNvSpPr>
          <p:nvPr/>
        </p:nvSpPr>
        <p:spPr>
          <a:xfrm xmlns:a="http://schemas.openxmlformats.org/drawingml/2006/main" flipV="1">
            <a:off x="9296400" y="4019550"/>
            <a:ext cx="800100" cy="209550"/>
          </a:xfrm>
          <a:prstGeom xmlns:a="http://schemas.openxmlformats.org/drawingml/2006/main" prst="line">
            <a:avLst/>
          </a:prstGeom>
          <a:ln xmlns:a="http://schemas.openxmlformats.org/drawingml/2006/main" w="38100">
            <a:solidFill>
              <a:srgbClr val="2A5B84"/>
            </a:solidFill>
          </a:ln>
        </p:spPr>
      </p:sp>
      <p:sp>
        <p:nvSpPr>
          <p:cNvPr id="61" name="Connector 61">
            <a:extLst xmlns:a="http://schemas.openxmlformats.org/drawingml/2006/main">
              <a:ext uri="{FF2B5EF4-FFF2-40B4-BE49-F238E27FC236}">
                <a16:creationId xmlns:a16="http://schemas.microsoft.com/office/drawing/2014/main" id="{956C195A-1499-45CC-8B2D-9CFD11381A31}"/>
              </a:ext>
            </a:extLst>
          </p:cNvPr>
          <p:cNvSpPr>
            <a:spLocks xmlns:a="http://schemas.openxmlformats.org/drawingml/2006/main" noGrp="1"/>
          </p:cNvSpPr>
          <p:nvPr/>
        </p:nvSpPr>
        <p:spPr>
          <a:xfrm xmlns:a="http://schemas.openxmlformats.org/drawingml/2006/main" flipV="1">
            <a:off x="6896100" y="4876800"/>
            <a:ext cx="800100" cy="57150"/>
          </a:xfrm>
          <a:prstGeom xmlns:a="http://schemas.openxmlformats.org/drawingml/2006/main" prst="line">
            <a:avLst/>
          </a:prstGeom>
          <a:ln xmlns:a="http://schemas.openxmlformats.org/drawingml/2006/main" w="25400">
            <a:solidFill>
              <a:srgbClr val="D71920"/>
            </a:solidFill>
          </a:ln>
        </p:spPr>
      </p:sp>
      <p:sp>
        <p:nvSpPr>
          <p:cNvPr id="62" name="Connector 62">
            <a:extLst xmlns:a="http://schemas.openxmlformats.org/drawingml/2006/main">
              <a:ext uri="{FF2B5EF4-FFF2-40B4-BE49-F238E27FC236}">
                <a16:creationId xmlns:a16="http://schemas.microsoft.com/office/drawing/2014/main" id="{31277A5F-F6C6-4D1D-BB3F-AFE280B81384}"/>
              </a:ext>
            </a:extLst>
          </p:cNvPr>
          <p:cNvSpPr>
            <a:spLocks xmlns:a="http://schemas.openxmlformats.org/drawingml/2006/main" noGrp="1"/>
          </p:cNvSpPr>
          <p:nvPr/>
        </p:nvSpPr>
        <p:spPr>
          <a:xfrm xmlns:a="http://schemas.openxmlformats.org/drawingml/2006/main" flipV="1">
            <a:off x="7696200" y="4629150"/>
            <a:ext cx="800100" cy="247650"/>
          </a:xfrm>
          <a:prstGeom xmlns:a="http://schemas.openxmlformats.org/drawingml/2006/main" prst="line">
            <a:avLst/>
          </a:prstGeom>
          <a:ln xmlns:a="http://schemas.openxmlformats.org/drawingml/2006/main" w="25400">
            <a:solidFill>
              <a:srgbClr val="D71920"/>
            </a:solidFill>
          </a:ln>
        </p:spPr>
      </p:sp>
      <p:sp>
        <p:nvSpPr>
          <p:cNvPr id="63" name="Connector 63">
            <a:extLst xmlns:a="http://schemas.openxmlformats.org/drawingml/2006/main">
              <a:ext uri="{FF2B5EF4-FFF2-40B4-BE49-F238E27FC236}">
                <a16:creationId xmlns:a16="http://schemas.microsoft.com/office/drawing/2014/main" id="{032B2A98-601C-4505-BAC4-51D4AA980C58}"/>
              </a:ext>
            </a:extLst>
          </p:cNvPr>
          <p:cNvSpPr>
            <a:spLocks xmlns:a="http://schemas.openxmlformats.org/drawingml/2006/main" noGrp="1"/>
          </p:cNvSpPr>
          <p:nvPr/>
        </p:nvSpPr>
        <p:spPr>
          <a:xfrm xmlns:a="http://schemas.openxmlformats.org/drawingml/2006/main" flipV="1">
            <a:off x="8496300" y="4533900"/>
            <a:ext cx="800100" cy="95250"/>
          </a:xfrm>
          <a:prstGeom xmlns:a="http://schemas.openxmlformats.org/drawingml/2006/main" prst="line">
            <a:avLst/>
          </a:prstGeom>
          <a:ln xmlns:a="http://schemas.openxmlformats.org/drawingml/2006/main" w="25400">
            <a:solidFill>
              <a:srgbClr val="D71920"/>
            </a:solidFill>
          </a:ln>
        </p:spPr>
      </p:sp>
      <p:sp>
        <p:nvSpPr>
          <p:cNvPr id="64" name="Connector 64">
            <a:extLst xmlns:a="http://schemas.openxmlformats.org/drawingml/2006/main">
              <a:ext uri="{FF2B5EF4-FFF2-40B4-BE49-F238E27FC236}">
                <a16:creationId xmlns:a16="http://schemas.microsoft.com/office/drawing/2014/main" id="{9C90309D-9F12-4F4E-A936-A5BF9D8D601F}"/>
              </a:ext>
            </a:extLst>
          </p:cNvPr>
          <p:cNvSpPr>
            <a:spLocks xmlns:a="http://schemas.openxmlformats.org/drawingml/2006/main" noGrp="1"/>
          </p:cNvSpPr>
          <p:nvPr/>
        </p:nvSpPr>
        <p:spPr>
          <a:xfrm xmlns:a="http://schemas.openxmlformats.org/drawingml/2006/main" flipV="1">
            <a:off x="9296400" y="4210050"/>
            <a:ext cx="800100" cy="323850"/>
          </a:xfrm>
          <a:prstGeom xmlns:a="http://schemas.openxmlformats.org/drawingml/2006/main" prst="line">
            <a:avLst/>
          </a:prstGeom>
          <a:ln xmlns:a="http://schemas.openxmlformats.org/drawingml/2006/main" w="25400">
            <a:solidFill>
              <a:srgbClr val="D71920"/>
            </a:solidFill>
          </a:ln>
        </p:spPr>
      </p:sp>
      <p:sp>
        <p:nvSpPr>
          <p:cNvPr id="65" name="Text 65">
            <a:extLst xmlns:a="http://schemas.openxmlformats.org/drawingml/2006/main">
              <a:ext uri="{FF2B5EF4-FFF2-40B4-BE49-F238E27FC236}">
                <a16:creationId xmlns:a16="http://schemas.microsoft.com/office/drawing/2014/main" id="{10E143D2-A7E8-46F4-A43A-E97BDBF5B34C}"/>
              </a:ext>
            </a:extLst>
          </p:cNvPr>
          <p:cNvSpPr>
            <a:spLocks xmlns:a="http://schemas.openxmlformats.org/drawingml/2006/main" noGrp="1"/>
          </p:cNvSpPr>
          <p:nvPr/>
        </p:nvSpPr>
        <p:spPr>
          <a:xfrm xmlns:a="http://schemas.openxmlformats.org/drawingml/2006/main">
            <a:off x="6705600" y="5619750"/>
            <a:ext cx="43243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0">
                <a:solidFill>
                  <a:srgbClr val="5D6873"/>
                </a:solidFill>
                <a:latin typeface="Arial"/>
                <a:ea typeface="Arial"/>
                <a:cs typeface="Arial"/>
              </a:rPr>
              <a:t>completed work and evolving scope</a:t>
            </a:r>
            <a:endParaRPr sz="1100"/>
          </a:p>
        </p:txBody>
      </p:sp>
      <p:sp>
        <p:nvSpPr>
          <p:cNvPr id="66" name="Connector 66">
            <a:extLst xmlns:a="http://schemas.openxmlformats.org/drawingml/2006/main">
              <a:ext uri="{FF2B5EF4-FFF2-40B4-BE49-F238E27FC236}">
                <a16:creationId xmlns:a16="http://schemas.microsoft.com/office/drawing/2014/main" id="{75823001-5F61-4201-BBB6-34E4DEB9AC7C}"/>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67" name="Text 67">
            <a:extLst xmlns:a="http://schemas.openxmlformats.org/drawingml/2006/main">
              <a:ext uri="{FF2B5EF4-FFF2-40B4-BE49-F238E27FC236}">
                <a16:creationId xmlns:a16="http://schemas.microsoft.com/office/drawing/2014/main" id="{1A7CD2E2-40F7-4574-9476-3A1B26870AFD}"/>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68" name="Text 68">
            <a:extLst xmlns:a="http://schemas.openxmlformats.org/drawingml/2006/main">
              <a:ext uri="{FF2B5EF4-FFF2-40B4-BE49-F238E27FC236}">
                <a16:creationId xmlns:a16="http://schemas.microsoft.com/office/drawing/2014/main" id="{3F954B96-8B06-4832-B740-207623DA055A}"/>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10</a:t>
            </a:r>
            <a:endParaRPr sz="1000"/>
          </a:p>
        </p:txBody>
      </p:sp>
    </p:spTree>
    <p:extLst>
      <p:ext uri="{BB962C8B-B14F-4D97-AF65-F5344CB8AC3E}">
        <p14:creationId xmlns:p14="http://schemas.microsoft.com/office/powerpoint/2010/main" val="1522725022"/>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CE39F59F-7A71-4ABE-BA86-DFF31EAD6F3D}"/>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AGENT QUALITY FEEDBACK</a:t>
            </a:r>
            <a:endParaRPr sz="1100"/>
          </a:p>
        </p:txBody>
      </p:sp>
      <p:sp>
        <p:nvSpPr>
          <p:cNvPr id="3" name="Text 3">
            <a:extLst xmlns:a="http://schemas.openxmlformats.org/drawingml/2006/main">
              <a:ext uri="{FF2B5EF4-FFF2-40B4-BE49-F238E27FC236}">
                <a16:creationId xmlns:a16="http://schemas.microsoft.com/office/drawing/2014/main" id="{DDF11DBA-F836-41FD-953D-5C4DB77A6890}"/>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Fast feedback catches defects early and exact-head CI remains authoritative</a:t>
            </a:r>
            <a:endParaRPr sz="3000"/>
          </a:p>
        </p:txBody>
      </p:sp>
      <p:sp>
        <p:nvSpPr>
          <p:cNvPr id="4" name="Connector 4">
            <a:extLst xmlns:a="http://schemas.openxmlformats.org/drawingml/2006/main">
              <a:ext uri="{FF2B5EF4-FFF2-40B4-BE49-F238E27FC236}">
                <a16:creationId xmlns:a16="http://schemas.microsoft.com/office/drawing/2014/main" id="{E07D3BF8-13C3-4758-B1D9-4280444F4CB1}"/>
              </a:ext>
            </a:extLst>
          </p:cNvPr>
          <p:cNvSpPr>
            <a:spLocks xmlns:a="http://schemas.openxmlformats.org/drawingml/2006/main" noGrp="1"/>
          </p:cNvSpPr>
          <p:nvPr/>
        </p:nvSpPr>
        <p:spPr>
          <a:xfrm xmlns:a="http://schemas.openxmlformats.org/drawingml/2006/main">
            <a:off x="2133600" y="3086100"/>
            <a:ext cx="285750" cy="0"/>
          </a:xfrm>
          <a:prstGeom xmlns:a="http://schemas.openxmlformats.org/drawingml/2006/main" prst="line">
            <a:avLst/>
          </a:prstGeom>
          <a:ln xmlns:a="http://schemas.openxmlformats.org/drawingml/2006/main" w="25400">
            <a:solidFill>
              <a:srgbClr val="D71920"/>
            </a:solidFill>
            <a:tailEnd type="triangle"/>
          </a:ln>
        </p:spPr>
      </p:sp>
      <p:sp>
        <p:nvSpPr>
          <p:cNvPr id="5" name="Connector 5">
            <a:extLst xmlns:a="http://schemas.openxmlformats.org/drawingml/2006/main">
              <a:ext uri="{FF2B5EF4-FFF2-40B4-BE49-F238E27FC236}">
                <a16:creationId xmlns:a16="http://schemas.microsoft.com/office/drawing/2014/main" id="{2FBFD142-1649-43E3-BAD1-92393A61D2E3}"/>
              </a:ext>
            </a:extLst>
          </p:cNvPr>
          <p:cNvSpPr>
            <a:spLocks xmlns:a="http://schemas.openxmlformats.org/drawingml/2006/main" noGrp="1"/>
          </p:cNvSpPr>
          <p:nvPr/>
        </p:nvSpPr>
        <p:spPr>
          <a:xfrm xmlns:a="http://schemas.openxmlformats.org/drawingml/2006/main">
            <a:off x="3943350" y="3086100"/>
            <a:ext cx="285750" cy="0"/>
          </a:xfrm>
          <a:prstGeom xmlns:a="http://schemas.openxmlformats.org/drawingml/2006/main" prst="line">
            <a:avLst/>
          </a:prstGeom>
          <a:ln xmlns:a="http://schemas.openxmlformats.org/drawingml/2006/main" w="25400">
            <a:solidFill>
              <a:srgbClr val="D71920"/>
            </a:solidFill>
            <a:tailEnd type="triangle"/>
          </a:ln>
        </p:spPr>
      </p:sp>
      <p:sp>
        <p:nvSpPr>
          <p:cNvPr id="6" name="Connector 6">
            <a:extLst xmlns:a="http://schemas.openxmlformats.org/drawingml/2006/main">
              <a:ext uri="{FF2B5EF4-FFF2-40B4-BE49-F238E27FC236}">
                <a16:creationId xmlns:a16="http://schemas.microsoft.com/office/drawing/2014/main" id="{3BAC18DA-4E6F-4828-881E-75AB6D4FB844}"/>
              </a:ext>
            </a:extLst>
          </p:cNvPr>
          <p:cNvSpPr>
            <a:spLocks xmlns:a="http://schemas.openxmlformats.org/drawingml/2006/main" noGrp="1"/>
          </p:cNvSpPr>
          <p:nvPr/>
        </p:nvSpPr>
        <p:spPr>
          <a:xfrm xmlns:a="http://schemas.openxmlformats.org/drawingml/2006/main">
            <a:off x="5753100" y="3086100"/>
            <a:ext cx="285750" cy="0"/>
          </a:xfrm>
          <a:prstGeom xmlns:a="http://schemas.openxmlformats.org/drawingml/2006/main" prst="line">
            <a:avLst/>
          </a:prstGeom>
          <a:ln xmlns:a="http://schemas.openxmlformats.org/drawingml/2006/main" w="25400">
            <a:solidFill>
              <a:srgbClr val="D71920"/>
            </a:solidFill>
            <a:tailEnd type="triangle"/>
          </a:ln>
        </p:spPr>
      </p:sp>
      <p:sp>
        <p:nvSpPr>
          <p:cNvPr id="7" name="Connector 7">
            <a:extLst xmlns:a="http://schemas.openxmlformats.org/drawingml/2006/main">
              <a:ext uri="{FF2B5EF4-FFF2-40B4-BE49-F238E27FC236}">
                <a16:creationId xmlns:a16="http://schemas.microsoft.com/office/drawing/2014/main" id="{297F2FB4-4C34-4FE0-ACB4-4D116A6C928A}"/>
              </a:ext>
            </a:extLst>
          </p:cNvPr>
          <p:cNvSpPr>
            <a:spLocks xmlns:a="http://schemas.openxmlformats.org/drawingml/2006/main" noGrp="1"/>
          </p:cNvSpPr>
          <p:nvPr/>
        </p:nvSpPr>
        <p:spPr>
          <a:xfrm xmlns:a="http://schemas.openxmlformats.org/drawingml/2006/main">
            <a:off x="7562850" y="3086100"/>
            <a:ext cx="285750" cy="0"/>
          </a:xfrm>
          <a:prstGeom xmlns:a="http://schemas.openxmlformats.org/drawingml/2006/main" prst="line">
            <a:avLst/>
          </a:prstGeom>
          <a:ln xmlns:a="http://schemas.openxmlformats.org/drawingml/2006/main" w="25400">
            <a:solidFill>
              <a:srgbClr val="D71920"/>
            </a:solidFill>
            <a:tailEnd type="triangle"/>
          </a:ln>
        </p:spPr>
      </p:sp>
      <p:sp>
        <p:nvSpPr>
          <p:cNvPr id="8" name="Connector 8">
            <a:extLst xmlns:a="http://schemas.openxmlformats.org/drawingml/2006/main">
              <a:ext uri="{FF2B5EF4-FFF2-40B4-BE49-F238E27FC236}">
                <a16:creationId xmlns:a16="http://schemas.microsoft.com/office/drawing/2014/main" id="{81CE9E68-2B3B-4C26-A8F9-015C2B62364E}"/>
              </a:ext>
            </a:extLst>
          </p:cNvPr>
          <p:cNvSpPr>
            <a:spLocks xmlns:a="http://schemas.openxmlformats.org/drawingml/2006/main" noGrp="1"/>
          </p:cNvSpPr>
          <p:nvPr/>
        </p:nvSpPr>
        <p:spPr>
          <a:xfrm xmlns:a="http://schemas.openxmlformats.org/drawingml/2006/main">
            <a:off x="9372600" y="3086100"/>
            <a:ext cx="285750" cy="0"/>
          </a:xfrm>
          <a:prstGeom xmlns:a="http://schemas.openxmlformats.org/drawingml/2006/main" prst="line">
            <a:avLst/>
          </a:prstGeom>
          <a:ln xmlns:a="http://schemas.openxmlformats.org/drawingml/2006/main" w="25400">
            <a:solidFill>
              <a:srgbClr val="D71920"/>
            </a:solidFill>
            <a:tailEnd type="triangle"/>
          </a:ln>
        </p:spPr>
      </p:sp>
      <p:sp>
        <p:nvSpPr>
          <p:cNvPr id="9" name="Shape 9">
            <a:extLst xmlns:a="http://schemas.openxmlformats.org/drawingml/2006/main">
              <a:ext uri="{FF2B5EF4-FFF2-40B4-BE49-F238E27FC236}">
                <a16:creationId xmlns:a16="http://schemas.microsoft.com/office/drawing/2014/main" id="{37351D42-1708-4713-9DBA-E494A80CAC41}"/>
              </a:ext>
            </a:extLst>
          </p:cNvPr>
          <p:cNvSpPr>
            <a:spLocks xmlns:a="http://schemas.openxmlformats.org/drawingml/2006/main" noGrp="1"/>
          </p:cNvSpPr>
          <p:nvPr/>
        </p:nvSpPr>
        <p:spPr>
          <a:xfrm xmlns:a="http://schemas.openxmlformats.org/drawingml/2006/main">
            <a:off x="419100" y="2114550"/>
            <a:ext cx="1714500" cy="1905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17212B"/>
            </a:solidFill>
          </a:ln>
        </p:spPr>
      </p:sp>
      <p:sp>
        <p:nvSpPr>
          <p:cNvPr id="10" name="Text 10">
            <a:extLst xmlns:a="http://schemas.openxmlformats.org/drawingml/2006/main">
              <a:ext uri="{FF2B5EF4-FFF2-40B4-BE49-F238E27FC236}">
                <a16:creationId xmlns:a16="http://schemas.microsoft.com/office/drawing/2014/main" id="{93DD4933-FB37-4BB1-9F89-9C3DA763EC3B}"/>
              </a:ext>
            </a:extLst>
          </p:cNvPr>
          <p:cNvSpPr>
            <a:spLocks xmlns:a="http://schemas.openxmlformats.org/drawingml/2006/main" noGrp="1"/>
          </p:cNvSpPr>
          <p:nvPr/>
        </p:nvSpPr>
        <p:spPr>
          <a:xfrm xmlns:a="http://schemas.openxmlformats.org/drawingml/2006/main">
            <a:off x="53340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7212B"/>
                </a:solidFill>
                <a:latin typeface="Arial"/>
                <a:ea typeface="Arial"/>
                <a:cs typeface="Arial"/>
              </a:rPr>
              <a:t>BEFORE</a:t>
            </a:r>
            <a:endParaRPr sz="1300"/>
          </a:p>
        </p:txBody>
      </p:sp>
      <p:sp>
        <p:nvSpPr>
          <p:cNvPr id="11" name="Shape 11">
            <a:extLst xmlns:a="http://schemas.openxmlformats.org/drawingml/2006/main">
              <a:ext uri="{FF2B5EF4-FFF2-40B4-BE49-F238E27FC236}">
                <a16:creationId xmlns:a16="http://schemas.microsoft.com/office/drawing/2014/main" id="{B3ADB667-922A-44F5-A360-34548F6EE20A}"/>
              </a:ext>
            </a:extLst>
          </p:cNvPr>
          <p:cNvSpPr>
            <a:spLocks xmlns:a="http://schemas.openxmlformats.org/drawingml/2006/main" noGrp="1"/>
          </p:cNvSpPr>
          <p:nvPr/>
        </p:nvSpPr>
        <p:spPr>
          <a:xfrm xmlns:a="http://schemas.openxmlformats.org/drawingml/2006/main">
            <a:off x="104775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7212B"/>
            </a:solidFill>
          </a:ln>
        </p:spPr>
      </p:sp>
      <p:pic>
        <p:nvPicPr>
          <p:cNvPr id="70" name="Picture 12"/>
          <p:cNvPicPr>
            <a:picLocks xmlns:a="http://schemas.openxmlformats.org/drawingml/2006/main" noChangeAspect="1"/>
          </p:cNvPicPr>
          <p:nvPr/>
        </p:nvPicPr>
        <p:blipFill>
          <a:blip xmlns:r="http://schemas.openxmlformats.org/officeDocument/2006/relationships" xmlns:a="http://schemas.openxmlformats.org/drawingml/2006/main" r:embed="Rb5b8bdd06cf344f8"/>
          <a:stretch xmlns:a="http://schemas.openxmlformats.org/drawingml/2006/main">
            <a:fillRect l="0" t="0" r="0" b="0"/>
          </a:stretch>
        </p:blipFill>
        <p:spPr>
          <a:xfrm xmlns:a="http://schemas.openxmlformats.org/drawingml/2006/main">
            <a:off x="1162050" y="2686050"/>
            <a:ext cx="228600" cy="228600"/>
          </a:xfrm>
          <a:prstGeom xmlns:a="http://schemas.openxmlformats.org/drawingml/2006/main" prst="rect">
            <a:avLst/>
          </a:prstGeom>
          <a:ln xmlns:a="http://schemas.openxmlformats.org/drawingml/2006/main">
            <a:noFill/>
          </a:ln>
        </p:spPr>
      </p:pic>
      <p:sp>
        <p:nvSpPr>
          <p:cNvPr id="13" name="Text 13">
            <a:extLst xmlns:a="http://schemas.openxmlformats.org/drawingml/2006/main">
              <a:ext uri="{FF2B5EF4-FFF2-40B4-BE49-F238E27FC236}">
                <a16:creationId xmlns:a16="http://schemas.microsoft.com/office/drawing/2014/main" id="{5921473A-C416-4C9D-9D21-B76C6DB1A0F2}"/>
              </a:ext>
            </a:extLst>
          </p:cNvPr>
          <p:cNvSpPr>
            <a:spLocks xmlns:a="http://schemas.openxmlformats.org/drawingml/2006/main" noGrp="1"/>
          </p:cNvSpPr>
          <p:nvPr/>
        </p:nvSpPr>
        <p:spPr>
          <a:xfrm xmlns:a="http://schemas.openxmlformats.org/drawingml/2006/main">
            <a:off x="53340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AGENTS.md policy</a:t>
            </a:r>
            <a:endParaRPr sz="1300"/>
          </a:p>
          <a:p xmlns:a="http://schemas.openxmlformats.org/drawingml/2006/main">
            <a:pPr algn="ctr">
              <a:buNone/>
            </a:pPr>
            <a:r>
              <a:rPr sz="1300" b="0">
                <a:solidFill>
                  <a:srgbClr val="17212B"/>
                </a:solidFill>
                <a:latin typeface="Arial"/>
                <a:ea typeface="Arial"/>
                <a:cs typeface="Arial"/>
              </a:rPr>
              <a:t>and bounded context</a:t>
            </a:r>
            <a:endParaRPr sz="1300"/>
          </a:p>
        </p:txBody>
      </p:sp>
      <p:sp>
        <p:nvSpPr>
          <p:cNvPr id="14" name="Text 14">
            <a:extLst xmlns:a="http://schemas.openxmlformats.org/drawingml/2006/main">
              <a:ext uri="{FF2B5EF4-FFF2-40B4-BE49-F238E27FC236}">
                <a16:creationId xmlns:a16="http://schemas.microsoft.com/office/drawing/2014/main" id="{A7E1401E-A863-43AD-9E5C-B99A559FC227}"/>
              </a:ext>
            </a:extLst>
          </p:cNvPr>
          <p:cNvSpPr>
            <a:spLocks xmlns:a="http://schemas.openxmlformats.org/drawingml/2006/main" noGrp="1"/>
          </p:cNvSpPr>
          <p:nvPr/>
        </p:nvSpPr>
        <p:spPr>
          <a:xfrm xmlns:a="http://schemas.openxmlformats.org/drawingml/2006/main">
            <a:off x="57150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1F7A5A"/>
                </a:solidFill>
                <a:latin typeface="Arial"/>
                <a:ea typeface="Arial"/>
                <a:cs typeface="Arial"/>
              </a:rPr>
              <a:t>CURRENT</a:t>
            </a:r>
            <a:endParaRPr sz="900"/>
          </a:p>
        </p:txBody>
      </p:sp>
      <p:sp>
        <p:nvSpPr>
          <p:cNvPr id="15" name="Shape 15">
            <a:extLst xmlns:a="http://schemas.openxmlformats.org/drawingml/2006/main">
              <a:ext uri="{FF2B5EF4-FFF2-40B4-BE49-F238E27FC236}">
                <a16:creationId xmlns:a16="http://schemas.microsoft.com/office/drawing/2014/main" id="{5DD71D60-5799-46DD-8456-A6DDDA4A7197}"/>
              </a:ext>
            </a:extLst>
          </p:cNvPr>
          <p:cNvSpPr>
            <a:spLocks xmlns:a="http://schemas.openxmlformats.org/drawingml/2006/main" noGrp="1"/>
          </p:cNvSpPr>
          <p:nvPr/>
        </p:nvSpPr>
        <p:spPr>
          <a:xfrm xmlns:a="http://schemas.openxmlformats.org/drawingml/2006/main">
            <a:off x="2228850" y="2114550"/>
            <a:ext cx="1714500" cy="19050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2A5B84"/>
            </a:solidFill>
          </a:ln>
        </p:spPr>
      </p:sp>
      <p:sp>
        <p:nvSpPr>
          <p:cNvPr id="16" name="Text 16">
            <a:extLst xmlns:a="http://schemas.openxmlformats.org/drawingml/2006/main">
              <a:ext uri="{FF2B5EF4-FFF2-40B4-BE49-F238E27FC236}">
                <a16:creationId xmlns:a16="http://schemas.microsoft.com/office/drawing/2014/main" id="{04C63915-4BE3-4B5A-A593-FF07D59D38A5}"/>
              </a:ext>
            </a:extLst>
          </p:cNvPr>
          <p:cNvSpPr>
            <a:spLocks xmlns:a="http://schemas.openxmlformats.org/drawingml/2006/main" noGrp="1"/>
          </p:cNvSpPr>
          <p:nvPr/>
        </p:nvSpPr>
        <p:spPr>
          <a:xfrm xmlns:a="http://schemas.openxmlformats.org/drawingml/2006/main">
            <a:off x="234315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2A5B84"/>
                </a:solidFill>
                <a:latin typeface="Arial"/>
                <a:ea typeface="Arial"/>
                <a:cs typeface="Arial"/>
              </a:rPr>
              <a:t>AFTER EDIT</a:t>
            </a:r>
            <a:endParaRPr sz="1300"/>
          </a:p>
        </p:txBody>
      </p:sp>
      <p:sp>
        <p:nvSpPr>
          <p:cNvPr id="17" name="Shape 17">
            <a:extLst xmlns:a="http://schemas.openxmlformats.org/drawingml/2006/main">
              <a:ext uri="{FF2B5EF4-FFF2-40B4-BE49-F238E27FC236}">
                <a16:creationId xmlns:a16="http://schemas.microsoft.com/office/drawing/2014/main" id="{1FED255A-B630-494C-B55B-D9EBF661CE0B}"/>
              </a:ext>
            </a:extLst>
          </p:cNvPr>
          <p:cNvSpPr>
            <a:spLocks xmlns:a="http://schemas.openxmlformats.org/drawingml/2006/main" noGrp="1"/>
          </p:cNvSpPr>
          <p:nvPr/>
        </p:nvSpPr>
        <p:spPr>
          <a:xfrm xmlns:a="http://schemas.openxmlformats.org/drawingml/2006/main">
            <a:off x="285750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76" name="Picture 18"/>
          <p:cNvPicPr>
            <a:picLocks xmlns:a="http://schemas.openxmlformats.org/drawingml/2006/main" noChangeAspect="1"/>
          </p:cNvPicPr>
          <p:nvPr/>
        </p:nvPicPr>
        <p:blipFill>
          <a:blip xmlns:r="http://schemas.openxmlformats.org/officeDocument/2006/relationships" xmlns:a="http://schemas.openxmlformats.org/drawingml/2006/main" r:embed="R8a1736016935466f"/>
          <a:stretch xmlns:a="http://schemas.openxmlformats.org/drawingml/2006/main">
            <a:fillRect l="0" t="0" r="0" b="0"/>
          </a:stretch>
        </p:blipFill>
        <p:spPr>
          <a:xfrm xmlns:a="http://schemas.openxmlformats.org/drawingml/2006/main">
            <a:off x="2971800" y="2686050"/>
            <a:ext cx="228600" cy="228600"/>
          </a:xfrm>
          <a:prstGeom xmlns:a="http://schemas.openxmlformats.org/drawingml/2006/main" prst="rect">
            <a:avLst/>
          </a:prstGeom>
          <a:ln xmlns:a="http://schemas.openxmlformats.org/drawingml/2006/main">
            <a:noFill/>
          </a:ln>
        </p:spPr>
      </p:pic>
      <p:sp>
        <p:nvSpPr>
          <p:cNvPr id="19" name="Text 19">
            <a:extLst xmlns:a="http://schemas.openxmlformats.org/drawingml/2006/main">
              <a:ext uri="{FF2B5EF4-FFF2-40B4-BE49-F238E27FC236}">
                <a16:creationId xmlns:a16="http://schemas.microsoft.com/office/drawing/2014/main" id="{F631BB7C-2D62-4A6D-AFAE-59F48833A55A}"/>
              </a:ext>
            </a:extLst>
          </p:cNvPr>
          <p:cNvSpPr>
            <a:spLocks xmlns:a="http://schemas.openxmlformats.org/drawingml/2006/main" noGrp="1"/>
          </p:cNvSpPr>
          <p:nvPr/>
        </p:nvSpPr>
        <p:spPr>
          <a:xfrm xmlns:a="http://schemas.openxmlformats.org/drawingml/2006/main">
            <a:off x="234315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Earliest supported</a:t>
            </a:r>
            <a:endParaRPr sz="1300"/>
          </a:p>
          <a:p xmlns:a="http://schemas.openxmlformats.org/drawingml/2006/main">
            <a:pPr algn="ctr">
              <a:buNone/>
            </a:pPr>
            <a:r>
              <a:rPr sz="1300" b="0">
                <a:solidFill>
                  <a:srgbClr val="17212B"/>
                </a:solidFill>
                <a:latin typeface="Arial"/>
                <a:ea typeface="Arial"/>
                <a:cs typeface="Arial"/>
              </a:rPr>
              <a:t>quality hook</a:t>
            </a:r>
            <a:endParaRPr sz="1300"/>
          </a:p>
        </p:txBody>
      </p:sp>
      <p:sp>
        <p:nvSpPr>
          <p:cNvPr id="20" name="Text 20">
            <a:extLst xmlns:a="http://schemas.openxmlformats.org/drawingml/2006/main">
              <a:ext uri="{FF2B5EF4-FFF2-40B4-BE49-F238E27FC236}">
                <a16:creationId xmlns:a16="http://schemas.microsoft.com/office/drawing/2014/main" id="{224C8AD2-1AA0-4629-BA1D-6977E78772DD}"/>
              </a:ext>
            </a:extLst>
          </p:cNvPr>
          <p:cNvSpPr>
            <a:spLocks xmlns:a="http://schemas.openxmlformats.org/drawingml/2006/main" noGrp="1"/>
          </p:cNvSpPr>
          <p:nvPr/>
        </p:nvSpPr>
        <p:spPr>
          <a:xfrm xmlns:a="http://schemas.openxmlformats.org/drawingml/2006/main">
            <a:off x="238125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5D6873"/>
                </a:solidFill>
                <a:latin typeface="Arial"/>
                <a:ea typeface="Arial"/>
                <a:cs typeface="Arial"/>
              </a:rPr>
              <a:t>HARNESS ROADMAP</a:t>
            </a:r>
            <a:endParaRPr sz="900"/>
          </a:p>
        </p:txBody>
      </p:sp>
      <p:sp>
        <p:nvSpPr>
          <p:cNvPr id="21" name="Shape 21">
            <a:extLst xmlns:a="http://schemas.openxmlformats.org/drawingml/2006/main">
              <a:ext uri="{FF2B5EF4-FFF2-40B4-BE49-F238E27FC236}">
                <a16:creationId xmlns:a16="http://schemas.microsoft.com/office/drawing/2014/main" id="{945B2D9D-5714-4430-8184-C789DEF225C6}"/>
              </a:ext>
            </a:extLst>
          </p:cNvPr>
          <p:cNvSpPr>
            <a:spLocks xmlns:a="http://schemas.openxmlformats.org/drawingml/2006/main" noGrp="1"/>
          </p:cNvSpPr>
          <p:nvPr/>
        </p:nvSpPr>
        <p:spPr>
          <a:xfrm xmlns:a="http://schemas.openxmlformats.org/drawingml/2006/main">
            <a:off x="4038600" y="2114550"/>
            <a:ext cx="1714500" cy="19050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2A5B84"/>
            </a:solidFill>
          </a:ln>
        </p:spPr>
      </p:sp>
      <p:sp>
        <p:nvSpPr>
          <p:cNvPr id="22" name="Text 22">
            <a:extLst xmlns:a="http://schemas.openxmlformats.org/drawingml/2006/main">
              <a:ext uri="{FF2B5EF4-FFF2-40B4-BE49-F238E27FC236}">
                <a16:creationId xmlns:a16="http://schemas.microsoft.com/office/drawing/2014/main" id="{BEDD51B0-F5BB-4E77-A883-C70CA74311C6}"/>
              </a:ext>
            </a:extLst>
          </p:cNvPr>
          <p:cNvSpPr>
            <a:spLocks xmlns:a="http://schemas.openxmlformats.org/drawingml/2006/main" noGrp="1"/>
          </p:cNvSpPr>
          <p:nvPr/>
        </p:nvSpPr>
        <p:spPr>
          <a:xfrm xmlns:a="http://schemas.openxmlformats.org/drawingml/2006/main">
            <a:off x="415290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2A5B84"/>
                </a:solidFill>
                <a:latin typeface="Arial"/>
                <a:ea typeface="Arial"/>
                <a:cs typeface="Arial"/>
              </a:rPr>
              <a:t>PRE-COMMIT</a:t>
            </a:r>
            <a:endParaRPr sz="1300"/>
          </a:p>
        </p:txBody>
      </p:sp>
      <p:sp>
        <p:nvSpPr>
          <p:cNvPr id="23" name="Shape 23">
            <a:extLst xmlns:a="http://schemas.openxmlformats.org/drawingml/2006/main">
              <a:ext uri="{FF2B5EF4-FFF2-40B4-BE49-F238E27FC236}">
                <a16:creationId xmlns:a16="http://schemas.microsoft.com/office/drawing/2014/main" id="{3F02B2D9-064E-4282-9846-32A9FE27A606}"/>
              </a:ext>
            </a:extLst>
          </p:cNvPr>
          <p:cNvSpPr>
            <a:spLocks xmlns:a="http://schemas.openxmlformats.org/drawingml/2006/main" noGrp="1"/>
          </p:cNvSpPr>
          <p:nvPr/>
        </p:nvSpPr>
        <p:spPr>
          <a:xfrm xmlns:a="http://schemas.openxmlformats.org/drawingml/2006/main">
            <a:off x="466725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82" name="Picture 24"/>
          <p:cNvPicPr>
            <a:picLocks xmlns:a="http://schemas.openxmlformats.org/drawingml/2006/main" noChangeAspect="1"/>
          </p:cNvPicPr>
          <p:nvPr/>
        </p:nvPicPr>
        <p:blipFill>
          <a:blip xmlns:r="http://schemas.openxmlformats.org/officeDocument/2006/relationships" xmlns:a="http://schemas.openxmlformats.org/drawingml/2006/main" r:embed="Rbcd9804c184e4d0f"/>
          <a:stretch xmlns:a="http://schemas.openxmlformats.org/drawingml/2006/main">
            <a:fillRect l="0" t="0" r="0" b="0"/>
          </a:stretch>
        </p:blipFill>
        <p:spPr>
          <a:xfrm xmlns:a="http://schemas.openxmlformats.org/drawingml/2006/main">
            <a:off x="4781550" y="2686050"/>
            <a:ext cx="228600" cy="228600"/>
          </a:xfrm>
          <a:prstGeom xmlns:a="http://schemas.openxmlformats.org/drawingml/2006/main" prst="rect">
            <a:avLst/>
          </a:prstGeom>
          <a:ln xmlns:a="http://schemas.openxmlformats.org/drawingml/2006/main">
            <a:noFill/>
          </a:ln>
        </p:spPr>
      </p:pic>
      <p:sp>
        <p:nvSpPr>
          <p:cNvPr id="25" name="Text 25">
            <a:extLst xmlns:a="http://schemas.openxmlformats.org/drawingml/2006/main">
              <a:ext uri="{FF2B5EF4-FFF2-40B4-BE49-F238E27FC236}">
                <a16:creationId xmlns:a16="http://schemas.microsoft.com/office/drawing/2014/main" id="{C1D531F8-B909-4756-AA48-6B4A1FCDFC1A}"/>
              </a:ext>
            </a:extLst>
          </p:cNvPr>
          <p:cNvSpPr>
            <a:spLocks xmlns:a="http://schemas.openxmlformats.org/drawingml/2006/main" noGrp="1"/>
          </p:cNvSpPr>
          <p:nvPr/>
        </p:nvSpPr>
        <p:spPr>
          <a:xfrm xmlns:a="http://schemas.openxmlformats.org/drawingml/2006/main">
            <a:off x="415290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Shared lint and</a:t>
            </a:r>
            <a:endParaRPr sz="1300"/>
          </a:p>
          <a:p xmlns:a="http://schemas.openxmlformats.org/drawingml/2006/main">
            <a:pPr algn="ctr">
              <a:buNone/>
            </a:pPr>
            <a:r>
              <a:rPr sz="1300" b="0">
                <a:solidFill>
                  <a:srgbClr val="17212B"/>
                </a:solidFill>
                <a:latin typeface="Arial"/>
                <a:ea typeface="Arial"/>
                <a:cs typeface="Arial"/>
              </a:rPr>
              <a:t>type-check command</a:t>
            </a:r>
            <a:endParaRPr sz="1300"/>
          </a:p>
        </p:txBody>
      </p:sp>
      <p:sp>
        <p:nvSpPr>
          <p:cNvPr id="26" name="Text 26">
            <a:extLst xmlns:a="http://schemas.openxmlformats.org/drawingml/2006/main">
              <a:ext uri="{FF2B5EF4-FFF2-40B4-BE49-F238E27FC236}">
                <a16:creationId xmlns:a16="http://schemas.microsoft.com/office/drawing/2014/main" id="{4CE036A9-F731-4A36-9562-CFB6DF363C9E}"/>
              </a:ext>
            </a:extLst>
          </p:cNvPr>
          <p:cNvSpPr>
            <a:spLocks xmlns:a="http://schemas.openxmlformats.org/drawingml/2006/main" noGrp="1"/>
          </p:cNvSpPr>
          <p:nvPr/>
        </p:nvSpPr>
        <p:spPr>
          <a:xfrm xmlns:a="http://schemas.openxmlformats.org/drawingml/2006/main">
            <a:off x="419100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5D6873"/>
                </a:solidFill>
                <a:latin typeface="Arial"/>
                <a:ea typeface="Arial"/>
                <a:cs typeface="Arial"/>
              </a:rPr>
              <a:t>HARNESS ROADMAP</a:t>
            </a:r>
            <a:endParaRPr sz="900"/>
          </a:p>
        </p:txBody>
      </p:sp>
      <p:sp>
        <p:nvSpPr>
          <p:cNvPr id="27" name="Shape 27">
            <a:extLst xmlns:a="http://schemas.openxmlformats.org/drawingml/2006/main">
              <a:ext uri="{FF2B5EF4-FFF2-40B4-BE49-F238E27FC236}">
                <a16:creationId xmlns:a16="http://schemas.microsoft.com/office/drawing/2014/main" id="{E4AD37EB-1BD8-436A-A90E-7951CF4F95AF}"/>
              </a:ext>
            </a:extLst>
          </p:cNvPr>
          <p:cNvSpPr>
            <a:spLocks xmlns:a="http://schemas.openxmlformats.org/drawingml/2006/main" noGrp="1"/>
          </p:cNvSpPr>
          <p:nvPr/>
        </p:nvSpPr>
        <p:spPr>
          <a:xfrm xmlns:a="http://schemas.openxmlformats.org/drawingml/2006/main">
            <a:off x="5848350" y="2114550"/>
            <a:ext cx="1714500" cy="1905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1F7A5A"/>
            </a:solidFill>
          </a:ln>
        </p:spPr>
      </p:sp>
      <p:sp>
        <p:nvSpPr>
          <p:cNvPr id="28" name="Text 28">
            <a:extLst xmlns:a="http://schemas.openxmlformats.org/drawingml/2006/main">
              <a:ext uri="{FF2B5EF4-FFF2-40B4-BE49-F238E27FC236}">
                <a16:creationId xmlns:a16="http://schemas.microsoft.com/office/drawing/2014/main" id="{6BB042A6-6A8D-47C0-B56B-92958920989E}"/>
              </a:ext>
            </a:extLst>
          </p:cNvPr>
          <p:cNvSpPr>
            <a:spLocks xmlns:a="http://schemas.openxmlformats.org/drawingml/2006/main" noGrp="1"/>
          </p:cNvSpPr>
          <p:nvPr/>
        </p:nvSpPr>
        <p:spPr>
          <a:xfrm xmlns:a="http://schemas.openxmlformats.org/drawingml/2006/main">
            <a:off x="596265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F7A5A"/>
                </a:solidFill>
                <a:latin typeface="Arial"/>
                <a:ea typeface="Arial"/>
                <a:cs typeface="Arial"/>
              </a:rPr>
              <a:t>PR CHECKS</a:t>
            </a:r>
            <a:endParaRPr sz="1300"/>
          </a:p>
        </p:txBody>
      </p:sp>
      <p:sp>
        <p:nvSpPr>
          <p:cNvPr id="29" name="Shape 29">
            <a:extLst xmlns:a="http://schemas.openxmlformats.org/drawingml/2006/main">
              <a:ext uri="{FF2B5EF4-FFF2-40B4-BE49-F238E27FC236}">
                <a16:creationId xmlns:a16="http://schemas.microsoft.com/office/drawing/2014/main" id="{AD4FFE32-5745-4FBD-96EE-FDF642B73AF6}"/>
              </a:ext>
            </a:extLst>
          </p:cNvPr>
          <p:cNvSpPr>
            <a:spLocks xmlns:a="http://schemas.openxmlformats.org/drawingml/2006/main" noGrp="1"/>
          </p:cNvSpPr>
          <p:nvPr/>
        </p:nvSpPr>
        <p:spPr>
          <a:xfrm xmlns:a="http://schemas.openxmlformats.org/drawingml/2006/main">
            <a:off x="647700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88" name="Picture 30"/>
          <p:cNvPicPr>
            <a:picLocks xmlns:a="http://schemas.openxmlformats.org/drawingml/2006/main" noChangeAspect="1"/>
          </p:cNvPicPr>
          <p:nvPr/>
        </p:nvPicPr>
        <p:blipFill>
          <a:blip xmlns:r="http://schemas.openxmlformats.org/officeDocument/2006/relationships" xmlns:a="http://schemas.openxmlformats.org/drawingml/2006/main" r:embed="R5519b945deaa47ea"/>
          <a:stretch xmlns:a="http://schemas.openxmlformats.org/drawingml/2006/main">
            <a:fillRect l="0" t="0" r="0" b="0"/>
          </a:stretch>
        </p:blipFill>
        <p:spPr>
          <a:xfrm xmlns:a="http://schemas.openxmlformats.org/drawingml/2006/main">
            <a:off x="6591300" y="2686050"/>
            <a:ext cx="228600" cy="228600"/>
          </a:xfrm>
          <a:prstGeom xmlns:a="http://schemas.openxmlformats.org/drawingml/2006/main" prst="rect">
            <a:avLst/>
          </a:prstGeom>
          <a:ln xmlns:a="http://schemas.openxmlformats.org/drawingml/2006/main">
            <a:noFill/>
          </a:ln>
        </p:spPr>
      </p:pic>
      <p:sp>
        <p:nvSpPr>
          <p:cNvPr id="31" name="Text 31">
            <a:extLst xmlns:a="http://schemas.openxmlformats.org/drawingml/2006/main">
              <a:ext uri="{FF2B5EF4-FFF2-40B4-BE49-F238E27FC236}">
                <a16:creationId xmlns:a16="http://schemas.microsoft.com/office/drawing/2014/main" id="{A315BACA-367F-4E79-8B49-E78873E937F1}"/>
              </a:ext>
            </a:extLst>
          </p:cNvPr>
          <p:cNvSpPr>
            <a:spLocks xmlns:a="http://schemas.openxmlformats.org/drawingml/2006/main" noGrp="1"/>
          </p:cNvSpPr>
          <p:nvPr/>
        </p:nvSpPr>
        <p:spPr>
          <a:xfrm xmlns:a="http://schemas.openxmlformats.org/drawingml/2006/main">
            <a:off x="596265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Design map, tests,</a:t>
            </a:r>
            <a:endParaRPr sz="1300"/>
          </a:p>
          <a:p xmlns:a="http://schemas.openxmlformats.org/drawingml/2006/main">
            <a:pPr algn="ctr">
              <a:buNone/>
            </a:pPr>
            <a:r>
              <a:rPr sz="1300" b="0">
                <a:solidFill>
                  <a:srgbClr val="17212B"/>
                </a:solidFill>
                <a:latin typeface="Arial"/>
                <a:ea typeface="Arial"/>
                <a:cs typeface="Arial"/>
              </a:rPr>
              <a:t>security and E2E</a:t>
            </a:r>
            <a:endParaRPr sz="1300"/>
          </a:p>
        </p:txBody>
      </p:sp>
      <p:sp>
        <p:nvSpPr>
          <p:cNvPr id="32" name="Text 32">
            <a:extLst xmlns:a="http://schemas.openxmlformats.org/drawingml/2006/main">
              <a:ext uri="{FF2B5EF4-FFF2-40B4-BE49-F238E27FC236}">
                <a16:creationId xmlns:a16="http://schemas.microsoft.com/office/drawing/2014/main" id="{11455369-55AD-4711-A24B-3BD3FBC05681}"/>
              </a:ext>
            </a:extLst>
          </p:cNvPr>
          <p:cNvSpPr>
            <a:spLocks xmlns:a="http://schemas.openxmlformats.org/drawingml/2006/main" noGrp="1"/>
          </p:cNvSpPr>
          <p:nvPr/>
        </p:nvSpPr>
        <p:spPr>
          <a:xfrm xmlns:a="http://schemas.openxmlformats.org/drawingml/2006/main">
            <a:off x="600075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1F7A5A"/>
                </a:solidFill>
                <a:latin typeface="Arial"/>
                <a:ea typeface="Arial"/>
                <a:cs typeface="Arial"/>
              </a:rPr>
              <a:t>CURRENT</a:t>
            </a:r>
            <a:endParaRPr sz="900"/>
          </a:p>
        </p:txBody>
      </p:sp>
      <p:sp>
        <p:nvSpPr>
          <p:cNvPr id="33" name="Shape 33">
            <a:extLst xmlns:a="http://schemas.openxmlformats.org/drawingml/2006/main">
              <a:ext uri="{FF2B5EF4-FFF2-40B4-BE49-F238E27FC236}">
                <a16:creationId xmlns:a16="http://schemas.microsoft.com/office/drawing/2014/main" id="{F58BB7FC-7357-4605-920D-06AF0F06C94A}"/>
              </a:ext>
            </a:extLst>
          </p:cNvPr>
          <p:cNvSpPr>
            <a:spLocks xmlns:a="http://schemas.openxmlformats.org/drawingml/2006/main" noGrp="1"/>
          </p:cNvSpPr>
          <p:nvPr/>
        </p:nvSpPr>
        <p:spPr>
          <a:xfrm xmlns:a="http://schemas.openxmlformats.org/drawingml/2006/main">
            <a:off x="7658100" y="2114550"/>
            <a:ext cx="1714500" cy="1905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B46B13"/>
            </a:solidFill>
          </a:ln>
        </p:spPr>
      </p:sp>
      <p:sp>
        <p:nvSpPr>
          <p:cNvPr id="34" name="Text 34">
            <a:extLst xmlns:a="http://schemas.openxmlformats.org/drawingml/2006/main">
              <a:ext uri="{FF2B5EF4-FFF2-40B4-BE49-F238E27FC236}">
                <a16:creationId xmlns:a16="http://schemas.microsoft.com/office/drawing/2014/main" id="{7F93B507-F8BF-49BE-8F73-9C3870A7B412}"/>
              </a:ext>
            </a:extLst>
          </p:cNvPr>
          <p:cNvSpPr>
            <a:spLocks xmlns:a="http://schemas.openxmlformats.org/drawingml/2006/main" noGrp="1"/>
          </p:cNvSpPr>
          <p:nvPr/>
        </p:nvSpPr>
        <p:spPr>
          <a:xfrm xmlns:a="http://schemas.openxmlformats.org/drawingml/2006/main">
            <a:off x="777240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B46B13"/>
                </a:solidFill>
                <a:latin typeface="Arial"/>
                <a:ea typeface="Arial"/>
                <a:cs typeface="Arial"/>
              </a:rPr>
              <a:t>FROZEN HEAD</a:t>
            </a:r>
            <a:endParaRPr sz="1300"/>
          </a:p>
        </p:txBody>
      </p:sp>
      <p:sp>
        <p:nvSpPr>
          <p:cNvPr id="35" name="Shape 35">
            <a:extLst xmlns:a="http://schemas.openxmlformats.org/drawingml/2006/main">
              <a:ext uri="{FF2B5EF4-FFF2-40B4-BE49-F238E27FC236}">
                <a16:creationId xmlns:a16="http://schemas.microsoft.com/office/drawing/2014/main" id="{C5D161A1-0979-4ADF-870C-6CC50E10CBA3}"/>
              </a:ext>
            </a:extLst>
          </p:cNvPr>
          <p:cNvSpPr>
            <a:spLocks xmlns:a="http://schemas.openxmlformats.org/drawingml/2006/main" noGrp="1"/>
          </p:cNvSpPr>
          <p:nvPr/>
        </p:nvSpPr>
        <p:spPr>
          <a:xfrm xmlns:a="http://schemas.openxmlformats.org/drawingml/2006/main">
            <a:off x="828675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B46B13"/>
            </a:solidFill>
          </a:ln>
        </p:spPr>
      </p:sp>
      <p:pic>
        <p:nvPicPr>
          <p:cNvPr id="94" name="Picture 36"/>
          <p:cNvPicPr>
            <a:picLocks xmlns:a="http://schemas.openxmlformats.org/drawingml/2006/main" noChangeAspect="1"/>
          </p:cNvPicPr>
          <p:nvPr/>
        </p:nvPicPr>
        <p:blipFill>
          <a:blip xmlns:r="http://schemas.openxmlformats.org/officeDocument/2006/relationships" xmlns:a="http://schemas.openxmlformats.org/drawingml/2006/main" r:embed="Rb3f4df403df44c5c"/>
          <a:stretch xmlns:a="http://schemas.openxmlformats.org/drawingml/2006/main">
            <a:fillRect l="0" t="0" r="0" b="0"/>
          </a:stretch>
        </p:blipFill>
        <p:spPr>
          <a:xfrm xmlns:a="http://schemas.openxmlformats.org/drawingml/2006/main">
            <a:off x="8401050" y="2686050"/>
            <a:ext cx="228600" cy="228600"/>
          </a:xfrm>
          <a:prstGeom xmlns:a="http://schemas.openxmlformats.org/drawingml/2006/main" prst="rect">
            <a:avLst/>
          </a:prstGeom>
          <a:ln xmlns:a="http://schemas.openxmlformats.org/drawingml/2006/main">
            <a:noFill/>
          </a:ln>
        </p:spPr>
      </p:pic>
      <p:sp>
        <p:nvSpPr>
          <p:cNvPr id="37" name="Text 37">
            <a:extLst xmlns:a="http://schemas.openxmlformats.org/drawingml/2006/main">
              <a:ext uri="{FF2B5EF4-FFF2-40B4-BE49-F238E27FC236}">
                <a16:creationId xmlns:a16="http://schemas.microsoft.com/office/drawing/2014/main" id="{D4B3A942-0900-4083-89B5-986AC1D707A5}"/>
              </a:ext>
            </a:extLst>
          </p:cNvPr>
          <p:cNvSpPr>
            <a:spLocks xmlns:a="http://schemas.openxmlformats.org/drawingml/2006/main" noGrp="1"/>
          </p:cNvSpPr>
          <p:nvPr/>
        </p:nvSpPr>
        <p:spPr>
          <a:xfrm xmlns:a="http://schemas.openxmlformats.org/drawingml/2006/main">
            <a:off x="777240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One current-SHA</a:t>
            </a:r>
            <a:endParaRPr sz="1300"/>
          </a:p>
          <a:p xmlns:a="http://schemas.openxmlformats.org/drawingml/2006/main">
            <a:pPr algn="ctr">
              <a:buNone/>
            </a:pPr>
            <a:r>
              <a:rPr sz="1300" b="0">
                <a:solidFill>
                  <a:srgbClr val="17212B"/>
                </a:solidFill>
                <a:latin typeface="Arial"/>
                <a:ea typeface="Arial"/>
                <a:cs typeface="Arial"/>
              </a:rPr>
              <a:t>Codex review</a:t>
            </a:r>
            <a:endParaRPr sz="1300"/>
          </a:p>
        </p:txBody>
      </p:sp>
      <p:sp>
        <p:nvSpPr>
          <p:cNvPr id="38" name="Text 38">
            <a:extLst xmlns:a="http://schemas.openxmlformats.org/drawingml/2006/main">
              <a:ext uri="{FF2B5EF4-FFF2-40B4-BE49-F238E27FC236}">
                <a16:creationId xmlns:a16="http://schemas.microsoft.com/office/drawing/2014/main" id="{CBD0F1E5-9148-4870-84F5-13C937B653EF}"/>
              </a:ext>
            </a:extLst>
          </p:cNvPr>
          <p:cNvSpPr>
            <a:spLocks xmlns:a="http://schemas.openxmlformats.org/drawingml/2006/main" noGrp="1"/>
          </p:cNvSpPr>
          <p:nvPr/>
        </p:nvSpPr>
        <p:spPr>
          <a:xfrm xmlns:a="http://schemas.openxmlformats.org/drawingml/2006/main">
            <a:off x="781050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1F7A5A"/>
                </a:solidFill>
                <a:latin typeface="Arial"/>
                <a:ea typeface="Arial"/>
                <a:cs typeface="Arial"/>
              </a:rPr>
              <a:t>CURRENT</a:t>
            </a:r>
            <a:endParaRPr sz="900"/>
          </a:p>
        </p:txBody>
      </p:sp>
      <p:sp>
        <p:nvSpPr>
          <p:cNvPr id="39" name="Shape 39">
            <a:extLst xmlns:a="http://schemas.openxmlformats.org/drawingml/2006/main">
              <a:ext uri="{FF2B5EF4-FFF2-40B4-BE49-F238E27FC236}">
                <a16:creationId xmlns:a16="http://schemas.microsoft.com/office/drawing/2014/main" id="{4F2D929E-12A0-4A6F-BCD6-526617EDF423}"/>
              </a:ext>
            </a:extLst>
          </p:cNvPr>
          <p:cNvSpPr>
            <a:spLocks xmlns:a="http://schemas.openxmlformats.org/drawingml/2006/main" noGrp="1"/>
          </p:cNvSpPr>
          <p:nvPr/>
        </p:nvSpPr>
        <p:spPr>
          <a:xfrm xmlns:a="http://schemas.openxmlformats.org/drawingml/2006/main">
            <a:off x="9467850" y="2114550"/>
            <a:ext cx="1714500" cy="1905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D71920"/>
            </a:solidFill>
          </a:ln>
        </p:spPr>
      </p:sp>
      <p:sp>
        <p:nvSpPr>
          <p:cNvPr id="40" name="Text 40">
            <a:extLst xmlns:a="http://schemas.openxmlformats.org/drawingml/2006/main">
              <a:ext uri="{FF2B5EF4-FFF2-40B4-BE49-F238E27FC236}">
                <a16:creationId xmlns:a16="http://schemas.microsoft.com/office/drawing/2014/main" id="{FDE306E9-43D5-4CA8-B716-95C38A8E69EC}"/>
              </a:ext>
            </a:extLst>
          </p:cNvPr>
          <p:cNvSpPr>
            <a:spLocks xmlns:a="http://schemas.openxmlformats.org/drawingml/2006/main" noGrp="1"/>
          </p:cNvSpPr>
          <p:nvPr/>
        </p:nvSpPr>
        <p:spPr>
          <a:xfrm xmlns:a="http://schemas.openxmlformats.org/drawingml/2006/main">
            <a:off x="958215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D71920"/>
                </a:solidFill>
                <a:latin typeface="Arial"/>
                <a:ea typeface="Arial"/>
                <a:cs typeface="Arial"/>
              </a:rPr>
              <a:t>ACCEPT</a:t>
            </a:r>
            <a:endParaRPr sz="1300"/>
          </a:p>
        </p:txBody>
      </p:sp>
      <p:sp>
        <p:nvSpPr>
          <p:cNvPr id="41" name="Shape 41">
            <a:extLst xmlns:a="http://schemas.openxmlformats.org/drawingml/2006/main">
              <a:ext uri="{FF2B5EF4-FFF2-40B4-BE49-F238E27FC236}">
                <a16:creationId xmlns:a16="http://schemas.microsoft.com/office/drawing/2014/main" id="{5F964D2B-D71A-4614-BBB5-AC2FB0C879A8}"/>
              </a:ext>
            </a:extLst>
          </p:cNvPr>
          <p:cNvSpPr>
            <a:spLocks xmlns:a="http://schemas.openxmlformats.org/drawingml/2006/main" noGrp="1"/>
          </p:cNvSpPr>
          <p:nvPr/>
        </p:nvSpPr>
        <p:spPr>
          <a:xfrm xmlns:a="http://schemas.openxmlformats.org/drawingml/2006/main">
            <a:off x="1009650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D71920"/>
            </a:solidFill>
          </a:ln>
        </p:spPr>
      </p:sp>
      <p:pic>
        <p:nvPicPr>
          <p:cNvPr id="100" name="Picture 42"/>
          <p:cNvPicPr>
            <a:picLocks xmlns:a="http://schemas.openxmlformats.org/drawingml/2006/main" noChangeAspect="1"/>
          </p:cNvPicPr>
          <p:nvPr/>
        </p:nvPicPr>
        <p:blipFill>
          <a:blip xmlns:r="http://schemas.openxmlformats.org/officeDocument/2006/relationships" xmlns:a="http://schemas.openxmlformats.org/drawingml/2006/main" r:embed="Rf80c395cc841465d"/>
          <a:stretch xmlns:a="http://schemas.openxmlformats.org/drawingml/2006/main">
            <a:fillRect l="0" t="0" r="0" b="0"/>
          </a:stretch>
        </p:blipFill>
        <p:spPr>
          <a:xfrm xmlns:a="http://schemas.openxmlformats.org/drawingml/2006/main">
            <a:off x="10210800" y="2686050"/>
            <a:ext cx="228600" cy="228600"/>
          </a:xfrm>
          <a:prstGeom xmlns:a="http://schemas.openxmlformats.org/drawingml/2006/main" prst="rect">
            <a:avLst/>
          </a:prstGeom>
          <a:ln xmlns:a="http://schemas.openxmlformats.org/drawingml/2006/main">
            <a:noFill/>
          </a:ln>
        </p:spPr>
      </p:pic>
      <p:sp>
        <p:nvSpPr>
          <p:cNvPr id="43" name="Text 43">
            <a:extLst xmlns:a="http://schemas.openxmlformats.org/drawingml/2006/main">
              <a:ext uri="{FF2B5EF4-FFF2-40B4-BE49-F238E27FC236}">
                <a16:creationId xmlns:a16="http://schemas.microsoft.com/office/drawing/2014/main" id="{85AF171E-7CC0-4491-9F6A-570C990E8F02}"/>
              </a:ext>
            </a:extLst>
          </p:cNvPr>
          <p:cNvSpPr>
            <a:spLocks xmlns:a="http://schemas.openxmlformats.org/drawingml/2006/main" noGrp="1"/>
          </p:cNvSpPr>
          <p:nvPr/>
        </p:nvSpPr>
        <p:spPr>
          <a:xfrm xmlns:a="http://schemas.openxmlformats.org/drawingml/2006/main">
            <a:off x="958215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Human merge with</a:t>
            </a:r>
            <a:endParaRPr sz="1300"/>
          </a:p>
          <a:p xmlns:a="http://schemas.openxmlformats.org/drawingml/2006/main">
            <a:pPr algn="ctr">
              <a:buNone/>
            </a:pPr>
            <a:r>
              <a:rPr sz="1300" b="0">
                <a:solidFill>
                  <a:srgbClr val="17212B"/>
                </a:solidFill>
                <a:latin typeface="Arial"/>
                <a:ea typeface="Arial"/>
                <a:cs typeface="Arial"/>
              </a:rPr>
              <a:t>expected head SHA</a:t>
            </a:r>
            <a:endParaRPr sz="1300"/>
          </a:p>
        </p:txBody>
      </p:sp>
      <p:sp>
        <p:nvSpPr>
          <p:cNvPr id="44" name="Text 44">
            <a:extLst xmlns:a="http://schemas.openxmlformats.org/drawingml/2006/main">
              <a:ext uri="{FF2B5EF4-FFF2-40B4-BE49-F238E27FC236}">
                <a16:creationId xmlns:a16="http://schemas.microsoft.com/office/drawing/2014/main" id="{DFE82AAB-8F14-4BE5-904D-2D6271324ACB}"/>
              </a:ext>
            </a:extLst>
          </p:cNvPr>
          <p:cNvSpPr>
            <a:spLocks xmlns:a="http://schemas.openxmlformats.org/drawingml/2006/main" noGrp="1"/>
          </p:cNvSpPr>
          <p:nvPr/>
        </p:nvSpPr>
        <p:spPr>
          <a:xfrm xmlns:a="http://schemas.openxmlformats.org/drawingml/2006/main">
            <a:off x="962025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1F7A5A"/>
                </a:solidFill>
                <a:latin typeface="Arial"/>
                <a:ea typeface="Arial"/>
                <a:cs typeface="Arial"/>
              </a:rPr>
              <a:t>CURRENT</a:t>
            </a:r>
            <a:endParaRPr sz="900"/>
          </a:p>
        </p:txBody>
      </p:sp>
      <p:sp>
        <p:nvSpPr>
          <p:cNvPr id="45" name="Connector 45">
            <a:extLst xmlns:a="http://schemas.openxmlformats.org/drawingml/2006/main">
              <a:ext uri="{FF2B5EF4-FFF2-40B4-BE49-F238E27FC236}">
                <a16:creationId xmlns:a16="http://schemas.microsoft.com/office/drawing/2014/main" id="{5BF5235F-DE09-4F67-A9C2-E10CED77FE5B}"/>
              </a:ext>
            </a:extLst>
          </p:cNvPr>
          <p:cNvSpPr>
            <a:spLocks xmlns:a="http://schemas.openxmlformats.org/drawingml/2006/main" noGrp="1"/>
          </p:cNvSpPr>
          <p:nvPr/>
        </p:nvSpPr>
        <p:spPr>
          <a:xfrm xmlns:a="http://schemas.openxmlformats.org/drawingml/2006/main">
            <a:off x="10325100" y="4171950"/>
            <a:ext cx="0" cy="990600"/>
          </a:xfrm>
          <a:prstGeom xmlns:a="http://schemas.openxmlformats.org/drawingml/2006/main" prst="line">
            <a:avLst/>
          </a:prstGeom>
          <a:ln xmlns:a="http://schemas.openxmlformats.org/drawingml/2006/main" w="25400">
            <a:solidFill>
              <a:srgbClr val="5D6873"/>
            </a:solidFill>
          </a:ln>
        </p:spPr>
      </p:sp>
      <p:sp>
        <p:nvSpPr>
          <p:cNvPr id="46" name="Connector 46">
            <a:extLst xmlns:a="http://schemas.openxmlformats.org/drawingml/2006/main">
              <a:ext uri="{FF2B5EF4-FFF2-40B4-BE49-F238E27FC236}">
                <a16:creationId xmlns:a16="http://schemas.microsoft.com/office/drawing/2014/main" id="{B59F26B1-E36B-4E94-B630-A41BE2FFED56}"/>
              </a:ext>
            </a:extLst>
          </p:cNvPr>
          <p:cNvSpPr>
            <a:spLocks xmlns:a="http://schemas.openxmlformats.org/drawingml/2006/main" noGrp="1"/>
          </p:cNvSpPr>
          <p:nvPr/>
        </p:nvSpPr>
        <p:spPr>
          <a:xfrm xmlns:a="http://schemas.openxmlformats.org/drawingml/2006/main" flipH="1">
            <a:off x="3086100" y="5162550"/>
            <a:ext cx="7239000" cy="0"/>
          </a:xfrm>
          <a:prstGeom xmlns:a="http://schemas.openxmlformats.org/drawingml/2006/main" prst="line">
            <a:avLst/>
          </a:prstGeom>
          <a:ln xmlns:a="http://schemas.openxmlformats.org/drawingml/2006/main" w="25400">
            <a:solidFill>
              <a:srgbClr val="5D6873"/>
            </a:solidFill>
          </a:ln>
        </p:spPr>
      </p:sp>
      <p:sp>
        <p:nvSpPr>
          <p:cNvPr id="47" name="Connector 47">
            <a:extLst xmlns:a="http://schemas.openxmlformats.org/drawingml/2006/main">
              <a:ext uri="{FF2B5EF4-FFF2-40B4-BE49-F238E27FC236}">
                <a16:creationId xmlns:a16="http://schemas.microsoft.com/office/drawing/2014/main" id="{A249524D-7F3C-4711-B269-F1B8B81DF6DC}"/>
              </a:ext>
            </a:extLst>
          </p:cNvPr>
          <p:cNvSpPr>
            <a:spLocks xmlns:a="http://schemas.openxmlformats.org/drawingml/2006/main" noGrp="1"/>
          </p:cNvSpPr>
          <p:nvPr/>
        </p:nvSpPr>
        <p:spPr>
          <a:xfrm xmlns:a="http://schemas.openxmlformats.org/drawingml/2006/main" flipV="1">
            <a:off x="3086100" y="4171950"/>
            <a:ext cx="0" cy="990600"/>
          </a:xfrm>
          <a:prstGeom xmlns:a="http://schemas.openxmlformats.org/drawingml/2006/main" prst="line">
            <a:avLst/>
          </a:prstGeom>
          <a:ln xmlns:a="http://schemas.openxmlformats.org/drawingml/2006/main" w="25400">
            <a:solidFill>
              <a:srgbClr val="5D6873"/>
            </a:solidFill>
            <a:tailEnd type="triangle"/>
          </a:ln>
        </p:spPr>
      </p:sp>
      <p:sp>
        <p:nvSpPr>
          <p:cNvPr id="48" name="Text 48">
            <a:extLst xmlns:a="http://schemas.openxmlformats.org/drawingml/2006/main">
              <a:ext uri="{FF2B5EF4-FFF2-40B4-BE49-F238E27FC236}">
                <a16:creationId xmlns:a16="http://schemas.microsoft.com/office/drawing/2014/main" id="{D8533124-89E6-42EB-ADEE-5759DD7DB9BC}"/>
              </a:ext>
            </a:extLst>
          </p:cNvPr>
          <p:cNvSpPr>
            <a:spLocks xmlns:a="http://schemas.openxmlformats.org/drawingml/2006/main" noGrp="1"/>
          </p:cNvSpPr>
          <p:nvPr/>
        </p:nvSpPr>
        <p:spPr>
          <a:xfrm xmlns:a="http://schemas.openxmlformats.org/drawingml/2006/main">
            <a:off x="4095750" y="4629150"/>
            <a:ext cx="5219700" cy="4572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wrap="square" lIns="38100" tIns="38100" rIns="38100" bIns="38100" anchor="ctr"/>
          <a:lstStyle xmlns:a="http://schemas.openxmlformats.org/drawingml/2006/main"/>
          <a:p xmlns:a="http://schemas.openxmlformats.org/drawingml/2006/main">
            <a:pPr algn="ctr">
              <a:buNone/>
            </a:pPr>
            <a:r>
              <a:rPr sz="1300" b="1">
                <a:solidFill>
                  <a:srgbClr val="5D6873"/>
                </a:solidFill>
                <a:latin typeface="Arial"/>
                <a:ea typeface="Arial"/>
                <a:cs typeface="Arial"/>
              </a:rPr>
              <a:t>A failure returns the change to the shortest useful correction loop</a:t>
            </a:r>
            <a:endParaRPr sz="1300"/>
          </a:p>
        </p:txBody>
      </p:sp>
      <p:sp>
        <p:nvSpPr>
          <p:cNvPr id="49" name="Shape 49">
            <a:extLst xmlns:a="http://schemas.openxmlformats.org/drawingml/2006/main">
              <a:ext uri="{FF2B5EF4-FFF2-40B4-BE49-F238E27FC236}">
                <a16:creationId xmlns:a16="http://schemas.microsoft.com/office/drawing/2014/main" id="{07F11C82-330E-4EBB-92B9-C8F92DF3D052}"/>
              </a:ext>
            </a:extLst>
          </p:cNvPr>
          <p:cNvSpPr>
            <a:spLocks xmlns:a="http://schemas.openxmlformats.org/drawingml/2006/main" noGrp="1"/>
          </p:cNvSpPr>
          <p:nvPr/>
        </p:nvSpPr>
        <p:spPr>
          <a:xfrm xmlns:a="http://schemas.openxmlformats.org/drawingml/2006/main">
            <a:off x="1657350" y="5429250"/>
            <a:ext cx="8877300" cy="6096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50" name="Text 50">
            <a:extLst xmlns:a="http://schemas.openxmlformats.org/drawingml/2006/main">
              <a:ext uri="{FF2B5EF4-FFF2-40B4-BE49-F238E27FC236}">
                <a16:creationId xmlns:a16="http://schemas.microsoft.com/office/drawing/2014/main" id="{64B41E43-68C7-4E58-B6E2-5067A677B67E}"/>
              </a:ext>
            </a:extLst>
          </p:cNvPr>
          <p:cNvSpPr>
            <a:spLocks xmlns:a="http://schemas.openxmlformats.org/drawingml/2006/main" noGrp="1"/>
          </p:cNvSpPr>
          <p:nvPr/>
        </p:nvSpPr>
        <p:spPr>
          <a:xfrm xmlns:a="http://schemas.openxmlformats.org/drawingml/2006/main">
            <a:off x="1885950" y="5572125"/>
            <a:ext cx="84201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600" b="1">
                <a:solidFill>
                  <a:srgbClr val="17212B"/>
                </a:solidFill>
                <a:latin typeface="Arial"/>
                <a:ea typeface="Arial"/>
                <a:cs typeface="Arial"/>
              </a:rPr>
              <a:t>Hooks optimize latency. GitHub checks and the reviewed frozen SHA own merge authority.</a:t>
            </a:r>
            <a:endParaRPr sz="1600"/>
          </a:p>
        </p:txBody>
      </p:sp>
      <p:sp>
        <p:nvSpPr>
          <p:cNvPr id="51" name="Connector 51">
            <a:extLst xmlns:a="http://schemas.openxmlformats.org/drawingml/2006/main">
              <a:ext uri="{FF2B5EF4-FFF2-40B4-BE49-F238E27FC236}">
                <a16:creationId xmlns:a16="http://schemas.microsoft.com/office/drawing/2014/main" id="{6FAD8347-1CA6-4C7D-A438-341F8CDA6B5A}"/>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52" name="Text 52">
            <a:extLst xmlns:a="http://schemas.openxmlformats.org/drawingml/2006/main">
              <a:ext uri="{FF2B5EF4-FFF2-40B4-BE49-F238E27FC236}">
                <a16:creationId xmlns:a16="http://schemas.microsoft.com/office/drawing/2014/main" id="{29DD3A0D-8225-40C5-B6E2-BE97D5462C85}"/>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53" name="Text 53">
            <a:extLst xmlns:a="http://schemas.openxmlformats.org/drawingml/2006/main">
              <a:ext uri="{FF2B5EF4-FFF2-40B4-BE49-F238E27FC236}">
                <a16:creationId xmlns:a16="http://schemas.microsoft.com/office/drawing/2014/main" id="{CB57CAE1-3AF2-4DF8-89CB-9E996AEBB4B4}"/>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11</a:t>
            </a:r>
            <a:endParaRPr sz="1000"/>
          </a:p>
        </p:txBody>
      </p:sp>
    </p:spTree>
    <p:extLst>
      <p:ext uri="{BB962C8B-B14F-4D97-AF65-F5344CB8AC3E}">
        <p14:creationId xmlns:p14="http://schemas.microsoft.com/office/powerpoint/2010/main" val="367541736"/>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A68DA01A-88AD-4FA8-A0E5-3B5E803246FB}"/>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MEASURED DELIVERY SCALE</a:t>
            </a:r>
            <a:endParaRPr sz="1100"/>
          </a:p>
        </p:txBody>
      </p:sp>
      <p:sp>
        <p:nvSpPr>
          <p:cNvPr id="3" name="Text 3">
            <a:extLst xmlns:a="http://schemas.openxmlformats.org/drawingml/2006/main">
              <a:ext uri="{FF2B5EF4-FFF2-40B4-BE49-F238E27FC236}">
                <a16:creationId xmlns:a16="http://schemas.microsoft.com/office/drawing/2014/main" id="{703A9F56-ABE8-422A-A556-34FCF81F6136}"/>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Replaying the observed workflow would require about 155 human workdays</a:t>
            </a:r>
            <a:endParaRPr sz="3000"/>
          </a:p>
        </p:txBody>
      </p:sp>
      <p:sp>
        <p:nvSpPr>
          <p:cNvPr id="4" name="Text 4">
            <a:extLst xmlns:a="http://schemas.openxmlformats.org/drawingml/2006/main">
              <a:ext uri="{FF2B5EF4-FFF2-40B4-BE49-F238E27FC236}">
                <a16:creationId xmlns:a16="http://schemas.microsoft.com/office/drawing/2014/main" id="{0A55EC7B-5B9A-4BBA-A033-BB6C0A4CCB03}"/>
              </a:ext>
            </a:extLst>
          </p:cNvPr>
          <p:cNvSpPr>
            <a:spLocks xmlns:a="http://schemas.openxmlformats.org/drawingml/2006/main" noGrp="1"/>
          </p:cNvSpPr>
          <p:nvPr/>
        </p:nvSpPr>
        <p:spPr>
          <a:xfrm xmlns:a="http://schemas.openxmlformats.org/drawingml/2006/main">
            <a:off x="628650" y="1581150"/>
            <a:ext cx="3714750" cy="1200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8800" b="1">
                <a:solidFill>
                  <a:srgbClr val="D71920"/>
                </a:solidFill>
                <a:latin typeface="Arial"/>
                <a:ea typeface="Arial"/>
                <a:cs typeface="Arial"/>
              </a:rPr>
              <a:t>22×</a:t>
            </a:r>
            <a:endParaRPr sz="8800"/>
          </a:p>
        </p:txBody>
      </p:sp>
      <p:sp>
        <p:nvSpPr>
          <p:cNvPr id="5" name="Text 5">
            <a:extLst xmlns:a="http://schemas.openxmlformats.org/drawingml/2006/main">
              <a:ext uri="{FF2B5EF4-FFF2-40B4-BE49-F238E27FC236}">
                <a16:creationId xmlns:a16="http://schemas.microsoft.com/office/drawing/2014/main" id="{7F06DD22-1763-4E37-B3F8-09BE2CB46E15}"/>
              </a:ext>
            </a:extLst>
          </p:cNvPr>
          <p:cNvSpPr>
            <a:spLocks xmlns:a="http://schemas.openxmlformats.org/drawingml/2006/main" noGrp="1"/>
          </p:cNvSpPr>
          <p:nvPr/>
        </p:nvSpPr>
        <p:spPr>
          <a:xfrm xmlns:a="http://schemas.openxmlformats.org/drawingml/2006/main">
            <a:off x="819150" y="2724150"/>
            <a:ext cx="333375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2000" b="1">
                <a:solidFill>
                  <a:srgbClr val="17212B"/>
                </a:solidFill>
                <a:latin typeface="Arial"/>
                <a:ea typeface="Arial"/>
                <a:cs typeface="Arial"/>
              </a:rPr>
              <a:t>central replay compression</a:t>
            </a:r>
            <a:endParaRPr sz="2000"/>
          </a:p>
        </p:txBody>
      </p:sp>
      <p:sp>
        <p:nvSpPr>
          <p:cNvPr id="6" name="Text 6">
            <a:extLst xmlns:a="http://schemas.openxmlformats.org/drawingml/2006/main">
              <a:ext uri="{FF2B5EF4-FFF2-40B4-BE49-F238E27FC236}">
                <a16:creationId xmlns:a16="http://schemas.microsoft.com/office/drawing/2014/main" id="{D1E92C43-DB04-4C87-BC98-FE8322179100}"/>
              </a:ext>
            </a:extLst>
          </p:cNvPr>
          <p:cNvSpPr>
            <a:spLocks xmlns:a="http://schemas.openxmlformats.org/drawingml/2006/main" noGrp="1"/>
          </p:cNvSpPr>
          <p:nvPr/>
        </p:nvSpPr>
        <p:spPr>
          <a:xfrm xmlns:a="http://schemas.openxmlformats.org/drawingml/2006/main">
            <a:off x="914400" y="3371850"/>
            <a:ext cx="314325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155 workdays ÷ 7 calendar days = 22.1</a:t>
            </a:r>
            <a:endParaRPr sz="1400"/>
          </a:p>
        </p:txBody>
      </p:sp>
      <p:sp>
        <p:nvSpPr>
          <p:cNvPr id="7" name="Connector 7">
            <a:extLst xmlns:a="http://schemas.openxmlformats.org/drawingml/2006/main">
              <a:ext uri="{FF2B5EF4-FFF2-40B4-BE49-F238E27FC236}">
                <a16:creationId xmlns:a16="http://schemas.microsoft.com/office/drawing/2014/main" id="{6ACBD565-5E59-442E-8093-E3BFC3BDF4A7}"/>
              </a:ext>
            </a:extLst>
          </p:cNvPr>
          <p:cNvSpPr>
            <a:spLocks xmlns:a="http://schemas.openxmlformats.org/drawingml/2006/main" noGrp="1"/>
          </p:cNvSpPr>
          <p:nvPr/>
        </p:nvSpPr>
        <p:spPr>
          <a:xfrm xmlns:a="http://schemas.openxmlformats.org/drawingml/2006/main">
            <a:off x="4762500" y="1790700"/>
            <a:ext cx="0" cy="2514600"/>
          </a:xfrm>
          <a:prstGeom xmlns:a="http://schemas.openxmlformats.org/drawingml/2006/main" prst="line">
            <a:avLst/>
          </a:prstGeom>
          <a:ln xmlns:a="http://schemas.openxmlformats.org/drawingml/2006/main" w="25400">
            <a:solidFill>
              <a:srgbClr val="D9DEE3"/>
            </a:solidFill>
          </a:ln>
        </p:spPr>
      </p:sp>
      <p:sp>
        <p:nvSpPr>
          <p:cNvPr id="8" name="Text 8">
            <a:extLst xmlns:a="http://schemas.openxmlformats.org/drawingml/2006/main">
              <a:ext uri="{FF2B5EF4-FFF2-40B4-BE49-F238E27FC236}">
                <a16:creationId xmlns:a16="http://schemas.microsoft.com/office/drawing/2014/main" id="{67397428-6311-4B14-8A57-BC3E6D3A2DB7}"/>
              </a:ext>
            </a:extLst>
          </p:cNvPr>
          <p:cNvSpPr>
            <a:spLocks xmlns:a="http://schemas.openxmlformats.org/drawingml/2006/main" noGrp="1"/>
          </p:cNvSpPr>
          <p:nvPr/>
        </p:nvSpPr>
        <p:spPr>
          <a:xfrm xmlns:a="http://schemas.openxmlformats.org/drawingml/2006/main">
            <a:off x="5238750" y="1562100"/>
            <a:ext cx="56388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90">
                <a:solidFill>
                  <a:srgbClr val="2A5B84"/>
                </a:solidFill>
                <a:latin typeface="Arial"/>
                <a:ea typeface="Arial"/>
                <a:cs typeface="Arial"/>
              </a:rPr>
              <a:t>SELECTED METHOD · REPLAY THE OBSERVED EXECUTION</a:t>
            </a:r>
            <a:endParaRPr sz="1200"/>
          </a:p>
        </p:txBody>
      </p:sp>
      <p:sp>
        <p:nvSpPr>
          <p:cNvPr id="9" name="Text 9">
            <a:extLst xmlns:a="http://schemas.openxmlformats.org/drawingml/2006/main">
              <a:ext uri="{FF2B5EF4-FFF2-40B4-BE49-F238E27FC236}">
                <a16:creationId xmlns:a16="http://schemas.microsoft.com/office/drawing/2014/main" id="{A0861DB9-FC37-4D53-8762-11A7679D6625}"/>
              </a:ext>
            </a:extLst>
          </p:cNvPr>
          <p:cNvSpPr>
            <a:spLocks xmlns:a="http://schemas.openxmlformats.org/drawingml/2006/main" noGrp="1"/>
          </p:cNvSpPr>
          <p:nvPr/>
        </p:nvSpPr>
        <p:spPr>
          <a:xfrm xmlns:a="http://schemas.openxmlformats.org/drawingml/2006/main">
            <a:off x="5238750" y="2152650"/>
            <a:ext cx="16192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800" b="1">
                <a:solidFill>
                  <a:srgbClr val="17212B"/>
                </a:solidFill>
                <a:latin typeface="Arial"/>
                <a:ea typeface="Arial"/>
                <a:cs typeface="Arial"/>
              </a:rPr>
              <a:t>Human alone</a:t>
            </a:r>
            <a:endParaRPr sz="1800"/>
          </a:p>
        </p:txBody>
      </p:sp>
      <p:sp>
        <p:nvSpPr>
          <p:cNvPr id="10" name="Shape 10">
            <a:extLst xmlns:a="http://schemas.openxmlformats.org/drawingml/2006/main">
              <a:ext uri="{FF2B5EF4-FFF2-40B4-BE49-F238E27FC236}">
                <a16:creationId xmlns:a16="http://schemas.microsoft.com/office/drawing/2014/main" id="{51053E7E-A661-4F80-9E9D-6C0DDAD2C653}"/>
              </a:ext>
            </a:extLst>
          </p:cNvPr>
          <p:cNvSpPr>
            <a:spLocks xmlns:a="http://schemas.openxmlformats.org/drawingml/2006/main" noGrp="1"/>
          </p:cNvSpPr>
          <p:nvPr/>
        </p:nvSpPr>
        <p:spPr>
          <a:xfrm xmlns:a="http://schemas.openxmlformats.org/drawingml/2006/main">
            <a:off x="7010400" y="2114550"/>
            <a:ext cx="4095750" cy="3810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11" name="Shape 11">
            <a:extLst xmlns:a="http://schemas.openxmlformats.org/drawingml/2006/main">
              <a:ext uri="{FF2B5EF4-FFF2-40B4-BE49-F238E27FC236}">
                <a16:creationId xmlns:a16="http://schemas.microsoft.com/office/drawing/2014/main" id="{4FC7EA70-1994-4990-B9DB-6DE36F846578}"/>
              </a:ext>
            </a:extLst>
          </p:cNvPr>
          <p:cNvSpPr>
            <a:spLocks xmlns:a="http://schemas.openxmlformats.org/drawingml/2006/main" noGrp="1"/>
          </p:cNvSpPr>
          <p:nvPr/>
        </p:nvSpPr>
        <p:spPr>
          <a:xfrm xmlns:a="http://schemas.openxmlformats.org/drawingml/2006/main">
            <a:off x="7010400" y="2114550"/>
            <a:ext cx="4095750" cy="381000"/>
          </a:xfrm>
          <a:prstGeom xmlns:a="http://schemas.openxmlformats.org/drawingml/2006/main" prst="roundRect">
            <a:avLst/>
          </a:prstGeom>
          <a:solidFill xmlns:a="http://schemas.openxmlformats.org/drawingml/2006/main">
            <a:srgbClr val="2A5B84"/>
          </a:solidFill>
          <a:ln xmlns:a="http://schemas.openxmlformats.org/drawingml/2006/main" w="12700">
            <a:solidFill>
              <a:srgbClr val="2A5B84"/>
            </a:solidFill>
          </a:ln>
        </p:spPr>
      </p:sp>
      <p:sp>
        <p:nvSpPr>
          <p:cNvPr id="12" name="Text 12">
            <a:extLst xmlns:a="http://schemas.openxmlformats.org/drawingml/2006/main">
              <a:ext uri="{FF2B5EF4-FFF2-40B4-BE49-F238E27FC236}">
                <a16:creationId xmlns:a16="http://schemas.microsoft.com/office/drawing/2014/main" id="{346FFB01-60A1-49CD-91D0-786910A8F13C}"/>
              </a:ext>
            </a:extLst>
          </p:cNvPr>
          <p:cNvSpPr>
            <a:spLocks xmlns:a="http://schemas.openxmlformats.org/drawingml/2006/main" noGrp="1"/>
          </p:cNvSpPr>
          <p:nvPr/>
        </p:nvSpPr>
        <p:spPr>
          <a:xfrm xmlns:a="http://schemas.openxmlformats.org/drawingml/2006/main">
            <a:off x="7124700" y="2190750"/>
            <a:ext cx="3810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300" b="1">
                <a:solidFill>
                  <a:srgbClr val="FFFFFF"/>
                </a:solidFill>
                <a:latin typeface="Arial"/>
                <a:ea typeface="Arial"/>
                <a:cs typeface="Arial"/>
              </a:rPr>
              <a:t>140–170 workdays · midpoint 155</a:t>
            </a:r>
            <a:endParaRPr sz="1300"/>
          </a:p>
        </p:txBody>
      </p:sp>
      <p:sp>
        <p:nvSpPr>
          <p:cNvPr id="13" name="Text 13">
            <a:extLst xmlns:a="http://schemas.openxmlformats.org/drawingml/2006/main">
              <a:ext uri="{FF2B5EF4-FFF2-40B4-BE49-F238E27FC236}">
                <a16:creationId xmlns:a16="http://schemas.microsoft.com/office/drawing/2014/main" id="{CE0D858F-938E-4410-8C4C-A63B2A4C9CF4}"/>
              </a:ext>
            </a:extLst>
          </p:cNvPr>
          <p:cNvSpPr>
            <a:spLocks xmlns:a="http://schemas.openxmlformats.org/drawingml/2006/main" noGrp="1"/>
          </p:cNvSpPr>
          <p:nvPr/>
        </p:nvSpPr>
        <p:spPr>
          <a:xfrm xmlns:a="http://schemas.openxmlformats.org/drawingml/2006/main">
            <a:off x="5238750" y="2914650"/>
            <a:ext cx="16192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800" b="1">
                <a:solidFill>
                  <a:srgbClr val="17212B"/>
                </a:solidFill>
                <a:latin typeface="Arial"/>
                <a:ea typeface="Arial"/>
                <a:cs typeface="Arial"/>
              </a:rPr>
              <a:t>Human + AI</a:t>
            </a:r>
            <a:endParaRPr sz="1800"/>
          </a:p>
        </p:txBody>
      </p:sp>
      <p:sp>
        <p:nvSpPr>
          <p:cNvPr id="14" name="Shape 14">
            <a:extLst xmlns:a="http://schemas.openxmlformats.org/drawingml/2006/main">
              <a:ext uri="{FF2B5EF4-FFF2-40B4-BE49-F238E27FC236}">
                <a16:creationId xmlns:a16="http://schemas.microsoft.com/office/drawing/2014/main" id="{B8036B74-18C0-4C88-951E-C7D7539709DE}"/>
              </a:ext>
            </a:extLst>
          </p:cNvPr>
          <p:cNvSpPr>
            <a:spLocks xmlns:a="http://schemas.openxmlformats.org/drawingml/2006/main" noGrp="1"/>
          </p:cNvSpPr>
          <p:nvPr/>
        </p:nvSpPr>
        <p:spPr>
          <a:xfrm xmlns:a="http://schemas.openxmlformats.org/drawingml/2006/main">
            <a:off x="7010400" y="2876550"/>
            <a:ext cx="4095750" cy="3810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15" name="Shape 15">
            <a:extLst xmlns:a="http://schemas.openxmlformats.org/drawingml/2006/main">
              <a:ext uri="{FF2B5EF4-FFF2-40B4-BE49-F238E27FC236}">
                <a16:creationId xmlns:a16="http://schemas.microsoft.com/office/drawing/2014/main" id="{A3AC9311-C3F0-4FD7-A4A0-DB4ECA0CAC02}"/>
              </a:ext>
            </a:extLst>
          </p:cNvPr>
          <p:cNvSpPr>
            <a:spLocks xmlns:a="http://schemas.openxmlformats.org/drawingml/2006/main" noGrp="1"/>
          </p:cNvSpPr>
          <p:nvPr/>
        </p:nvSpPr>
        <p:spPr>
          <a:xfrm xmlns:a="http://schemas.openxmlformats.org/drawingml/2006/main">
            <a:off x="7010400" y="2876550"/>
            <a:ext cx="247650" cy="381000"/>
          </a:xfrm>
          <a:prstGeom xmlns:a="http://schemas.openxmlformats.org/drawingml/2006/main" prst="roundRect">
            <a:avLst/>
          </a:prstGeom>
          <a:solidFill xmlns:a="http://schemas.openxmlformats.org/drawingml/2006/main">
            <a:srgbClr val="D71920"/>
          </a:solidFill>
          <a:ln xmlns:a="http://schemas.openxmlformats.org/drawingml/2006/main" w="12700">
            <a:solidFill>
              <a:srgbClr val="D71920"/>
            </a:solidFill>
          </a:ln>
        </p:spPr>
      </p:sp>
      <p:sp>
        <p:nvSpPr>
          <p:cNvPr id="16" name="Text 16">
            <a:extLst xmlns:a="http://schemas.openxmlformats.org/drawingml/2006/main">
              <a:ext uri="{FF2B5EF4-FFF2-40B4-BE49-F238E27FC236}">
                <a16:creationId xmlns:a16="http://schemas.microsoft.com/office/drawing/2014/main" id="{D82A44DE-D7BC-41FD-98DF-2F3FF3460AC3}"/>
              </a:ext>
            </a:extLst>
          </p:cNvPr>
          <p:cNvSpPr>
            <a:spLocks xmlns:a="http://schemas.openxmlformats.org/drawingml/2006/main" noGrp="1"/>
          </p:cNvSpPr>
          <p:nvPr/>
        </p:nvSpPr>
        <p:spPr>
          <a:xfrm xmlns:a="http://schemas.openxmlformats.org/drawingml/2006/main">
            <a:off x="7410450" y="2952750"/>
            <a:ext cx="33337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981B1E"/>
                </a:solidFill>
                <a:latin typeface="Arial"/>
                <a:ea typeface="Arial"/>
                <a:cs typeface="Arial"/>
              </a:rPr>
              <a:t>7 calendar days observed</a:t>
            </a:r>
            <a:endParaRPr sz="1400"/>
          </a:p>
        </p:txBody>
      </p:sp>
      <p:sp>
        <p:nvSpPr>
          <p:cNvPr id="17" name="Shape 17">
            <a:extLst xmlns:a="http://schemas.openxmlformats.org/drawingml/2006/main">
              <a:ext uri="{FF2B5EF4-FFF2-40B4-BE49-F238E27FC236}">
                <a16:creationId xmlns:a16="http://schemas.microsoft.com/office/drawing/2014/main" id="{22650701-73D7-467A-9BCB-78408867BED4}"/>
              </a:ext>
            </a:extLst>
          </p:cNvPr>
          <p:cNvSpPr>
            <a:spLocks xmlns:a="http://schemas.openxmlformats.org/drawingml/2006/main" noGrp="1"/>
          </p:cNvSpPr>
          <p:nvPr/>
        </p:nvSpPr>
        <p:spPr>
          <a:xfrm xmlns:a="http://schemas.openxmlformats.org/drawingml/2006/main">
            <a:off x="5143500" y="3543300"/>
            <a:ext cx="6115050" cy="7810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18" name="Text 18">
            <a:extLst xmlns:a="http://schemas.openxmlformats.org/drawingml/2006/main">
              <a:ext uri="{FF2B5EF4-FFF2-40B4-BE49-F238E27FC236}">
                <a16:creationId xmlns:a16="http://schemas.microsoft.com/office/drawing/2014/main" id="{038293BD-1808-4BB9-B055-FBEBF53CAB96}"/>
              </a:ext>
            </a:extLst>
          </p:cNvPr>
          <p:cNvSpPr>
            <a:spLocks xmlns:a="http://schemas.openxmlformats.org/drawingml/2006/main" noGrp="1"/>
          </p:cNvSpPr>
          <p:nvPr/>
        </p:nvSpPr>
        <p:spPr>
          <a:xfrm xmlns:a="http://schemas.openxmlformats.org/drawingml/2006/main">
            <a:off x="5276850" y="3638550"/>
            <a:ext cx="5848350" cy="590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50" b="0">
                <a:solidFill>
                  <a:srgbClr val="5D6873"/>
                </a:solidFill>
                <a:latin typeface="Arial"/>
                <a:ea typeface="Arial"/>
                <a:cs typeface="Arial"/>
              </a:rPr>
              <a:t>What 115 meant: reproduce the final scope after the design is known. It excludes discarded paths, repeated reviews, failed-CI recovery and coordination, so it remains a lower bound.</a:t>
            </a:r>
            <a:endParaRPr sz="1250"/>
          </a:p>
        </p:txBody>
      </p:sp>
      <p:sp>
        <p:nvSpPr>
          <p:cNvPr id="19" name="Connector 19">
            <a:extLst xmlns:a="http://schemas.openxmlformats.org/drawingml/2006/main">
              <a:ext uri="{FF2B5EF4-FFF2-40B4-BE49-F238E27FC236}">
                <a16:creationId xmlns:a16="http://schemas.microsoft.com/office/drawing/2014/main" id="{D3218A51-18BB-444C-9729-D9732047CB78}"/>
              </a:ext>
            </a:extLst>
          </p:cNvPr>
          <p:cNvSpPr>
            <a:spLocks xmlns:a="http://schemas.openxmlformats.org/drawingml/2006/main" noGrp="1"/>
          </p:cNvSpPr>
          <p:nvPr/>
        </p:nvSpPr>
        <p:spPr>
          <a:xfrm xmlns:a="http://schemas.openxmlformats.org/drawingml/2006/main">
            <a:off x="628650" y="4552950"/>
            <a:ext cx="10934700" cy="0"/>
          </a:xfrm>
          <a:prstGeom xmlns:a="http://schemas.openxmlformats.org/drawingml/2006/main" prst="line">
            <a:avLst/>
          </a:prstGeom>
          <a:ln xmlns:a="http://schemas.openxmlformats.org/drawingml/2006/main" w="12700">
            <a:solidFill>
              <a:srgbClr val="D9DEE3"/>
            </a:solidFill>
          </a:ln>
        </p:spPr>
      </p:sp>
      <p:sp>
        <p:nvSpPr>
          <p:cNvPr id="20" name="Text 20">
            <a:extLst xmlns:a="http://schemas.openxmlformats.org/drawingml/2006/main">
              <a:ext uri="{FF2B5EF4-FFF2-40B4-BE49-F238E27FC236}">
                <a16:creationId xmlns:a16="http://schemas.microsoft.com/office/drawing/2014/main" id="{453AC3DB-B560-4DFF-B5B0-625BA1AEAFA9}"/>
              </a:ext>
            </a:extLst>
          </p:cNvPr>
          <p:cNvSpPr>
            <a:spLocks xmlns:a="http://schemas.openxmlformats.org/drawingml/2006/main" noGrp="1"/>
          </p:cNvSpPr>
          <p:nvPr/>
        </p:nvSpPr>
        <p:spPr>
          <a:xfrm xmlns:a="http://schemas.openxmlformats.org/drawingml/2006/main">
            <a:off x="628650" y="4819650"/>
            <a:ext cx="23241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2800" b="1">
                <a:solidFill>
                  <a:srgbClr val="D71920"/>
                </a:solidFill>
                <a:latin typeface="Arial"/>
                <a:ea typeface="Arial"/>
                <a:cs typeface="Arial"/>
              </a:rPr>
              <a:t>49,992</a:t>
            </a:r>
            <a:endParaRPr sz="2800"/>
          </a:p>
        </p:txBody>
      </p:sp>
      <p:sp>
        <p:nvSpPr>
          <p:cNvPr id="21" name="Text 21">
            <a:extLst xmlns:a="http://schemas.openxmlformats.org/drawingml/2006/main">
              <a:ext uri="{FF2B5EF4-FFF2-40B4-BE49-F238E27FC236}">
                <a16:creationId xmlns:a16="http://schemas.microsoft.com/office/drawing/2014/main" id="{8DE133E6-DC8A-4E35-9A88-348EFB74271F}"/>
              </a:ext>
            </a:extLst>
          </p:cNvPr>
          <p:cNvSpPr>
            <a:spLocks xmlns:a="http://schemas.openxmlformats.org/drawingml/2006/main" noGrp="1"/>
          </p:cNvSpPr>
          <p:nvPr/>
        </p:nvSpPr>
        <p:spPr>
          <a:xfrm xmlns:a="http://schemas.openxmlformats.org/drawingml/2006/main">
            <a:off x="628650" y="5314950"/>
            <a:ext cx="23241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5D6873"/>
                </a:solidFill>
                <a:latin typeface="Arial"/>
                <a:ea typeface="Arial"/>
                <a:cs typeface="Arial"/>
              </a:rPr>
              <a:t>changed lines in the complete corpus</a:t>
            </a:r>
            <a:endParaRPr sz="1300"/>
          </a:p>
        </p:txBody>
      </p:sp>
      <p:sp>
        <p:nvSpPr>
          <p:cNvPr id="22" name="Connector 22">
            <a:extLst xmlns:a="http://schemas.openxmlformats.org/drawingml/2006/main">
              <a:ext uri="{FF2B5EF4-FFF2-40B4-BE49-F238E27FC236}">
                <a16:creationId xmlns:a16="http://schemas.microsoft.com/office/drawing/2014/main" id="{53FD9DF6-6967-4589-ABEA-5515C00CE132}"/>
              </a:ext>
            </a:extLst>
          </p:cNvPr>
          <p:cNvSpPr>
            <a:spLocks xmlns:a="http://schemas.openxmlformats.org/drawingml/2006/main" noGrp="1"/>
          </p:cNvSpPr>
          <p:nvPr/>
        </p:nvSpPr>
        <p:spPr>
          <a:xfrm xmlns:a="http://schemas.openxmlformats.org/drawingml/2006/main">
            <a:off x="3162300" y="4857750"/>
            <a:ext cx="0" cy="914400"/>
          </a:xfrm>
          <a:prstGeom xmlns:a="http://schemas.openxmlformats.org/drawingml/2006/main" prst="line">
            <a:avLst/>
          </a:prstGeom>
          <a:ln xmlns:a="http://schemas.openxmlformats.org/drawingml/2006/main" w="12700">
            <a:solidFill>
              <a:srgbClr val="D9DEE3"/>
            </a:solidFill>
          </a:ln>
        </p:spPr>
      </p:sp>
      <p:sp>
        <p:nvSpPr>
          <p:cNvPr id="23" name="Text 23">
            <a:extLst xmlns:a="http://schemas.openxmlformats.org/drawingml/2006/main">
              <a:ext uri="{FF2B5EF4-FFF2-40B4-BE49-F238E27FC236}">
                <a16:creationId xmlns:a16="http://schemas.microsoft.com/office/drawing/2014/main" id="{E328A8BB-61AE-404B-B3F2-B396F5B07BDB}"/>
              </a:ext>
            </a:extLst>
          </p:cNvPr>
          <p:cNvSpPr>
            <a:spLocks xmlns:a="http://schemas.openxmlformats.org/drawingml/2006/main" noGrp="1"/>
          </p:cNvSpPr>
          <p:nvPr/>
        </p:nvSpPr>
        <p:spPr>
          <a:xfrm xmlns:a="http://schemas.openxmlformats.org/drawingml/2006/main">
            <a:off x="3371850" y="4819650"/>
            <a:ext cx="23241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2800" b="1">
                <a:solidFill>
                  <a:srgbClr val="17212B"/>
                </a:solidFill>
                <a:latin typeface="Arial"/>
                <a:ea typeface="Arial"/>
                <a:cs typeface="Arial"/>
              </a:rPr>
              <a:t>328</a:t>
            </a:r>
            <a:endParaRPr sz="2800"/>
          </a:p>
        </p:txBody>
      </p:sp>
      <p:sp>
        <p:nvSpPr>
          <p:cNvPr id="24" name="Text 24">
            <a:extLst xmlns:a="http://schemas.openxmlformats.org/drawingml/2006/main">
              <a:ext uri="{FF2B5EF4-FFF2-40B4-BE49-F238E27FC236}">
                <a16:creationId xmlns:a16="http://schemas.microsoft.com/office/drawing/2014/main" id="{F1DE3137-9698-401F-813E-9050218B2F24}"/>
              </a:ext>
            </a:extLst>
          </p:cNvPr>
          <p:cNvSpPr>
            <a:spLocks xmlns:a="http://schemas.openxmlformats.org/drawingml/2006/main" noGrp="1"/>
          </p:cNvSpPr>
          <p:nvPr/>
        </p:nvSpPr>
        <p:spPr>
          <a:xfrm xmlns:a="http://schemas.openxmlformats.org/drawingml/2006/main">
            <a:off x="3371850" y="5314950"/>
            <a:ext cx="23241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5D6873"/>
                </a:solidFill>
                <a:latin typeface="Arial"/>
                <a:ea typeface="Arial"/>
                <a:cs typeface="Arial"/>
              </a:rPr>
              <a:t>files changed on main</a:t>
            </a:r>
            <a:endParaRPr sz="1300"/>
          </a:p>
        </p:txBody>
      </p:sp>
      <p:sp>
        <p:nvSpPr>
          <p:cNvPr id="25" name="Connector 25">
            <a:extLst xmlns:a="http://schemas.openxmlformats.org/drawingml/2006/main">
              <a:ext uri="{FF2B5EF4-FFF2-40B4-BE49-F238E27FC236}">
                <a16:creationId xmlns:a16="http://schemas.microsoft.com/office/drawing/2014/main" id="{BA9F03A0-D8DE-44FB-AE3D-1915F147D4FA}"/>
              </a:ext>
            </a:extLst>
          </p:cNvPr>
          <p:cNvSpPr>
            <a:spLocks xmlns:a="http://schemas.openxmlformats.org/drawingml/2006/main" noGrp="1"/>
          </p:cNvSpPr>
          <p:nvPr/>
        </p:nvSpPr>
        <p:spPr>
          <a:xfrm xmlns:a="http://schemas.openxmlformats.org/drawingml/2006/main">
            <a:off x="5905500" y="4857750"/>
            <a:ext cx="0" cy="914400"/>
          </a:xfrm>
          <a:prstGeom xmlns:a="http://schemas.openxmlformats.org/drawingml/2006/main" prst="line">
            <a:avLst/>
          </a:prstGeom>
          <a:ln xmlns:a="http://schemas.openxmlformats.org/drawingml/2006/main" w="12700">
            <a:solidFill>
              <a:srgbClr val="D9DEE3"/>
            </a:solidFill>
          </a:ln>
        </p:spPr>
      </p:sp>
      <p:sp>
        <p:nvSpPr>
          <p:cNvPr id="26" name="Text 26">
            <a:extLst xmlns:a="http://schemas.openxmlformats.org/drawingml/2006/main">
              <a:ext uri="{FF2B5EF4-FFF2-40B4-BE49-F238E27FC236}">
                <a16:creationId xmlns:a16="http://schemas.microsoft.com/office/drawing/2014/main" id="{A9835804-F7F4-4AFE-ABB9-794924E06F82}"/>
              </a:ext>
            </a:extLst>
          </p:cNvPr>
          <p:cNvSpPr>
            <a:spLocks xmlns:a="http://schemas.openxmlformats.org/drawingml/2006/main" noGrp="1"/>
          </p:cNvSpPr>
          <p:nvPr/>
        </p:nvSpPr>
        <p:spPr>
          <a:xfrm xmlns:a="http://schemas.openxmlformats.org/drawingml/2006/main">
            <a:off x="6115050" y="4819650"/>
            <a:ext cx="23241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2800" b="1">
                <a:solidFill>
                  <a:srgbClr val="17212B"/>
                </a:solidFill>
                <a:latin typeface="Arial"/>
                <a:ea typeface="Arial"/>
                <a:cs typeface="Arial"/>
              </a:rPr>
              <a:t>29,414</a:t>
            </a:r>
            <a:endParaRPr sz="2800"/>
          </a:p>
        </p:txBody>
      </p:sp>
      <p:sp>
        <p:nvSpPr>
          <p:cNvPr id="27" name="Text 27">
            <a:extLst xmlns:a="http://schemas.openxmlformats.org/drawingml/2006/main">
              <a:ext uri="{FF2B5EF4-FFF2-40B4-BE49-F238E27FC236}">
                <a16:creationId xmlns:a16="http://schemas.microsoft.com/office/drawing/2014/main" id="{556F506C-9534-4B61-BCE2-38E452D9776F}"/>
              </a:ext>
            </a:extLst>
          </p:cNvPr>
          <p:cNvSpPr>
            <a:spLocks xmlns:a="http://schemas.openxmlformats.org/drawingml/2006/main" noGrp="1"/>
          </p:cNvSpPr>
          <p:nvPr/>
        </p:nvSpPr>
        <p:spPr>
          <a:xfrm xmlns:a="http://schemas.openxmlformats.org/drawingml/2006/main">
            <a:off x="6115050" y="5314950"/>
            <a:ext cx="23241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5D6873"/>
                </a:solidFill>
                <a:latin typeface="Arial"/>
                <a:ea typeface="Arial"/>
                <a:cs typeface="Arial"/>
              </a:rPr>
              <a:t>net lines added on cited range</a:t>
            </a:r>
            <a:endParaRPr sz="1300"/>
          </a:p>
        </p:txBody>
      </p:sp>
      <p:sp>
        <p:nvSpPr>
          <p:cNvPr id="28" name="Connector 28">
            <a:extLst xmlns:a="http://schemas.openxmlformats.org/drawingml/2006/main">
              <a:ext uri="{FF2B5EF4-FFF2-40B4-BE49-F238E27FC236}">
                <a16:creationId xmlns:a16="http://schemas.microsoft.com/office/drawing/2014/main" id="{B3D2F009-71FE-48AE-B930-4C5260363415}"/>
              </a:ext>
            </a:extLst>
          </p:cNvPr>
          <p:cNvSpPr>
            <a:spLocks xmlns:a="http://schemas.openxmlformats.org/drawingml/2006/main" noGrp="1"/>
          </p:cNvSpPr>
          <p:nvPr/>
        </p:nvSpPr>
        <p:spPr>
          <a:xfrm xmlns:a="http://schemas.openxmlformats.org/drawingml/2006/main">
            <a:off x="8648700" y="4857750"/>
            <a:ext cx="0" cy="914400"/>
          </a:xfrm>
          <a:prstGeom xmlns:a="http://schemas.openxmlformats.org/drawingml/2006/main" prst="line">
            <a:avLst/>
          </a:prstGeom>
          <a:ln xmlns:a="http://schemas.openxmlformats.org/drawingml/2006/main" w="12700">
            <a:solidFill>
              <a:srgbClr val="D9DEE3"/>
            </a:solidFill>
          </a:ln>
        </p:spPr>
      </p:sp>
      <p:sp>
        <p:nvSpPr>
          <p:cNvPr id="29" name="Text 29">
            <a:extLst xmlns:a="http://schemas.openxmlformats.org/drawingml/2006/main">
              <a:ext uri="{FF2B5EF4-FFF2-40B4-BE49-F238E27FC236}">
                <a16:creationId xmlns:a16="http://schemas.microsoft.com/office/drawing/2014/main" id="{042FF2A0-29DE-4F36-B6EA-5D8685BBD9F6}"/>
              </a:ext>
            </a:extLst>
          </p:cNvPr>
          <p:cNvSpPr>
            <a:spLocks xmlns:a="http://schemas.openxmlformats.org/drawingml/2006/main" noGrp="1"/>
          </p:cNvSpPr>
          <p:nvPr/>
        </p:nvSpPr>
        <p:spPr>
          <a:xfrm xmlns:a="http://schemas.openxmlformats.org/drawingml/2006/main">
            <a:off x="8858250" y="4819650"/>
            <a:ext cx="23241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2800" b="1">
                <a:solidFill>
                  <a:srgbClr val="17212B"/>
                </a:solidFill>
                <a:latin typeface="Arial"/>
                <a:ea typeface="Arial"/>
                <a:cs typeface="Arial"/>
              </a:rPr>
              <a:t>62,578</a:t>
            </a:r>
            <a:endParaRPr sz="2800"/>
          </a:p>
        </p:txBody>
      </p:sp>
      <p:sp>
        <p:nvSpPr>
          <p:cNvPr id="30" name="Text 30">
            <a:extLst xmlns:a="http://schemas.openxmlformats.org/drawingml/2006/main">
              <a:ext uri="{FF2B5EF4-FFF2-40B4-BE49-F238E27FC236}">
                <a16:creationId xmlns:a16="http://schemas.microsoft.com/office/drawing/2014/main" id="{81E938DF-2436-4228-B437-C5E5818422CF}"/>
              </a:ext>
            </a:extLst>
          </p:cNvPr>
          <p:cNvSpPr>
            <a:spLocks xmlns:a="http://schemas.openxmlformats.org/drawingml/2006/main" noGrp="1"/>
          </p:cNvSpPr>
          <p:nvPr/>
        </p:nvSpPr>
        <p:spPr>
          <a:xfrm xmlns:a="http://schemas.openxmlformats.org/drawingml/2006/main">
            <a:off x="8858250" y="5314950"/>
            <a:ext cx="23241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5D6873"/>
                </a:solidFill>
                <a:latin typeface="Arial"/>
                <a:ea typeface="Arial"/>
                <a:cs typeface="Arial"/>
              </a:rPr>
              <a:t>lines of cumulative PR churn</a:t>
            </a:r>
            <a:endParaRPr sz="1300"/>
          </a:p>
        </p:txBody>
      </p:sp>
      <p:sp>
        <p:nvSpPr>
          <p:cNvPr id="31" name="Shape 31">
            <a:extLst xmlns:a="http://schemas.openxmlformats.org/drawingml/2006/main">
              <a:ext uri="{FF2B5EF4-FFF2-40B4-BE49-F238E27FC236}">
                <a16:creationId xmlns:a16="http://schemas.microsoft.com/office/drawing/2014/main" id="{8DE87896-B4B7-45DE-B656-E11827694152}"/>
              </a:ext>
            </a:extLst>
          </p:cNvPr>
          <p:cNvSpPr>
            <a:spLocks xmlns:a="http://schemas.openxmlformats.org/drawingml/2006/main" noGrp="1"/>
          </p:cNvSpPr>
          <p:nvPr/>
        </p:nvSpPr>
        <p:spPr>
          <a:xfrm xmlns:a="http://schemas.openxmlformats.org/drawingml/2006/main">
            <a:off x="1581150" y="5905500"/>
            <a:ext cx="9029700" cy="3238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32" name="Text 32">
            <a:extLst xmlns:a="http://schemas.openxmlformats.org/drawingml/2006/main">
              <a:ext uri="{FF2B5EF4-FFF2-40B4-BE49-F238E27FC236}">
                <a16:creationId xmlns:a16="http://schemas.microsoft.com/office/drawing/2014/main" id="{CBE58C6C-ACB4-4C3B-AC23-268A0A948374}"/>
              </a:ext>
            </a:extLst>
          </p:cNvPr>
          <p:cNvSpPr>
            <a:spLocks xmlns:a="http://schemas.openxmlformats.org/drawingml/2006/main" noGrp="1"/>
          </p:cNvSpPr>
          <p:nvPr/>
        </p:nvSpPr>
        <p:spPr>
          <a:xfrm xmlns:a="http://schemas.openxmlformats.org/drawingml/2006/main">
            <a:off x="1714500" y="5962650"/>
            <a:ext cx="8763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7212B"/>
                </a:solidFill>
                <a:latin typeface="Arial"/>
                <a:ea typeface="Arial"/>
                <a:cs typeface="Arial"/>
              </a:rPr>
              <a:t>Parametric replay estimate, not a controlled productivity experiment</a:t>
            </a:r>
            <a:endParaRPr sz="1300"/>
          </a:p>
        </p:txBody>
      </p:sp>
      <p:sp>
        <p:nvSpPr>
          <p:cNvPr id="33" name="Connector 33">
            <a:extLst xmlns:a="http://schemas.openxmlformats.org/drawingml/2006/main">
              <a:ext uri="{FF2B5EF4-FFF2-40B4-BE49-F238E27FC236}">
                <a16:creationId xmlns:a16="http://schemas.microsoft.com/office/drawing/2014/main" id="{7073A961-D74D-437B-B271-39F4D0409A24}"/>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34" name="Text 34">
            <a:extLst xmlns:a="http://schemas.openxmlformats.org/drawingml/2006/main">
              <a:ext uri="{FF2B5EF4-FFF2-40B4-BE49-F238E27FC236}">
                <a16:creationId xmlns:a16="http://schemas.microsoft.com/office/drawing/2014/main" id="{FB90D7D2-F504-40EB-AF36-4FFE28215666}"/>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35" name="Text 35">
            <a:extLst xmlns:a="http://schemas.openxmlformats.org/drawingml/2006/main">
              <a:ext uri="{FF2B5EF4-FFF2-40B4-BE49-F238E27FC236}">
                <a16:creationId xmlns:a16="http://schemas.microsoft.com/office/drawing/2014/main" id="{1714AD15-1C82-49E4-BCF0-C43C3FF8A8EB}"/>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12</a:t>
            </a:r>
            <a:endParaRPr sz="1000"/>
          </a:p>
        </p:txBody>
      </p:sp>
    </p:spTree>
    <p:extLst>
      <p:ext uri="{BB962C8B-B14F-4D97-AF65-F5344CB8AC3E}">
        <p14:creationId xmlns:p14="http://schemas.microsoft.com/office/powerpoint/2010/main" val="2088826726"/>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24FFE5D1-F3D4-463D-B6B9-532588ADFF3C}"/>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FEEDBACK-LOOP VELOCITY</a:t>
            </a:r>
            <a:endParaRPr sz="1100"/>
          </a:p>
        </p:txBody>
      </p:sp>
      <p:sp>
        <p:nvSpPr>
          <p:cNvPr id="3" name="Text 3">
            <a:extLst xmlns:a="http://schemas.openxmlformats.org/drawingml/2006/main">
              <a:ext uri="{FF2B5EF4-FFF2-40B4-BE49-F238E27FC236}">
                <a16:creationId xmlns:a16="http://schemas.microsoft.com/office/drawing/2014/main" id="{1E6CEC28-A083-42B6-AEFE-BD0F2AE22650}"/>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AI assistance shortened reaction time between machine checks</a:t>
            </a:r>
            <a:endParaRPr sz="3000"/>
          </a:p>
        </p:txBody>
      </p:sp>
      <p:sp>
        <p:nvSpPr>
          <p:cNvPr id="4" name="Text 4">
            <a:extLst xmlns:a="http://schemas.openxmlformats.org/drawingml/2006/main">
              <a:ext uri="{FF2B5EF4-FFF2-40B4-BE49-F238E27FC236}">
                <a16:creationId xmlns:a16="http://schemas.microsoft.com/office/drawing/2014/main" id="{47E2F7DA-9031-4396-987E-B6427B540993}"/>
              </a:ext>
            </a:extLst>
          </p:cNvPr>
          <p:cNvSpPr>
            <a:spLocks xmlns:a="http://schemas.openxmlformats.org/drawingml/2006/main" noGrp="1"/>
          </p:cNvSpPr>
          <p:nvPr/>
        </p:nvSpPr>
        <p:spPr>
          <a:xfrm xmlns:a="http://schemas.openxmlformats.org/drawingml/2006/main">
            <a:off x="628650" y="1466850"/>
            <a:ext cx="4857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120">
                <a:solidFill>
                  <a:srgbClr val="D71920"/>
                </a:solidFill>
                <a:latin typeface="Arial"/>
                <a:ea typeface="Arial"/>
                <a:cs typeface="Arial"/>
              </a:rPr>
              <a:t>OBSERVED WITH AI ASSISTANCE</a:t>
            </a:r>
            <a:endParaRPr sz="1200"/>
          </a:p>
        </p:txBody>
      </p:sp>
      <p:sp>
        <p:nvSpPr>
          <p:cNvPr id="5" name="Text 5">
            <a:extLst xmlns:a="http://schemas.openxmlformats.org/drawingml/2006/main">
              <a:ext uri="{FF2B5EF4-FFF2-40B4-BE49-F238E27FC236}">
                <a16:creationId xmlns:a16="http://schemas.microsoft.com/office/drawing/2014/main" id="{2B5EA9C3-0AC7-4C4B-876C-61B0601E83A4}"/>
              </a:ext>
            </a:extLst>
          </p:cNvPr>
          <p:cNvSpPr>
            <a:spLocks xmlns:a="http://schemas.openxmlformats.org/drawingml/2006/main" noGrp="1"/>
          </p:cNvSpPr>
          <p:nvPr/>
        </p:nvSpPr>
        <p:spPr>
          <a:xfrm xmlns:a="http://schemas.openxmlformats.org/drawingml/2006/main">
            <a:off x="6705600" y="1466850"/>
            <a:ext cx="4857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90">
                <a:solidFill>
                  <a:srgbClr val="2A5B84"/>
                </a:solidFill>
                <a:latin typeface="Arial"/>
                <a:ea typeface="Arial"/>
                <a:cs typeface="Arial"/>
              </a:rPr>
              <a:t>HUMAN ALONE, PARAMETRIC ESTIMATE</a:t>
            </a:r>
            <a:endParaRPr sz="1200"/>
          </a:p>
        </p:txBody>
      </p:sp>
      <p:sp>
        <p:nvSpPr>
          <p:cNvPr id="6" name="Connector 6">
            <a:extLst xmlns:a="http://schemas.openxmlformats.org/drawingml/2006/main">
              <a:ext uri="{FF2B5EF4-FFF2-40B4-BE49-F238E27FC236}">
                <a16:creationId xmlns:a16="http://schemas.microsoft.com/office/drawing/2014/main" id="{6C0A1B88-49FD-48E1-844E-30CAC87408AD}"/>
              </a:ext>
            </a:extLst>
          </p:cNvPr>
          <p:cNvSpPr>
            <a:spLocks xmlns:a="http://schemas.openxmlformats.org/drawingml/2006/main" noGrp="1"/>
          </p:cNvSpPr>
          <p:nvPr/>
        </p:nvSpPr>
        <p:spPr>
          <a:xfrm xmlns:a="http://schemas.openxmlformats.org/drawingml/2006/main">
            <a:off x="6096000" y="1619250"/>
            <a:ext cx="0" cy="3905250"/>
          </a:xfrm>
          <a:prstGeom xmlns:a="http://schemas.openxmlformats.org/drawingml/2006/main" prst="line">
            <a:avLst/>
          </a:prstGeom>
          <a:ln xmlns:a="http://schemas.openxmlformats.org/drawingml/2006/main" w="25400">
            <a:solidFill>
              <a:srgbClr val="D9DEE3"/>
            </a:solidFill>
          </a:ln>
        </p:spPr>
      </p:sp>
      <p:sp>
        <p:nvSpPr>
          <p:cNvPr id="7" name="Shape 7">
            <a:extLst xmlns:a="http://schemas.openxmlformats.org/drawingml/2006/main">
              <a:ext uri="{FF2B5EF4-FFF2-40B4-BE49-F238E27FC236}">
                <a16:creationId xmlns:a16="http://schemas.microsoft.com/office/drawing/2014/main" id="{7C18725F-B5DB-4F62-B556-9BEBE9330AF0}"/>
              </a:ext>
            </a:extLst>
          </p:cNvPr>
          <p:cNvSpPr>
            <a:spLocks xmlns:a="http://schemas.openxmlformats.org/drawingml/2006/main" noGrp="1"/>
          </p:cNvSpPr>
          <p:nvPr/>
        </p:nvSpPr>
        <p:spPr>
          <a:xfrm xmlns:a="http://schemas.openxmlformats.org/drawingml/2006/main">
            <a:off x="666750" y="1809750"/>
            <a:ext cx="514350" cy="5143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D71920"/>
            </a:solidFill>
          </a:ln>
        </p:spPr>
      </p:sp>
      <p:pic>
        <p:nvPicPr>
          <p:cNvPr id="51" name="Picture 8"/>
          <p:cNvPicPr>
            <a:picLocks xmlns:a="http://schemas.openxmlformats.org/drawingml/2006/main" noChangeAspect="1"/>
          </p:cNvPicPr>
          <p:nvPr/>
        </p:nvPicPr>
        <p:blipFill>
          <a:blip xmlns:r="http://schemas.openxmlformats.org/officeDocument/2006/relationships" xmlns:a="http://schemas.openxmlformats.org/drawingml/2006/main" r:embed="Rb029f669d49147cd"/>
          <a:stretch xmlns:a="http://schemas.openxmlformats.org/drawingml/2006/main">
            <a:fillRect l="0" t="0" r="0" b="0"/>
          </a:stretch>
        </p:blipFill>
        <p:spPr>
          <a:xfrm xmlns:a="http://schemas.openxmlformats.org/drawingml/2006/main">
            <a:off x="800100" y="1943100"/>
            <a:ext cx="247650" cy="247650"/>
          </a:xfrm>
          <a:prstGeom xmlns:a="http://schemas.openxmlformats.org/drawingml/2006/main" prst="rect">
            <a:avLst/>
          </a:prstGeom>
          <a:ln xmlns:a="http://schemas.openxmlformats.org/drawingml/2006/main">
            <a:noFill/>
          </a:ln>
        </p:spPr>
      </p:pic>
      <p:sp>
        <p:nvSpPr>
          <p:cNvPr id="9" name="Text 9">
            <a:extLst xmlns:a="http://schemas.openxmlformats.org/drawingml/2006/main">
              <a:ext uri="{FF2B5EF4-FFF2-40B4-BE49-F238E27FC236}">
                <a16:creationId xmlns:a16="http://schemas.microsoft.com/office/drawing/2014/main" id="{3D4C6C0B-2925-449F-A9D3-80D41D5C1FBE}"/>
              </a:ext>
            </a:extLst>
          </p:cNvPr>
          <p:cNvSpPr>
            <a:spLocks xmlns:a="http://schemas.openxmlformats.org/drawingml/2006/main" noGrp="1"/>
          </p:cNvSpPr>
          <p:nvPr/>
        </p:nvSpPr>
        <p:spPr>
          <a:xfrm xmlns:a="http://schemas.openxmlformats.org/drawingml/2006/main">
            <a:off x="1371600" y="1790700"/>
            <a:ext cx="2247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PR opened to merged</a:t>
            </a:r>
            <a:endParaRPr sz="1500"/>
          </a:p>
        </p:txBody>
      </p:sp>
      <p:sp>
        <p:nvSpPr>
          <p:cNvPr id="10" name="Text 10">
            <a:extLst xmlns:a="http://schemas.openxmlformats.org/drawingml/2006/main">
              <a:ext uri="{FF2B5EF4-FFF2-40B4-BE49-F238E27FC236}">
                <a16:creationId xmlns:a16="http://schemas.microsoft.com/office/drawing/2014/main" id="{ACB34ADC-1C63-42B0-92B5-A7C7E6C7C0B9}"/>
              </a:ext>
            </a:extLst>
          </p:cNvPr>
          <p:cNvSpPr>
            <a:spLocks xmlns:a="http://schemas.openxmlformats.org/drawingml/2006/main" noGrp="1"/>
          </p:cNvSpPr>
          <p:nvPr/>
        </p:nvSpPr>
        <p:spPr>
          <a:xfrm xmlns:a="http://schemas.openxmlformats.org/drawingml/2006/main">
            <a:off x="3771900" y="1771650"/>
            <a:ext cx="1809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2000" b="1">
                <a:solidFill>
                  <a:srgbClr val="D71920"/>
                </a:solidFill>
                <a:latin typeface="Arial"/>
                <a:ea typeface="Arial"/>
                <a:cs typeface="Arial"/>
              </a:rPr>
              <a:t>1.0 h</a:t>
            </a:r>
            <a:endParaRPr sz="2000"/>
          </a:p>
        </p:txBody>
      </p:sp>
      <p:sp>
        <p:nvSpPr>
          <p:cNvPr id="11" name="Text 11">
            <a:extLst xmlns:a="http://schemas.openxmlformats.org/drawingml/2006/main">
              <a:ext uri="{FF2B5EF4-FFF2-40B4-BE49-F238E27FC236}">
                <a16:creationId xmlns:a16="http://schemas.microsoft.com/office/drawing/2014/main" id="{CE128B60-0BD7-4B30-B422-69B69CA0A04A}"/>
              </a:ext>
            </a:extLst>
          </p:cNvPr>
          <p:cNvSpPr>
            <a:spLocks xmlns:a="http://schemas.openxmlformats.org/drawingml/2006/main" noGrp="1"/>
          </p:cNvSpPr>
          <p:nvPr/>
        </p:nvSpPr>
        <p:spPr>
          <a:xfrm xmlns:a="http://schemas.openxmlformats.org/drawingml/2006/main">
            <a:off x="1371600" y="2105025"/>
            <a:ext cx="42100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0">
                <a:solidFill>
                  <a:srgbClr val="5D6873"/>
                </a:solidFill>
                <a:latin typeface="Arial"/>
                <a:ea typeface="Arial"/>
                <a:cs typeface="Arial"/>
              </a:rPr>
              <a:t>Median   P75 7.5 h   P95 15.9 h</a:t>
            </a:r>
            <a:endParaRPr sz="1100"/>
          </a:p>
        </p:txBody>
      </p:sp>
      <p:sp>
        <p:nvSpPr>
          <p:cNvPr id="12" name="Shape 12">
            <a:extLst xmlns:a="http://schemas.openxmlformats.org/drawingml/2006/main">
              <a:ext uri="{FF2B5EF4-FFF2-40B4-BE49-F238E27FC236}">
                <a16:creationId xmlns:a16="http://schemas.microsoft.com/office/drawing/2014/main" id="{761A5923-39E6-4176-A1A7-C50A6B114B46}"/>
              </a:ext>
            </a:extLst>
          </p:cNvPr>
          <p:cNvSpPr>
            <a:spLocks xmlns:a="http://schemas.openxmlformats.org/drawingml/2006/main" noGrp="1"/>
          </p:cNvSpPr>
          <p:nvPr/>
        </p:nvSpPr>
        <p:spPr>
          <a:xfrm xmlns:a="http://schemas.openxmlformats.org/drawingml/2006/main">
            <a:off x="666750" y="2724150"/>
            <a:ext cx="514350" cy="5143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B46B13"/>
            </a:solidFill>
          </a:ln>
        </p:spPr>
      </p:sp>
      <p:pic>
        <p:nvPicPr>
          <p:cNvPr id="56" name="Picture 13"/>
          <p:cNvPicPr>
            <a:picLocks xmlns:a="http://schemas.openxmlformats.org/drawingml/2006/main" noChangeAspect="1"/>
          </p:cNvPicPr>
          <p:nvPr/>
        </p:nvPicPr>
        <p:blipFill>
          <a:blip xmlns:r="http://schemas.openxmlformats.org/officeDocument/2006/relationships" xmlns:a="http://schemas.openxmlformats.org/drawingml/2006/main" r:embed="R4f401765fca440a6"/>
          <a:stretch xmlns:a="http://schemas.openxmlformats.org/drawingml/2006/main">
            <a:fillRect l="0" t="0" r="0" b="0"/>
          </a:stretch>
        </p:blipFill>
        <p:spPr>
          <a:xfrm xmlns:a="http://schemas.openxmlformats.org/drawingml/2006/main">
            <a:off x="800100" y="2857500"/>
            <a:ext cx="247650" cy="247650"/>
          </a:xfrm>
          <a:prstGeom xmlns:a="http://schemas.openxmlformats.org/drawingml/2006/main" prst="rect">
            <a:avLst/>
          </a:prstGeom>
          <a:ln xmlns:a="http://schemas.openxmlformats.org/drawingml/2006/main">
            <a:noFill/>
          </a:ln>
        </p:spPr>
      </p:pic>
      <p:sp>
        <p:nvSpPr>
          <p:cNvPr id="14" name="Text 14">
            <a:extLst xmlns:a="http://schemas.openxmlformats.org/drawingml/2006/main">
              <a:ext uri="{FF2B5EF4-FFF2-40B4-BE49-F238E27FC236}">
                <a16:creationId xmlns:a16="http://schemas.microsoft.com/office/drawing/2014/main" id="{C6E5BD3D-36DA-41A5-A9C5-DE04167670D5}"/>
              </a:ext>
            </a:extLst>
          </p:cNvPr>
          <p:cNvSpPr>
            <a:spLocks xmlns:a="http://schemas.openxmlformats.org/drawingml/2006/main" noGrp="1"/>
          </p:cNvSpPr>
          <p:nvPr/>
        </p:nvSpPr>
        <p:spPr>
          <a:xfrm xmlns:a="http://schemas.openxmlformats.org/drawingml/2006/main">
            <a:off x="1371600" y="2705100"/>
            <a:ext cx="2247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Failed CI to next attempt</a:t>
            </a:r>
            <a:endParaRPr sz="1500"/>
          </a:p>
        </p:txBody>
      </p:sp>
      <p:sp>
        <p:nvSpPr>
          <p:cNvPr id="15" name="Text 15">
            <a:extLst xmlns:a="http://schemas.openxmlformats.org/drawingml/2006/main">
              <a:ext uri="{FF2B5EF4-FFF2-40B4-BE49-F238E27FC236}">
                <a16:creationId xmlns:a16="http://schemas.microsoft.com/office/drawing/2014/main" id="{04B26B8C-5710-40B0-8D19-7656F71153D9}"/>
              </a:ext>
            </a:extLst>
          </p:cNvPr>
          <p:cNvSpPr>
            <a:spLocks xmlns:a="http://schemas.openxmlformats.org/drawingml/2006/main" noGrp="1"/>
          </p:cNvSpPr>
          <p:nvPr/>
        </p:nvSpPr>
        <p:spPr>
          <a:xfrm xmlns:a="http://schemas.openxmlformats.org/drawingml/2006/main">
            <a:off x="3771900" y="2686050"/>
            <a:ext cx="1809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2000" b="1">
                <a:solidFill>
                  <a:srgbClr val="B46B13"/>
                </a:solidFill>
                <a:latin typeface="Arial"/>
                <a:ea typeface="Arial"/>
                <a:cs typeface="Arial"/>
              </a:rPr>
              <a:t>5.6 min</a:t>
            </a:r>
            <a:endParaRPr sz="2000"/>
          </a:p>
        </p:txBody>
      </p:sp>
      <p:sp>
        <p:nvSpPr>
          <p:cNvPr id="16" name="Text 16">
            <a:extLst xmlns:a="http://schemas.openxmlformats.org/drawingml/2006/main">
              <a:ext uri="{FF2B5EF4-FFF2-40B4-BE49-F238E27FC236}">
                <a16:creationId xmlns:a16="http://schemas.microsoft.com/office/drawing/2014/main" id="{18EEDF7B-9357-4EF9-AECA-F837104F9ACB}"/>
              </a:ext>
            </a:extLst>
          </p:cNvPr>
          <p:cNvSpPr>
            <a:spLocks xmlns:a="http://schemas.openxmlformats.org/drawingml/2006/main" noGrp="1"/>
          </p:cNvSpPr>
          <p:nvPr/>
        </p:nvSpPr>
        <p:spPr>
          <a:xfrm xmlns:a="http://schemas.openxmlformats.org/drawingml/2006/main">
            <a:off x="1371600" y="3019425"/>
            <a:ext cx="42100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0">
                <a:solidFill>
                  <a:srgbClr val="5D6873"/>
                </a:solidFill>
                <a:latin typeface="Arial"/>
                <a:ea typeface="Arial"/>
                <a:cs typeface="Arial"/>
              </a:rPr>
              <a:t>Median   P75 13.5 min   P95 33.2 min</a:t>
            </a:r>
            <a:endParaRPr sz="1100"/>
          </a:p>
        </p:txBody>
      </p:sp>
      <p:sp>
        <p:nvSpPr>
          <p:cNvPr id="17" name="Shape 17">
            <a:extLst xmlns:a="http://schemas.openxmlformats.org/drawingml/2006/main">
              <a:ext uri="{FF2B5EF4-FFF2-40B4-BE49-F238E27FC236}">
                <a16:creationId xmlns:a16="http://schemas.microsoft.com/office/drawing/2014/main" id="{AED859C3-BAB4-4D27-8663-6F63FE81A4CC}"/>
              </a:ext>
            </a:extLst>
          </p:cNvPr>
          <p:cNvSpPr>
            <a:spLocks xmlns:a="http://schemas.openxmlformats.org/drawingml/2006/main" noGrp="1"/>
          </p:cNvSpPr>
          <p:nvPr/>
        </p:nvSpPr>
        <p:spPr>
          <a:xfrm xmlns:a="http://schemas.openxmlformats.org/drawingml/2006/main">
            <a:off x="666750" y="3638550"/>
            <a:ext cx="514350" cy="5143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61" name="Picture 18"/>
          <p:cNvPicPr>
            <a:picLocks xmlns:a="http://schemas.openxmlformats.org/drawingml/2006/main" noChangeAspect="1"/>
          </p:cNvPicPr>
          <p:nvPr/>
        </p:nvPicPr>
        <p:blipFill>
          <a:blip xmlns:r="http://schemas.openxmlformats.org/officeDocument/2006/relationships" xmlns:a="http://schemas.openxmlformats.org/drawingml/2006/main" r:embed="Rf6d78988cbbf45da"/>
          <a:stretch xmlns:a="http://schemas.openxmlformats.org/drawingml/2006/main">
            <a:fillRect l="0" t="0" r="0" b="0"/>
          </a:stretch>
        </p:blipFill>
        <p:spPr>
          <a:xfrm xmlns:a="http://schemas.openxmlformats.org/drawingml/2006/main">
            <a:off x="800100" y="3771900"/>
            <a:ext cx="247650" cy="247650"/>
          </a:xfrm>
          <a:prstGeom xmlns:a="http://schemas.openxmlformats.org/drawingml/2006/main" prst="rect">
            <a:avLst/>
          </a:prstGeom>
          <a:ln xmlns:a="http://schemas.openxmlformats.org/drawingml/2006/main">
            <a:noFill/>
          </a:ln>
        </p:spPr>
      </p:pic>
      <p:sp>
        <p:nvSpPr>
          <p:cNvPr id="19" name="Text 19">
            <a:extLst xmlns:a="http://schemas.openxmlformats.org/drawingml/2006/main">
              <a:ext uri="{FF2B5EF4-FFF2-40B4-BE49-F238E27FC236}">
                <a16:creationId xmlns:a16="http://schemas.microsoft.com/office/drawing/2014/main" id="{0F663E78-66B9-41A6-9E44-AF357943FCA8}"/>
              </a:ext>
            </a:extLst>
          </p:cNvPr>
          <p:cNvSpPr>
            <a:spLocks xmlns:a="http://schemas.openxmlformats.org/drawingml/2006/main" noGrp="1"/>
          </p:cNvSpPr>
          <p:nvPr/>
        </p:nvSpPr>
        <p:spPr>
          <a:xfrm xmlns:a="http://schemas.openxmlformats.org/drawingml/2006/main">
            <a:off x="1371600" y="3619500"/>
            <a:ext cx="2247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Workflow execution</a:t>
            </a:r>
            <a:endParaRPr sz="1500"/>
          </a:p>
        </p:txBody>
      </p:sp>
      <p:sp>
        <p:nvSpPr>
          <p:cNvPr id="20" name="Text 20">
            <a:extLst xmlns:a="http://schemas.openxmlformats.org/drawingml/2006/main">
              <a:ext uri="{FF2B5EF4-FFF2-40B4-BE49-F238E27FC236}">
                <a16:creationId xmlns:a16="http://schemas.microsoft.com/office/drawing/2014/main" id="{ABD9DCD0-8D77-4660-84FD-33E801EC78B5}"/>
              </a:ext>
            </a:extLst>
          </p:cNvPr>
          <p:cNvSpPr>
            <a:spLocks xmlns:a="http://schemas.openxmlformats.org/drawingml/2006/main" noGrp="1"/>
          </p:cNvSpPr>
          <p:nvPr/>
        </p:nvSpPr>
        <p:spPr>
          <a:xfrm xmlns:a="http://schemas.openxmlformats.org/drawingml/2006/main">
            <a:off x="3771900" y="3600450"/>
            <a:ext cx="1809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2000" b="1">
                <a:solidFill>
                  <a:srgbClr val="1F7A5A"/>
                </a:solidFill>
                <a:latin typeface="Arial"/>
                <a:ea typeface="Arial"/>
                <a:cs typeface="Arial"/>
              </a:rPr>
              <a:t>1.25 min</a:t>
            </a:r>
            <a:endParaRPr sz="2000"/>
          </a:p>
        </p:txBody>
      </p:sp>
      <p:sp>
        <p:nvSpPr>
          <p:cNvPr id="21" name="Text 21">
            <a:extLst xmlns:a="http://schemas.openxmlformats.org/drawingml/2006/main">
              <a:ext uri="{FF2B5EF4-FFF2-40B4-BE49-F238E27FC236}">
                <a16:creationId xmlns:a16="http://schemas.microsoft.com/office/drawing/2014/main" id="{243706B2-3568-4694-8B63-BE114D8963AF}"/>
              </a:ext>
            </a:extLst>
          </p:cNvPr>
          <p:cNvSpPr>
            <a:spLocks xmlns:a="http://schemas.openxmlformats.org/drawingml/2006/main" noGrp="1"/>
          </p:cNvSpPr>
          <p:nvPr/>
        </p:nvSpPr>
        <p:spPr>
          <a:xfrm xmlns:a="http://schemas.openxmlformats.org/drawingml/2006/main">
            <a:off x="1371600" y="3933825"/>
            <a:ext cx="42100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0">
                <a:solidFill>
                  <a:srgbClr val="5D6873"/>
                </a:solidFill>
                <a:latin typeface="Arial"/>
                <a:ea typeface="Arial"/>
                <a:cs typeface="Arial"/>
              </a:rPr>
              <a:t>Median   success 4.0 min   failure 2.1 min</a:t>
            </a:r>
            <a:endParaRPr sz="1100"/>
          </a:p>
        </p:txBody>
      </p:sp>
      <p:sp>
        <p:nvSpPr>
          <p:cNvPr id="22" name="Shape 22">
            <a:extLst xmlns:a="http://schemas.openxmlformats.org/drawingml/2006/main">
              <a:ext uri="{FF2B5EF4-FFF2-40B4-BE49-F238E27FC236}">
                <a16:creationId xmlns:a16="http://schemas.microsoft.com/office/drawing/2014/main" id="{00CC9A8E-5C38-4962-903B-DD3687B15619}"/>
              </a:ext>
            </a:extLst>
          </p:cNvPr>
          <p:cNvSpPr>
            <a:spLocks xmlns:a="http://schemas.openxmlformats.org/drawingml/2006/main" noGrp="1"/>
          </p:cNvSpPr>
          <p:nvPr/>
        </p:nvSpPr>
        <p:spPr>
          <a:xfrm xmlns:a="http://schemas.openxmlformats.org/drawingml/2006/main">
            <a:off x="666750" y="4552950"/>
            <a:ext cx="514350" cy="5143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66" name="Picture 23"/>
          <p:cNvPicPr>
            <a:picLocks xmlns:a="http://schemas.openxmlformats.org/drawingml/2006/main" noChangeAspect="1"/>
          </p:cNvPicPr>
          <p:nvPr/>
        </p:nvPicPr>
        <p:blipFill>
          <a:blip xmlns:r="http://schemas.openxmlformats.org/officeDocument/2006/relationships" xmlns:a="http://schemas.openxmlformats.org/drawingml/2006/main" r:embed="Rc6498391416649c6"/>
          <a:stretch xmlns:a="http://schemas.openxmlformats.org/drawingml/2006/main">
            <a:fillRect l="0" t="0" r="0" b="0"/>
          </a:stretch>
        </p:blipFill>
        <p:spPr>
          <a:xfrm xmlns:a="http://schemas.openxmlformats.org/drawingml/2006/main">
            <a:off x="800100" y="4686300"/>
            <a:ext cx="247650" cy="247650"/>
          </a:xfrm>
          <a:prstGeom xmlns:a="http://schemas.openxmlformats.org/drawingml/2006/main" prst="rect">
            <a:avLst/>
          </a:prstGeom>
          <a:ln xmlns:a="http://schemas.openxmlformats.org/drawingml/2006/main">
            <a:noFill/>
          </a:ln>
        </p:spPr>
      </p:pic>
      <p:sp>
        <p:nvSpPr>
          <p:cNvPr id="24" name="Text 24">
            <a:extLst xmlns:a="http://schemas.openxmlformats.org/drawingml/2006/main">
              <a:ext uri="{FF2B5EF4-FFF2-40B4-BE49-F238E27FC236}">
                <a16:creationId xmlns:a16="http://schemas.microsoft.com/office/drawing/2014/main" id="{DC2A016B-8C7A-4E32-9031-BAAE5CEAA3D6}"/>
              </a:ext>
            </a:extLst>
          </p:cNvPr>
          <p:cNvSpPr>
            <a:spLocks xmlns:a="http://schemas.openxmlformats.org/drawingml/2006/main" noGrp="1"/>
          </p:cNvSpPr>
          <p:nvPr/>
        </p:nvSpPr>
        <p:spPr>
          <a:xfrm xmlns:a="http://schemas.openxmlformats.org/drawingml/2006/main">
            <a:off x="1371600" y="4533900"/>
            <a:ext cx="2247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Issue opened to closed</a:t>
            </a:r>
            <a:endParaRPr sz="1500"/>
          </a:p>
        </p:txBody>
      </p:sp>
      <p:sp>
        <p:nvSpPr>
          <p:cNvPr id="25" name="Text 25">
            <a:extLst xmlns:a="http://schemas.openxmlformats.org/drawingml/2006/main">
              <a:ext uri="{FF2B5EF4-FFF2-40B4-BE49-F238E27FC236}">
                <a16:creationId xmlns:a16="http://schemas.microsoft.com/office/drawing/2014/main" id="{94EC90D4-95F2-4A39-B3AD-31028A6B0865}"/>
              </a:ext>
            </a:extLst>
          </p:cNvPr>
          <p:cNvSpPr>
            <a:spLocks xmlns:a="http://schemas.openxmlformats.org/drawingml/2006/main" noGrp="1"/>
          </p:cNvSpPr>
          <p:nvPr/>
        </p:nvSpPr>
        <p:spPr>
          <a:xfrm xmlns:a="http://schemas.openxmlformats.org/drawingml/2006/main">
            <a:off x="3771900" y="4514850"/>
            <a:ext cx="1809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2000" b="1">
                <a:solidFill>
                  <a:srgbClr val="2A5B84"/>
                </a:solidFill>
                <a:latin typeface="Arial"/>
                <a:ea typeface="Arial"/>
                <a:cs typeface="Arial"/>
              </a:rPr>
              <a:t>3.0 h</a:t>
            </a:r>
            <a:endParaRPr sz="2000"/>
          </a:p>
        </p:txBody>
      </p:sp>
      <p:sp>
        <p:nvSpPr>
          <p:cNvPr id="26" name="Text 26">
            <a:extLst xmlns:a="http://schemas.openxmlformats.org/drawingml/2006/main">
              <a:ext uri="{FF2B5EF4-FFF2-40B4-BE49-F238E27FC236}">
                <a16:creationId xmlns:a16="http://schemas.microsoft.com/office/drawing/2014/main" id="{826D7646-02B0-43D3-9905-31886AB96AC1}"/>
              </a:ext>
            </a:extLst>
          </p:cNvPr>
          <p:cNvSpPr>
            <a:spLocks xmlns:a="http://schemas.openxmlformats.org/drawingml/2006/main" noGrp="1"/>
          </p:cNvSpPr>
          <p:nvPr/>
        </p:nvSpPr>
        <p:spPr>
          <a:xfrm xmlns:a="http://schemas.openxmlformats.org/drawingml/2006/main">
            <a:off x="1371600" y="4848225"/>
            <a:ext cx="42100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0">
                <a:solidFill>
                  <a:srgbClr val="5D6873"/>
                </a:solidFill>
                <a:latin typeface="Arial"/>
                <a:ea typeface="Arial"/>
                <a:cs typeface="Arial"/>
              </a:rPr>
              <a:t>Median   P75 11.3 h   P95 85.7 h</a:t>
            </a:r>
            <a:endParaRPr sz="1100"/>
          </a:p>
        </p:txBody>
      </p:sp>
      <p:sp>
        <p:nvSpPr>
          <p:cNvPr id="27" name="Text 27">
            <a:extLst xmlns:a="http://schemas.openxmlformats.org/drawingml/2006/main">
              <a:ext uri="{FF2B5EF4-FFF2-40B4-BE49-F238E27FC236}">
                <a16:creationId xmlns:a16="http://schemas.microsoft.com/office/drawing/2014/main" id="{646F62E0-96DA-49C4-8C44-D91C848C771F}"/>
              </a:ext>
            </a:extLst>
          </p:cNvPr>
          <p:cNvSpPr>
            <a:spLocks xmlns:a="http://schemas.openxmlformats.org/drawingml/2006/main" noGrp="1"/>
          </p:cNvSpPr>
          <p:nvPr/>
        </p:nvSpPr>
        <p:spPr>
          <a:xfrm xmlns:a="http://schemas.openxmlformats.org/drawingml/2006/main">
            <a:off x="6724650" y="1924050"/>
            <a:ext cx="4191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Exact workflow replay</a:t>
            </a:r>
            <a:endParaRPr sz="1700"/>
          </a:p>
        </p:txBody>
      </p:sp>
      <p:sp>
        <p:nvSpPr>
          <p:cNvPr id="28" name="Text 28">
            <a:extLst xmlns:a="http://schemas.openxmlformats.org/drawingml/2006/main">
              <a:ext uri="{FF2B5EF4-FFF2-40B4-BE49-F238E27FC236}">
                <a16:creationId xmlns:a16="http://schemas.microsoft.com/office/drawing/2014/main" id="{3263A7F6-ED8D-4DB6-B600-0D6329D0CF8A}"/>
              </a:ext>
            </a:extLst>
          </p:cNvPr>
          <p:cNvSpPr>
            <a:spLocks xmlns:a="http://schemas.openxmlformats.org/drawingml/2006/main" noGrp="1"/>
          </p:cNvSpPr>
          <p:nvPr/>
        </p:nvSpPr>
        <p:spPr>
          <a:xfrm xmlns:a="http://schemas.openxmlformats.org/drawingml/2006/main">
            <a:off x="6724650" y="2266950"/>
            <a:ext cx="419100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2000" b="1">
                <a:solidFill>
                  <a:srgbClr val="2A5B84"/>
                </a:solidFill>
                <a:latin typeface="Arial"/>
                <a:ea typeface="Arial"/>
                <a:cs typeface="Arial"/>
              </a:rPr>
              <a:t>140 to 170 workdays</a:t>
            </a:r>
            <a:endParaRPr sz="2000"/>
          </a:p>
          <a:p xmlns:a="http://schemas.openxmlformats.org/drawingml/2006/main">
            <a:pPr algn="l">
              <a:buNone/>
            </a:pPr>
            <a:r>
              <a:rPr sz="2000" b="1">
                <a:solidFill>
                  <a:srgbClr val="2A5B84"/>
                </a:solidFill>
                <a:latin typeface="Arial"/>
                <a:ea typeface="Arial"/>
                <a:cs typeface="Arial"/>
              </a:rPr>
              <a:t>Central estimate: 155</a:t>
            </a:r>
            <a:endParaRPr sz="2000"/>
          </a:p>
        </p:txBody>
      </p:sp>
      <p:sp>
        <p:nvSpPr>
          <p:cNvPr id="29" name="Connector 29">
            <a:extLst xmlns:a="http://schemas.openxmlformats.org/drawingml/2006/main">
              <a:ext uri="{FF2B5EF4-FFF2-40B4-BE49-F238E27FC236}">
                <a16:creationId xmlns:a16="http://schemas.microsoft.com/office/drawing/2014/main" id="{B329F7AD-481E-4330-8F7F-C89DC6449924}"/>
              </a:ext>
            </a:extLst>
          </p:cNvPr>
          <p:cNvSpPr>
            <a:spLocks xmlns:a="http://schemas.openxmlformats.org/drawingml/2006/main" noGrp="1"/>
          </p:cNvSpPr>
          <p:nvPr/>
        </p:nvSpPr>
        <p:spPr>
          <a:xfrm xmlns:a="http://schemas.openxmlformats.org/drawingml/2006/main">
            <a:off x="6724650" y="3009900"/>
            <a:ext cx="4171950" cy="0"/>
          </a:xfrm>
          <a:prstGeom xmlns:a="http://schemas.openxmlformats.org/drawingml/2006/main" prst="line">
            <a:avLst/>
          </a:prstGeom>
          <a:ln xmlns:a="http://schemas.openxmlformats.org/drawingml/2006/main" w="12700">
            <a:solidFill>
              <a:srgbClr val="D9DEE3"/>
            </a:solidFill>
          </a:ln>
        </p:spPr>
      </p:sp>
      <p:sp>
        <p:nvSpPr>
          <p:cNvPr id="30" name="Text 30">
            <a:extLst xmlns:a="http://schemas.openxmlformats.org/drawingml/2006/main">
              <a:ext uri="{FF2B5EF4-FFF2-40B4-BE49-F238E27FC236}">
                <a16:creationId xmlns:a16="http://schemas.microsoft.com/office/drawing/2014/main" id="{3F822175-772E-4A58-A1A8-C55600239AE7}"/>
              </a:ext>
            </a:extLst>
          </p:cNvPr>
          <p:cNvSpPr>
            <a:spLocks xmlns:a="http://schemas.openxmlformats.org/drawingml/2006/main" noGrp="1"/>
          </p:cNvSpPr>
          <p:nvPr/>
        </p:nvSpPr>
        <p:spPr>
          <a:xfrm xmlns:a="http://schemas.openxmlformats.org/drawingml/2006/main">
            <a:off x="6724650" y="3181350"/>
            <a:ext cx="4191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Normalized output rate</a:t>
            </a:r>
            <a:endParaRPr sz="1700"/>
          </a:p>
        </p:txBody>
      </p:sp>
      <p:sp>
        <p:nvSpPr>
          <p:cNvPr id="31" name="Text 31">
            <a:extLst xmlns:a="http://schemas.openxmlformats.org/drawingml/2006/main">
              <a:ext uri="{FF2B5EF4-FFF2-40B4-BE49-F238E27FC236}">
                <a16:creationId xmlns:a16="http://schemas.microsoft.com/office/drawing/2014/main" id="{0E2D9A17-5FED-41B9-85AB-C493C8CC55EB}"/>
              </a:ext>
            </a:extLst>
          </p:cNvPr>
          <p:cNvSpPr>
            <a:spLocks xmlns:a="http://schemas.openxmlformats.org/drawingml/2006/main" noGrp="1"/>
          </p:cNvSpPr>
          <p:nvPr/>
        </p:nvSpPr>
        <p:spPr>
          <a:xfrm xmlns:a="http://schemas.openxmlformats.org/drawingml/2006/main">
            <a:off x="6724650" y="3486150"/>
            <a:ext cx="41910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900" b="1">
                <a:solidFill>
                  <a:srgbClr val="2A5B84"/>
                </a:solidFill>
                <a:latin typeface="Arial"/>
                <a:ea typeface="Arial"/>
                <a:cs typeface="Arial"/>
              </a:rPr>
              <a:t>323 lines per workday</a:t>
            </a:r>
            <a:endParaRPr sz="1900"/>
          </a:p>
        </p:txBody>
      </p:sp>
      <p:sp>
        <p:nvSpPr>
          <p:cNvPr id="32" name="Text 32">
            <a:extLst xmlns:a="http://schemas.openxmlformats.org/drawingml/2006/main">
              <a:ext uri="{FF2B5EF4-FFF2-40B4-BE49-F238E27FC236}">
                <a16:creationId xmlns:a16="http://schemas.microsoft.com/office/drawing/2014/main" id="{8252C5B5-44AE-49A0-ABCB-FF1BA07C3DFD}"/>
              </a:ext>
            </a:extLst>
          </p:cNvPr>
          <p:cNvSpPr>
            <a:spLocks xmlns:a="http://schemas.openxmlformats.org/drawingml/2006/main" noGrp="1"/>
          </p:cNvSpPr>
          <p:nvPr/>
        </p:nvSpPr>
        <p:spPr>
          <a:xfrm xmlns:a="http://schemas.openxmlformats.org/drawingml/2006/main">
            <a:off x="6724650" y="3905250"/>
            <a:ext cx="4191000" cy="361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981B1E"/>
                </a:solidFill>
                <a:latin typeface="Arial"/>
                <a:ea typeface="Arial"/>
                <a:cs typeface="Arial"/>
              </a:rPr>
              <a:t>Observed: 7,142 lines per calendar day</a:t>
            </a:r>
            <a:endParaRPr sz="1300"/>
          </a:p>
        </p:txBody>
      </p:sp>
      <p:sp>
        <p:nvSpPr>
          <p:cNvPr id="33" name="Connector 33">
            <a:extLst xmlns:a="http://schemas.openxmlformats.org/drawingml/2006/main">
              <a:ext uri="{FF2B5EF4-FFF2-40B4-BE49-F238E27FC236}">
                <a16:creationId xmlns:a16="http://schemas.microsoft.com/office/drawing/2014/main" id="{A2714B5D-D026-4C50-A8DE-015B92C2E201}"/>
              </a:ext>
            </a:extLst>
          </p:cNvPr>
          <p:cNvSpPr>
            <a:spLocks xmlns:a="http://schemas.openxmlformats.org/drawingml/2006/main" noGrp="1"/>
          </p:cNvSpPr>
          <p:nvPr/>
        </p:nvSpPr>
        <p:spPr>
          <a:xfrm xmlns:a="http://schemas.openxmlformats.org/drawingml/2006/main">
            <a:off x="6724650" y="4400550"/>
            <a:ext cx="4171950" cy="0"/>
          </a:xfrm>
          <a:prstGeom xmlns:a="http://schemas.openxmlformats.org/drawingml/2006/main" prst="line">
            <a:avLst/>
          </a:prstGeom>
          <a:ln xmlns:a="http://schemas.openxmlformats.org/drawingml/2006/main" w="12700">
            <a:solidFill>
              <a:srgbClr val="D9DEE3"/>
            </a:solidFill>
          </a:ln>
        </p:spPr>
      </p:sp>
      <p:sp>
        <p:nvSpPr>
          <p:cNvPr id="34" name="Text 34">
            <a:extLst xmlns:a="http://schemas.openxmlformats.org/drawingml/2006/main">
              <a:ext uri="{FF2B5EF4-FFF2-40B4-BE49-F238E27FC236}">
                <a16:creationId xmlns:a16="http://schemas.microsoft.com/office/drawing/2014/main" id="{CE69E724-64C9-4C18-B625-45ADA86FD78E}"/>
              </a:ext>
            </a:extLst>
          </p:cNvPr>
          <p:cNvSpPr>
            <a:spLocks xmlns:a="http://schemas.openxmlformats.org/drawingml/2006/main" noGrp="1"/>
          </p:cNvSpPr>
          <p:nvPr/>
        </p:nvSpPr>
        <p:spPr>
          <a:xfrm xmlns:a="http://schemas.openxmlformats.org/drawingml/2006/main">
            <a:off x="6724650" y="4572000"/>
            <a:ext cx="4191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Failure recovery estimate</a:t>
            </a:r>
            <a:endParaRPr sz="1700"/>
          </a:p>
        </p:txBody>
      </p:sp>
      <p:sp>
        <p:nvSpPr>
          <p:cNvPr id="35" name="Text 35">
            <a:extLst xmlns:a="http://schemas.openxmlformats.org/drawingml/2006/main">
              <a:ext uri="{FF2B5EF4-FFF2-40B4-BE49-F238E27FC236}">
                <a16:creationId xmlns:a16="http://schemas.microsoft.com/office/drawing/2014/main" id="{36FA855D-D5FE-489E-B1FB-34DBC3B535DA}"/>
              </a:ext>
            </a:extLst>
          </p:cNvPr>
          <p:cNvSpPr>
            <a:spLocks xmlns:a="http://schemas.openxmlformats.org/drawingml/2006/main" noGrp="1"/>
          </p:cNvSpPr>
          <p:nvPr/>
        </p:nvSpPr>
        <p:spPr>
          <a:xfrm xmlns:a="http://schemas.openxmlformats.org/drawingml/2006/main">
            <a:off x="6724650" y="4895850"/>
            <a:ext cx="4191000" cy="628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800" b="1">
                <a:solidFill>
                  <a:srgbClr val="2A5B84"/>
                </a:solidFill>
                <a:latin typeface="Arial"/>
                <a:ea typeface="Arial"/>
                <a:cs typeface="Arial"/>
              </a:rPr>
              <a:t>Human alone: 60 to 120 min</a:t>
            </a:r>
            <a:endParaRPr sz="1800"/>
          </a:p>
          <a:p xmlns:a="http://schemas.openxmlformats.org/drawingml/2006/main">
            <a:pPr algn="l">
              <a:buNone/>
            </a:pPr>
            <a:r>
              <a:rPr sz="1800" b="1">
                <a:solidFill>
                  <a:srgbClr val="2A5B84"/>
                </a:solidFill>
                <a:latin typeface="Arial"/>
                <a:ea typeface="Arial"/>
                <a:cs typeface="Arial"/>
              </a:rPr>
              <a:t>Observed: 5.6 min</a:t>
            </a:r>
            <a:endParaRPr sz="1800"/>
          </a:p>
        </p:txBody>
      </p:sp>
      <p:sp>
        <p:nvSpPr>
          <p:cNvPr id="36" name="Shape 36">
            <a:extLst xmlns:a="http://schemas.openxmlformats.org/drawingml/2006/main">
              <a:ext uri="{FF2B5EF4-FFF2-40B4-BE49-F238E27FC236}">
                <a16:creationId xmlns:a16="http://schemas.microsoft.com/office/drawing/2014/main" id="{106D3FFD-D8E3-4010-8244-9E68FF44F7DF}"/>
              </a:ext>
            </a:extLst>
          </p:cNvPr>
          <p:cNvSpPr>
            <a:spLocks xmlns:a="http://schemas.openxmlformats.org/drawingml/2006/main" noGrp="1"/>
          </p:cNvSpPr>
          <p:nvPr/>
        </p:nvSpPr>
        <p:spPr>
          <a:xfrm xmlns:a="http://schemas.openxmlformats.org/drawingml/2006/main">
            <a:off x="1295400" y="5772150"/>
            <a:ext cx="9601200" cy="45720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37" name="Text 37">
            <a:extLst xmlns:a="http://schemas.openxmlformats.org/drawingml/2006/main">
              <a:ext uri="{FF2B5EF4-FFF2-40B4-BE49-F238E27FC236}">
                <a16:creationId xmlns:a16="http://schemas.microsoft.com/office/drawing/2014/main" id="{8663AB93-F9B2-4F81-BAFC-DB763BB05B70}"/>
              </a:ext>
            </a:extLst>
          </p:cNvPr>
          <p:cNvSpPr>
            <a:spLocks xmlns:a="http://schemas.openxmlformats.org/drawingml/2006/main" noGrp="1"/>
          </p:cNvSpPr>
          <p:nvPr/>
        </p:nvSpPr>
        <p:spPr>
          <a:xfrm xmlns:a="http://schemas.openxmlformats.org/drawingml/2006/main">
            <a:off x="1504950" y="5876925"/>
            <a:ext cx="91821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1">
                <a:solidFill>
                  <a:srgbClr val="FFFFFF"/>
                </a:solidFill>
                <a:latin typeface="Arial"/>
                <a:ea typeface="Arial"/>
                <a:cs typeface="Arial"/>
              </a:rPr>
              <a:t>Acceleration occurred between checks: diagnosis, correction, next SHA</a:t>
            </a:r>
            <a:endParaRPr sz="1300"/>
          </a:p>
        </p:txBody>
      </p:sp>
      <p:sp>
        <p:nvSpPr>
          <p:cNvPr id="38" name="Connector 38">
            <a:extLst xmlns:a="http://schemas.openxmlformats.org/drawingml/2006/main">
              <a:ext uri="{FF2B5EF4-FFF2-40B4-BE49-F238E27FC236}">
                <a16:creationId xmlns:a16="http://schemas.microsoft.com/office/drawing/2014/main" id="{5C6EC336-4BA9-4208-83E0-01A81423B722}"/>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39" name="Text 39">
            <a:extLst xmlns:a="http://schemas.openxmlformats.org/drawingml/2006/main">
              <a:ext uri="{FF2B5EF4-FFF2-40B4-BE49-F238E27FC236}">
                <a16:creationId xmlns:a16="http://schemas.microsoft.com/office/drawing/2014/main" id="{E628E8AA-758A-46F6-85BF-9A4D5DB6A3E1}"/>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40" name="Text 40">
            <a:extLst xmlns:a="http://schemas.openxmlformats.org/drawingml/2006/main">
              <a:ext uri="{FF2B5EF4-FFF2-40B4-BE49-F238E27FC236}">
                <a16:creationId xmlns:a16="http://schemas.microsoft.com/office/drawing/2014/main" id="{E4FAC083-742A-451B-BFD1-C520FEC60931}"/>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13</a:t>
            </a:r>
            <a:endParaRPr sz="1000"/>
          </a:p>
        </p:txBody>
      </p:sp>
    </p:spTree>
    <p:extLst>
      <p:ext uri="{BB962C8B-B14F-4D97-AF65-F5344CB8AC3E}">
        <p14:creationId xmlns:p14="http://schemas.microsoft.com/office/powerpoint/2010/main" val="437216742"/>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8B58B2AF-D31D-4ADD-A3C4-F30FD70E8C5F}"/>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CONCLUSION</a:t>
            </a:r>
            <a:endParaRPr sz="1100"/>
          </a:p>
        </p:txBody>
      </p:sp>
      <p:sp>
        <p:nvSpPr>
          <p:cNvPr id="3" name="Text 3">
            <a:extLst xmlns:a="http://schemas.openxmlformats.org/drawingml/2006/main">
              <a:ext uri="{FF2B5EF4-FFF2-40B4-BE49-F238E27FC236}">
                <a16:creationId xmlns:a16="http://schemas.microsoft.com/office/drawing/2014/main" id="{F010783F-4192-43DF-8CAA-543CD2FEB41E}"/>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The pilot validates a delivery cell while production scale remains the next test</a:t>
            </a:r>
            <a:endParaRPr sz="3000"/>
          </a:p>
        </p:txBody>
      </p:sp>
      <p:sp>
        <p:nvSpPr>
          <p:cNvPr id="4" name="Text 4">
            <a:extLst xmlns:a="http://schemas.openxmlformats.org/drawingml/2006/main">
              <a:ext uri="{FF2B5EF4-FFF2-40B4-BE49-F238E27FC236}">
                <a16:creationId xmlns:a16="http://schemas.microsoft.com/office/drawing/2014/main" id="{336E5165-380E-4BC7-A551-210A3AF2712A}"/>
              </a:ext>
            </a:extLst>
          </p:cNvPr>
          <p:cNvSpPr>
            <a:spLocks xmlns:a="http://schemas.openxmlformats.org/drawingml/2006/main" noGrp="1"/>
          </p:cNvSpPr>
          <p:nvPr/>
        </p:nvSpPr>
        <p:spPr>
          <a:xfrm xmlns:a="http://schemas.openxmlformats.org/drawingml/2006/main">
            <a:off x="685800" y="1619250"/>
            <a:ext cx="31432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140">
                <a:solidFill>
                  <a:srgbClr val="D71920"/>
                </a:solidFill>
                <a:latin typeface="Arial"/>
                <a:ea typeface="Arial"/>
                <a:cs typeface="Arial"/>
              </a:rPr>
              <a:t>CURRENTLY DEMONSTRATED</a:t>
            </a:r>
            <a:endParaRPr sz="1200"/>
          </a:p>
        </p:txBody>
      </p:sp>
      <p:sp>
        <p:nvSpPr>
          <p:cNvPr id="5" name="Shape 5">
            <a:extLst xmlns:a="http://schemas.openxmlformats.org/drawingml/2006/main">
              <a:ext uri="{FF2B5EF4-FFF2-40B4-BE49-F238E27FC236}">
                <a16:creationId xmlns:a16="http://schemas.microsoft.com/office/drawing/2014/main" id="{10809989-D431-4FBD-BD11-EFE19CEAF6EA}"/>
              </a:ext>
            </a:extLst>
          </p:cNvPr>
          <p:cNvSpPr>
            <a:spLocks xmlns:a="http://schemas.openxmlformats.org/drawingml/2006/main" noGrp="1"/>
          </p:cNvSpPr>
          <p:nvPr/>
        </p:nvSpPr>
        <p:spPr>
          <a:xfrm xmlns:a="http://schemas.openxmlformats.org/drawingml/2006/main">
            <a:off x="666750" y="2000250"/>
            <a:ext cx="4000500" cy="3143250"/>
          </a:xfrm>
          <a:prstGeom xmlns:a="http://schemas.openxmlformats.org/drawingml/2006/main" prst="roundRect">
            <a:avLst/>
          </a:prstGeom>
          <a:solidFill xmlns:a="http://schemas.openxmlformats.org/drawingml/2006/main">
            <a:srgbClr val="FFFFFF"/>
          </a:solidFill>
          <a:ln xmlns:a="http://schemas.openxmlformats.org/drawingml/2006/main" w="38100">
            <a:solidFill>
              <a:srgbClr val="D71920"/>
            </a:solidFill>
          </a:ln>
        </p:spPr>
      </p:sp>
      <p:sp>
        <p:nvSpPr>
          <p:cNvPr id="6" name="Shape 6">
            <a:extLst xmlns:a="http://schemas.openxmlformats.org/drawingml/2006/main">
              <a:ext uri="{FF2B5EF4-FFF2-40B4-BE49-F238E27FC236}">
                <a16:creationId xmlns:a16="http://schemas.microsoft.com/office/drawing/2014/main" id="{57D1A91D-F8DB-42AE-BF06-A00EFA96199A}"/>
              </a:ext>
            </a:extLst>
          </p:cNvPr>
          <p:cNvSpPr>
            <a:spLocks xmlns:a="http://schemas.openxmlformats.org/drawingml/2006/main" noGrp="1"/>
          </p:cNvSpPr>
          <p:nvPr/>
        </p:nvSpPr>
        <p:spPr>
          <a:xfrm xmlns:a="http://schemas.openxmlformats.org/drawingml/2006/main">
            <a:off x="1047750" y="2457450"/>
            <a:ext cx="876300" cy="876300"/>
          </a:xfrm>
          <a:prstGeom xmlns:a="http://schemas.openxmlformats.org/drawingml/2006/main" prst="ellipse">
            <a:avLst/>
          </a:prstGeom>
          <a:solidFill xmlns:a="http://schemas.openxmlformats.org/drawingml/2006/main">
            <a:srgbClr val="FCEBEC"/>
          </a:solidFill>
          <a:ln xmlns:a="http://schemas.openxmlformats.org/drawingml/2006/main" w="25400">
            <a:solidFill>
              <a:srgbClr val="D71920"/>
            </a:solidFill>
          </a:ln>
        </p:spPr>
      </p:sp>
      <p:pic>
        <p:nvPicPr>
          <p:cNvPr id="64" name="Picture 7"/>
          <p:cNvPicPr>
            <a:picLocks xmlns:a="http://schemas.openxmlformats.org/drawingml/2006/main" noChangeAspect="1"/>
          </p:cNvPicPr>
          <p:nvPr/>
        </p:nvPicPr>
        <p:blipFill>
          <a:blip xmlns:r="http://schemas.openxmlformats.org/officeDocument/2006/relationships" xmlns:a="http://schemas.openxmlformats.org/drawingml/2006/main" r:embed="R325e5788997d4965"/>
          <a:stretch xmlns:a="http://schemas.openxmlformats.org/drawingml/2006/main">
            <a:fillRect l="0" t="0" r="0" b="0"/>
          </a:stretch>
        </p:blipFill>
        <p:spPr>
          <a:xfrm xmlns:a="http://schemas.openxmlformats.org/drawingml/2006/main">
            <a:off x="1276350" y="2628900"/>
            <a:ext cx="419100" cy="419100"/>
          </a:xfrm>
          <a:prstGeom xmlns:a="http://schemas.openxmlformats.org/drawingml/2006/main" prst="rect">
            <a:avLst/>
          </a:prstGeom>
          <a:ln xmlns:a="http://schemas.openxmlformats.org/drawingml/2006/main">
            <a:noFill/>
          </a:ln>
        </p:spPr>
      </p:pic>
      <p:sp>
        <p:nvSpPr>
          <p:cNvPr id="8" name="Text 8">
            <a:extLst xmlns:a="http://schemas.openxmlformats.org/drawingml/2006/main">
              <a:ext uri="{FF2B5EF4-FFF2-40B4-BE49-F238E27FC236}">
                <a16:creationId xmlns:a16="http://schemas.microsoft.com/office/drawing/2014/main" id="{7CFAF991-F2CD-421F-8DF2-BB23657714DC}"/>
              </a:ext>
            </a:extLst>
          </p:cNvPr>
          <p:cNvSpPr>
            <a:spLocks xmlns:a="http://schemas.openxmlformats.org/drawingml/2006/main" noGrp="1"/>
          </p:cNvSpPr>
          <p:nvPr/>
        </p:nvSpPr>
        <p:spPr>
          <a:xfrm xmlns:a="http://schemas.openxmlformats.org/drawingml/2006/main">
            <a:off x="1047750" y="3371850"/>
            <a:ext cx="876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200" b="1">
                <a:solidFill>
                  <a:srgbClr val="981B1E"/>
                </a:solidFill>
                <a:latin typeface="Arial"/>
                <a:ea typeface="Arial"/>
                <a:cs typeface="Arial"/>
              </a:rPr>
              <a:t>HUMAN</a:t>
            </a:r>
            <a:endParaRPr sz="1200"/>
          </a:p>
        </p:txBody>
      </p:sp>
      <p:sp>
        <p:nvSpPr>
          <p:cNvPr id="9" name="Shape 9">
            <a:extLst xmlns:a="http://schemas.openxmlformats.org/drawingml/2006/main">
              <a:ext uri="{FF2B5EF4-FFF2-40B4-BE49-F238E27FC236}">
                <a16:creationId xmlns:a16="http://schemas.microsoft.com/office/drawing/2014/main" id="{940027DB-4E06-4F6F-B8D1-1EC1A0249ECB}"/>
              </a:ext>
            </a:extLst>
          </p:cNvPr>
          <p:cNvSpPr>
            <a:spLocks xmlns:a="http://schemas.openxmlformats.org/drawingml/2006/main" noGrp="1"/>
          </p:cNvSpPr>
          <p:nvPr/>
        </p:nvSpPr>
        <p:spPr>
          <a:xfrm xmlns:a="http://schemas.openxmlformats.org/drawingml/2006/main">
            <a:off x="2305050" y="2457450"/>
            <a:ext cx="876300" cy="876300"/>
          </a:xfrm>
          <a:prstGeom xmlns:a="http://schemas.openxmlformats.org/drawingml/2006/main" prst="ellipse">
            <a:avLst/>
          </a:prstGeom>
          <a:solidFill xmlns:a="http://schemas.openxmlformats.org/drawingml/2006/main">
            <a:srgbClr val="17212B"/>
          </a:solidFill>
          <a:ln xmlns:a="http://schemas.openxmlformats.org/drawingml/2006/main" w="12700">
            <a:solidFill>
              <a:srgbClr val="17212B"/>
            </a:solidFill>
          </a:ln>
        </p:spPr>
      </p:sp>
      <p:pic>
        <p:nvPicPr>
          <p:cNvPr id="67" name="Picture 10"/>
          <p:cNvPicPr>
            <a:picLocks xmlns:a="http://schemas.openxmlformats.org/drawingml/2006/main" noChangeAspect="1"/>
          </p:cNvPicPr>
          <p:nvPr/>
        </p:nvPicPr>
        <p:blipFill>
          <a:blip xmlns:r="http://schemas.openxmlformats.org/officeDocument/2006/relationships" xmlns:a="http://schemas.openxmlformats.org/drawingml/2006/main" r:embed="R53f6e0f2d1f54ac5"/>
          <a:stretch xmlns:a="http://schemas.openxmlformats.org/drawingml/2006/main">
            <a:fillRect l="0" t="0" r="0" b="0"/>
          </a:stretch>
        </p:blipFill>
        <p:spPr>
          <a:xfrm xmlns:a="http://schemas.openxmlformats.org/drawingml/2006/main">
            <a:off x="2533650" y="2628900"/>
            <a:ext cx="419100" cy="419100"/>
          </a:xfrm>
          <a:prstGeom xmlns:a="http://schemas.openxmlformats.org/drawingml/2006/main" prst="rect">
            <a:avLst/>
          </a:prstGeom>
          <a:ln xmlns:a="http://schemas.openxmlformats.org/drawingml/2006/main">
            <a:noFill/>
          </a:ln>
        </p:spPr>
      </p:pic>
      <p:sp>
        <p:nvSpPr>
          <p:cNvPr id="11" name="Text 11">
            <a:extLst xmlns:a="http://schemas.openxmlformats.org/drawingml/2006/main">
              <a:ext uri="{FF2B5EF4-FFF2-40B4-BE49-F238E27FC236}">
                <a16:creationId xmlns:a16="http://schemas.microsoft.com/office/drawing/2014/main" id="{DAE67212-BA53-4B29-9F36-8FC2AD0B9BBD}"/>
              </a:ext>
            </a:extLst>
          </p:cNvPr>
          <p:cNvSpPr>
            <a:spLocks xmlns:a="http://schemas.openxmlformats.org/drawingml/2006/main" noGrp="1"/>
          </p:cNvSpPr>
          <p:nvPr/>
        </p:nvSpPr>
        <p:spPr>
          <a:xfrm xmlns:a="http://schemas.openxmlformats.org/drawingml/2006/main">
            <a:off x="2305050" y="3371850"/>
            <a:ext cx="876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200" b="1">
                <a:solidFill>
                  <a:srgbClr val="17212B"/>
                </a:solidFill>
                <a:latin typeface="Arial"/>
                <a:ea typeface="Arial"/>
                <a:cs typeface="Arial"/>
              </a:rPr>
              <a:t>GITHUB</a:t>
            </a:r>
            <a:endParaRPr sz="1200"/>
          </a:p>
        </p:txBody>
      </p:sp>
      <p:sp>
        <p:nvSpPr>
          <p:cNvPr id="12" name="Shape 12">
            <a:extLst xmlns:a="http://schemas.openxmlformats.org/drawingml/2006/main">
              <a:ext uri="{FF2B5EF4-FFF2-40B4-BE49-F238E27FC236}">
                <a16:creationId xmlns:a16="http://schemas.microsoft.com/office/drawing/2014/main" id="{EB209377-EADC-4637-9FA7-20D9DC99813A}"/>
              </a:ext>
            </a:extLst>
          </p:cNvPr>
          <p:cNvSpPr>
            <a:spLocks xmlns:a="http://schemas.openxmlformats.org/drawingml/2006/main" noGrp="1"/>
          </p:cNvSpPr>
          <p:nvPr/>
        </p:nvSpPr>
        <p:spPr>
          <a:xfrm xmlns:a="http://schemas.openxmlformats.org/drawingml/2006/main">
            <a:off x="3562350" y="2457450"/>
            <a:ext cx="742950" cy="742950"/>
          </a:xfrm>
          <a:prstGeom xmlns:a="http://schemas.openxmlformats.org/drawingml/2006/main" prst="ellipse">
            <a:avLst/>
          </a:prstGeom>
          <a:solidFill xmlns:a="http://schemas.openxmlformats.org/drawingml/2006/main">
            <a:srgbClr val="EAF1F7"/>
          </a:solidFill>
          <a:ln xmlns:a="http://schemas.openxmlformats.org/drawingml/2006/main" w="25400">
            <a:solidFill>
              <a:srgbClr val="2A5B84"/>
            </a:solidFill>
          </a:ln>
        </p:spPr>
      </p:sp>
      <p:pic>
        <p:nvPicPr>
          <p:cNvPr id="70" name="Picture 13"/>
          <p:cNvPicPr>
            <a:picLocks xmlns:a="http://schemas.openxmlformats.org/drawingml/2006/main" noChangeAspect="1"/>
          </p:cNvPicPr>
          <p:nvPr/>
        </p:nvPicPr>
        <p:blipFill>
          <a:blip xmlns:r="http://schemas.openxmlformats.org/officeDocument/2006/relationships" xmlns:a="http://schemas.openxmlformats.org/drawingml/2006/main" r:embed="R1b976fd8fb644d55"/>
          <a:stretch xmlns:a="http://schemas.openxmlformats.org/drawingml/2006/main">
            <a:fillRect l="0" t="0" r="0" b="0"/>
          </a:stretch>
        </p:blipFill>
        <p:spPr>
          <a:xfrm xmlns:a="http://schemas.openxmlformats.org/drawingml/2006/main">
            <a:off x="3752850" y="2628900"/>
            <a:ext cx="361950" cy="361950"/>
          </a:xfrm>
          <a:prstGeom xmlns:a="http://schemas.openxmlformats.org/drawingml/2006/main" prst="rect">
            <a:avLst/>
          </a:prstGeom>
          <a:ln xmlns:a="http://schemas.openxmlformats.org/drawingml/2006/main">
            <a:noFill/>
          </a:ln>
        </p:spPr>
      </p:pic>
      <p:sp>
        <p:nvSpPr>
          <p:cNvPr id="14" name="Text 14">
            <a:extLst xmlns:a="http://schemas.openxmlformats.org/drawingml/2006/main">
              <a:ext uri="{FF2B5EF4-FFF2-40B4-BE49-F238E27FC236}">
                <a16:creationId xmlns:a16="http://schemas.microsoft.com/office/drawing/2014/main" id="{578B0832-4C28-48E8-BB2C-218FCAACD2FE}"/>
              </a:ext>
            </a:extLst>
          </p:cNvPr>
          <p:cNvSpPr>
            <a:spLocks xmlns:a="http://schemas.openxmlformats.org/drawingml/2006/main" noGrp="1"/>
          </p:cNvSpPr>
          <p:nvPr/>
        </p:nvSpPr>
        <p:spPr>
          <a:xfrm xmlns:a="http://schemas.openxmlformats.org/drawingml/2006/main">
            <a:off x="3562350" y="3371850"/>
            <a:ext cx="7429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200" b="1">
                <a:solidFill>
                  <a:srgbClr val="2A5B84"/>
                </a:solidFill>
                <a:latin typeface="Arial"/>
                <a:ea typeface="Arial"/>
                <a:cs typeface="Arial"/>
              </a:rPr>
              <a:t>AGENTS</a:t>
            </a:r>
            <a:endParaRPr sz="1200"/>
          </a:p>
        </p:txBody>
      </p:sp>
      <p:sp>
        <p:nvSpPr>
          <p:cNvPr id="15" name="Connector 15">
            <a:extLst xmlns:a="http://schemas.openxmlformats.org/drawingml/2006/main">
              <a:ext uri="{FF2B5EF4-FFF2-40B4-BE49-F238E27FC236}">
                <a16:creationId xmlns:a16="http://schemas.microsoft.com/office/drawing/2014/main" id="{AC8BCC1B-2220-4080-BBA0-707F384D9A1A}"/>
              </a:ext>
            </a:extLst>
          </p:cNvPr>
          <p:cNvSpPr>
            <a:spLocks xmlns:a="http://schemas.openxmlformats.org/drawingml/2006/main" noGrp="1"/>
          </p:cNvSpPr>
          <p:nvPr/>
        </p:nvSpPr>
        <p:spPr>
          <a:xfrm xmlns:a="http://schemas.openxmlformats.org/drawingml/2006/main">
            <a:off x="1924050" y="2895600"/>
            <a:ext cx="381000" cy="0"/>
          </a:xfrm>
          <a:prstGeom xmlns:a="http://schemas.openxmlformats.org/drawingml/2006/main" prst="line">
            <a:avLst/>
          </a:prstGeom>
          <a:ln xmlns:a="http://schemas.openxmlformats.org/drawingml/2006/main" w="25400">
            <a:solidFill>
              <a:srgbClr val="D71920"/>
            </a:solidFill>
            <a:headEnd type="triangle"/>
            <a:tailEnd type="triangle"/>
          </a:ln>
        </p:spPr>
      </p:sp>
      <p:sp>
        <p:nvSpPr>
          <p:cNvPr id="16" name="Connector 16">
            <a:extLst xmlns:a="http://schemas.openxmlformats.org/drawingml/2006/main">
              <a:ext uri="{FF2B5EF4-FFF2-40B4-BE49-F238E27FC236}">
                <a16:creationId xmlns:a16="http://schemas.microsoft.com/office/drawing/2014/main" id="{BA7256A4-93E3-4152-9911-0E8692E016C2}"/>
              </a:ext>
            </a:extLst>
          </p:cNvPr>
          <p:cNvSpPr>
            <a:spLocks xmlns:a="http://schemas.openxmlformats.org/drawingml/2006/main" noGrp="1"/>
          </p:cNvSpPr>
          <p:nvPr/>
        </p:nvSpPr>
        <p:spPr>
          <a:xfrm xmlns:a="http://schemas.openxmlformats.org/drawingml/2006/main">
            <a:off x="3181350" y="2895600"/>
            <a:ext cx="381000" cy="0"/>
          </a:xfrm>
          <a:prstGeom xmlns:a="http://schemas.openxmlformats.org/drawingml/2006/main" prst="line">
            <a:avLst/>
          </a:prstGeom>
          <a:ln xmlns:a="http://schemas.openxmlformats.org/drawingml/2006/main" w="25400">
            <a:solidFill>
              <a:srgbClr val="2A5B84"/>
            </a:solidFill>
            <a:headEnd type="triangle"/>
            <a:tailEnd type="triangle"/>
          </a:ln>
        </p:spPr>
      </p:sp>
      <p:sp>
        <p:nvSpPr>
          <p:cNvPr id="17" name="Text 17">
            <a:extLst xmlns:a="http://schemas.openxmlformats.org/drawingml/2006/main">
              <a:ext uri="{FF2B5EF4-FFF2-40B4-BE49-F238E27FC236}">
                <a16:creationId xmlns:a16="http://schemas.microsoft.com/office/drawing/2014/main" id="{090744B3-2C34-4C83-B645-33A5AB2FDDD4}"/>
              </a:ext>
            </a:extLst>
          </p:cNvPr>
          <p:cNvSpPr>
            <a:spLocks xmlns:a="http://schemas.openxmlformats.org/drawingml/2006/main" noGrp="1"/>
          </p:cNvSpPr>
          <p:nvPr/>
        </p:nvSpPr>
        <p:spPr>
          <a:xfrm xmlns:a="http://schemas.openxmlformats.org/drawingml/2006/main">
            <a:off x="990600" y="3562350"/>
            <a:ext cx="335280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600" b="1">
                <a:solidFill>
                  <a:srgbClr val="17212B"/>
                </a:solidFill>
                <a:latin typeface="Arial"/>
                <a:ea typeface="Arial"/>
                <a:cs typeface="Arial"/>
              </a:rPr>
              <a:t>One accountable engineer coordinates bounded work and accepts evidence-backed change</a:t>
            </a:r>
            <a:endParaRPr sz="1600"/>
          </a:p>
        </p:txBody>
      </p:sp>
      <p:sp>
        <p:nvSpPr>
          <p:cNvPr id="18" name="Text 18">
            <a:extLst xmlns:a="http://schemas.openxmlformats.org/drawingml/2006/main">
              <a:ext uri="{FF2B5EF4-FFF2-40B4-BE49-F238E27FC236}">
                <a16:creationId xmlns:a16="http://schemas.microsoft.com/office/drawing/2014/main" id="{B806694C-2BD8-476D-BE85-052CE4E292E4}"/>
              </a:ext>
            </a:extLst>
          </p:cNvPr>
          <p:cNvSpPr>
            <a:spLocks xmlns:a="http://schemas.openxmlformats.org/drawingml/2006/main" noGrp="1"/>
          </p:cNvSpPr>
          <p:nvPr/>
        </p:nvSpPr>
        <p:spPr>
          <a:xfrm xmlns:a="http://schemas.openxmlformats.org/drawingml/2006/main">
            <a:off x="990600" y="4591050"/>
            <a:ext cx="33528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One operator retains the final review decision</a:t>
            </a:r>
            <a:endParaRPr sz="1400"/>
          </a:p>
        </p:txBody>
      </p:sp>
      <p:sp>
        <p:nvSpPr>
          <p:cNvPr id="19" name="Connector 19">
            <a:extLst xmlns:a="http://schemas.openxmlformats.org/drawingml/2006/main">
              <a:ext uri="{FF2B5EF4-FFF2-40B4-BE49-F238E27FC236}">
                <a16:creationId xmlns:a16="http://schemas.microsoft.com/office/drawing/2014/main" id="{42DFD3F5-3572-490D-B3D7-7EAC50F00361}"/>
              </a:ext>
            </a:extLst>
          </p:cNvPr>
          <p:cNvSpPr>
            <a:spLocks xmlns:a="http://schemas.openxmlformats.org/drawingml/2006/main" noGrp="1"/>
          </p:cNvSpPr>
          <p:nvPr/>
        </p:nvSpPr>
        <p:spPr>
          <a:xfrm xmlns:a="http://schemas.openxmlformats.org/drawingml/2006/main">
            <a:off x="5200650" y="3543300"/>
            <a:ext cx="1181100" cy="0"/>
          </a:xfrm>
          <a:prstGeom xmlns:a="http://schemas.openxmlformats.org/drawingml/2006/main" prst="line">
            <a:avLst/>
          </a:prstGeom>
          <a:ln xmlns:a="http://schemas.openxmlformats.org/drawingml/2006/main" w="50800">
            <a:solidFill>
              <a:srgbClr val="D71920"/>
            </a:solidFill>
            <a:tailEnd type="triangle"/>
          </a:ln>
        </p:spPr>
      </p:sp>
      <p:sp>
        <p:nvSpPr>
          <p:cNvPr id="20" name="Text 20">
            <a:extLst xmlns:a="http://schemas.openxmlformats.org/drawingml/2006/main">
              <a:ext uri="{FF2B5EF4-FFF2-40B4-BE49-F238E27FC236}">
                <a16:creationId xmlns:a16="http://schemas.microsoft.com/office/drawing/2014/main" id="{26F8C16A-A238-4D39-8EF3-108ED51C47A7}"/>
              </a:ext>
            </a:extLst>
          </p:cNvPr>
          <p:cNvSpPr>
            <a:spLocks xmlns:a="http://schemas.openxmlformats.org/drawingml/2006/main" noGrp="1"/>
          </p:cNvSpPr>
          <p:nvPr/>
        </p:nvSpPr>
        <p:spPr>
          <a:xfrm xmlns:a="http://schemas.openxmlformats.org/drawingml/2006/main">
            <a:off x="6572250" y="1619250"/>
            <a:ext cx="44767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140">
                <a:solidFill>
                  <a:srgbClr val="2A5B84"/>
                </a:solidFill>
                <a:latin typeface="Arial"/>
                <a:ea typeface="Arial"/>
                <a:cs typeface="Arial"/>
              </a:rPr>
              <a:t>NEXT PILOT HYPOTHESIS</a:t>
            </a:r>
            <a:endParaRPr sz="1200"/>
          </a:p>
        </p:txBody>
      </p:sp>
      <p:sp>
        <p:nvSpPr>
          <p:cNvPr id="21" name="Shape 21">
            <a:extLst xmlns:a="http://schemas.openxmlformats.org/drawingml/2006/main">
              <a:ext uri="{FF2B5EF4-FFF2-40B4-BE49-F238E27FC236}">
                <a16:creationId xmlns:a16="http://schemas.microsoft.com/office/drawing/2014/main" id="{256001B7-C86E-4C10-BBD0-E4C7F23A75A4}"/>
              </a:ext>
            </a:extLst>
          </p:cNvPr>
          <p:cNvSpPr>
            <a:spLocks xmlns:a="http://schemas.openxmlformats.org/drawingml/2006/main" noGrp="1"/>
          </p:cNvSpPr>
          <p:nvPr/>
        </p:nvSpPr>
        <p:spPr>
          <a:xfrm xmlns:a="http://schemas.openxmlformats.org/drawingml/2006/main">
            <a:off x="6572250" y="2076450"/>
            <a:ext cx="2190750" cy="72390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22" name="Shape 22">
            <a:extLst xmlns:a="http://schemas.openxmlformats.org/drawingml/2006/main">
              <a:ext uri="{FF2B5EF4-FFF2-40B4-BE49-F238E27FC236}">
                <a16:creationId xmlns:a16="http://schemas.microsoft.com/office/drawing/2014/main" id="{CAF868F5-01A2-4911-82BE-F4410EA82199}"/>
              </a:ext>
            </a:extLst>
          </p:cNvPr>
          <p:cNvSpPr>
            <a:spLocks xmlns:a="http://schemas.openxmlformats.org/drawingml/2006/main" noGrp="1"/>
          </p:cNvSpPr>
          <p:nvPr/>
        </p:nvSpPr>
        <p:spPr>
          <a:xfrm xmlns:a="http://schemas.openxmlformats.org/drawingml/2006/main">
            <a:off x="6705600" y="220980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80" name="Picture 23"/>
          <p:cNvPicPr>
            <a:picLocks xmlns:a="http://schemas.openxmlformats.org/drawingml/2006/main" noChangeAspect="1"/>
          </p:cNvPicPr>
          <p:nvPr/>
        </p:nvPicPr>
        <p:blipFill>
          <a:blip xmlns:r="http://schemas.openxmlformats.org/officeDocument/2006/relationships" xmlns:a="http://schemas.openxmlformats.org/drawingml/2006/main" r:embed="R45da18ac2fe14ee4"/>
          <a:stretch xmlns:a="http://schemas.openxmlformats.org/drawingml/2006/main">
            <a:fillRect l="0" t="0" r="0" b="0"/>
          </a:stretch>
        </p:blipFill>
        <p:spPr>
          <a:xfrm xmlns:a="http://schemas.openxmlformats.org/drawingml/2006/main">
            <a:off x="6819900" y="2324100"/>
            <a:ext cx="228600" cy="228600"/>
          </a:xfrm>
          <a:prstGeom xmlns:a="http://schemas.openxmlformats.org/drawingml/2006/main" prst="rect">
            <a:avLst/>
          </a:prstGeom>
          <a:ln xmlns:a="http://schemas.openxmlformats.org/drawingml/2006/main">
            <a:noFill/>
          </a:ln>
        </p:spPr>
      </p:pic>
      <p:sp>
        <p:nvSpPr>
          <p:cNvPr id="24" name="Text 24">
            <a:extLst xmlns:a="http://schemas.openxmlformats.org/drawingml/2006/main">
              <a:ext uri="{FF2B5EF4-FFF2-40B4-BE49-F238E27FC236}">
                <a16:creationId xmlns:a16="http://schemas.microsoft.com/office/drawing/2014/main" id="{7F8F9FF1-0450-4E9F-90AE-E1665B24645E}"/>
              </a:ext>
            </a:extLst>
          </p:cNvPr>
          <p:cNvSpPr>
            <a:spLocks xmlns:a="http://schemas.openxmlformats.org/drawingml/2006/main" noGrp="1"/>
          </p:cNvSpPr>
          <p:nvPr/>
        </p:nvSpPr>
        <p:spPr>
          <a:xfrm xmlns:a="http://schemas.openxmlformats.org/drawingml/2006/main">
            <a:off x="7258050" y="2171700"/>
            <a:ext cx="13716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2A5B84"/>
                </a:solidFill>
                <a:latin typeface="Arial"/>
                <a:ea typeface="Arial"/>
                <a:cs typeface="Arial"/>
              </a:rPr>
              <a:t>CELL A</a:t>
            </a:r>
            <a:endParaRPr sz="1300"/>
          </a:p>
        </p:txBody>
      </p:sp>
      <p:sp>
        <p:nvSpPr>
          <p:cNvPr id="25" name="Text 25">
            <a:extLst xmlns:a="http://schemas.openxmlformats.org/drawingml/2006/main">
              <a:ext uri="{FF2B5EF4-FFF2-40B4-BE49-F238E27FC236}">
                <a16:creationId xmlns:a16="http://schemas.microsoft.com/office/drawing/2014/main" id="{4E1AFDB3-35C9-49D2-8D9B-D6819768A1B5}"/>
              </a:ext>
            </a:extLst>
          </p:cNvPr>
          <p:cNvSpPr>
            <a:spLocks xmlns:a="http://schemas.openxmlformats.org/drawingml/2006/main" noGrp="1"/>
          </p:cNvSpPr>
          <p:nvPr/>
        </p:nvSpPr>
        <p:spPr>
          <a:xfrm xmlns:a="http://schemas.openxmlformats.org/drawingml/2006/main">
            <a:off x="7258050" y="2438400"/>
            <a:ext cx="13716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17212B"/>
                </a:solidFill>
                <a:latin typeface="Arial"/>
                <a:ea typeface="Arial"/>
                <a:cs typeface="Arial"/>
              </a:rPr>
              <a:t>Customer Care</a:t>
            </a:r>
            <a:endParaRPr sz="1200"/>
          </a:p>
        </p:txBody>
      </p:sp>
      <p:sp>
        <p:nvSpPr>
          <p:cNvPr id="26" name="Connector 26">
            <a:extLst xmlns:a="http://schemas.openxmlformats.org/drawingml/2006/main">
              <a:ext uri="{FF2B5EF4-FFF2-40B4-BE49-F238E27FC236}">
                <a16:creationId xmlns:a16="http://schemas.microsoft.com/office/drawing/2014/main" id="{18FDFA00-79EB-4EDA-99A8-5FC8B18D7B69}"/>
              </a:ext>
            </a:extLst>
          </p:cNvPr>
          <p:cNvSpPr>
            <a:spLocks xmlns:a="http://schemas.openxmlformats.org/drawingml/2006/main" noGrp="1"/>
          </p:cNvSpPr>
          <p:nvPr/>
        </p:nvSpPr>
        <p:spPr>
          <a:xfrm xmlns:a="http://schemas.openxmlformats.org/drawingml/2006/main">
            <a:off x="8763000" y="2438400"/>
            <a:ext cx="666750" cy="0"/>
          </a:xfrm>
          <a:prstGeom xmlns:a="http://schemas.openxmlformats.org/drawingml/2006/main" prst="line">
            <a:avLst/>
          </a:prstGeom>
          <a:ln xmlns:a="http://schemas.openxmlformats.org/drawingml/2006/main" w="25400">
            <a:solidFill>
              <a:srgbClr val="2A5B84"/>
            </a:solidFill>
            <a:headEnd type="triangle"/>
            <a:tailEnd type="triangle"/>
          </a:ln>
        </p:spPr>
      </p:sp>
      <p:sp>
        <p:nvSpPr>
          <p:cNvPr id="27" name="Shape 27">
            <a:extLst xmlns:a="http://schemas.openxmlformats.org/drawingml/2006/main">
              <a:ext uri="{FF2B5EF4-FFF2-40B4-BE49-F238E27FC236}">
                <a16:creationId xmlns:a16="http://schemas.microsoft.com/office/drawing/2014/main" id="{CB261E11-F5CC-47A0-B397-0983B86E3155}"/>
              </a:ext>
            </a:extLst>
          </p:cNvPr>
          <p:cNvSpPr>
            <a:spLocks xmlns:a="http://schemas.openxmlformats.org/drawingml/2006/main" noGrp="1"/>
          </p:cNvSpPr>
          <p:nvPr/>
        </p:nvSpPr>
        <p:spPr>
          <a:xfrm xmlns:a="http://schemas.openxmlformats.org/drawingml/2006/main">
            <a:off x="6572250" y="3009900"/>
            <a:ext cx="2190750" cy="72390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28" name="Shape 28">
            <a:extLst xmlns:a="http://schemas.openxmlformats.org/drawingml/2006/main">
              <a:ext uri="{FF2B5EF4-FFF2-40B4-BE49-F238E27FC236}">
                <a16:creationId xmlns:a16="http://schemas.microsoft.com/office/drawing/2014/main" id="{693400A5-390F-4DC5-B022-FA3F1CDC3F88}"/>
              </a:ext>
            </a:extLst>
          </p:cNvPr>
          <p:cNvSpPr>
            <a:spLocks xmlns:a="http://schemas.openxmlformats.org/drawingml/2006/main" noGrp="1"/>
          </p:cNvSpPr>
          <p:nvPr/>
        </p:nvSpPr>
        <p:spPr>
          <a:xfrm xmlns:a="http://schemas.openxmlformats.org/drawingml/2006/main">
            <a:off x="6705600" y="31432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86" name="Picture 29"/>
          <p:cNvPicPr>
            <a:picLocks xmlns:a="http://schemas.openxmlformats.org/drawingml/2006/main" noChangeAspect="1"/>
          </p:cNvPicPr>
          <p:nvPr/>
        </p:nvPicPr>
        <p:blipFill>
          <a:blip xmlns:r="http://schemas.openxmlformats.org/officeDocument/2006/relationships" xmlns:a="http://schemas.openxmlformats.org/drawingml/2006/main" r:embed="R77b4eec271e14d71"/>
          <a:stretch xmlns:a="http://schemas.openxmlformats.org/drawingml/2006/main">
            <a:fillRect l="0" t="0" r="0" b="0"/>
          </a:stretch>
        </p:blipFill>
        <p:spPr>
          <a:xfrm xmlns:a="http://schemas.openxmlformats.org/drawingml/2006/main">
            <a:off x="6819900" y="3257550"/>
            <a:ext cx="228600" cy="22860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E6CD880F-469F-4979-BC56-903F43549744}"/>
              </a:ext>
            </a:extLst>
          </p:cNvPr>
          <p:cNvSpPr>
            <a:spLocks xmlns:a="http://schemas.openxmlformats.org/drawingml/2006/main" noGrp="1"/>
          </p:cNvSpPr>
          <p:nvPr/>
        </p:nvSpPr>
        <p:spPr>
          <a:xfrm xmlns:a="http://schemas.openxmlformats.org/drawingml/2006/main">
            <a:off x="7258050" y="3105150"/>
            <a:ext cx="13716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2A5B84"/>
                </a:solidFill>
                <a:latin typeface="Arial"/>
                <a:ea typeface="Arial"/>
                <a:cs typeface="Arial"/>
              </a:rPr>
              <a:t>CELL B</a:t>
            </a:r>
            <a:endParaRPr sz="1300"/>
          </a:p>
        </p:txBody>
      </p:sp>
      <p:sp>
        <p:nvSpPr>
          <p:cNvPr id="31" name="Text 31">
            <a:extLst xmlns:a="http://schemas.openxmlformats.org/drawingml/2006/main">
              <a:ext uri="{FF2B5EF4-FFF2-40B4-BE49-F238E27FC236}">
                <a16:creationId xmlns:a16="http://schemas.microsoft.com/office/drawing/2014/main" id="{1B50CEFB-8565-4ADD-A2ED-FD1117FBC3D2}"/>
              </a:ext>
            </a:extLst>
          </p:cNvPr>
          <p:cNvSpPr>
            <a:spLocks xmlns:a="http://schemas.openxmlformats.org/drawingml/2006/main" noGrp="1"/>
          </p:cNvSpPr>
          <p:nvPr/>
        </p:nvSpPr>
        <p:spPr>
          <a:xfrm xmlns:a="http://schemas.openxmlformats.org/drawingml/2006/main">
            <a:off x="7258050" y="3371850"/>
            <a:ext cx="13716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17212B"/>
                </a:solidFill>
                <a:latin typeface="Arial"/>
                <a:ea typeface="Arial"/>
                <a:cs typeface="Arial"/>
              </a:rPr>
              <a:t>Another product team</a:t>
            </a:r>
            <a:endParaRPr sz="1200"/>
          </a:p>
        </p:txBody>
      </p:sp>
      <p:sp>
        <p:nvSpPr>
          <p:cNvPr id="32" name="Connector 32">
            <a:extLst xmlns:a="http://schemas.openxmlformats.org/drawingml/2006/main">
              <a:ext uri="{FF2B5EF4-FFF2-40B4-BE49-F238E27FC236}">
                <a16:creationId xmlns:a16="http://schemas.microsoft.com/office/drawing/2014/main" id="{97DE1AD7-AA4A-424A-B10F-0A959133A34B}"/>
              </a:ext>
            </a:extLst>
          </p:cNvPr>
          <p:cNvSpPr>
            <a:spLocks xmlns:a="http://schemas.openxmlformats.org/drawingml/2006/main" noGrp="1"/>
          </p:cNvSpPr>
          <p:nvPr/>
        </p:nvSpPr>
        <p:spPr>
          <a:xfrm xmlns:a="http://schemas.openxmlformats.org/drawingml/2006/main">
            <a:off x="8763000" y="3371850"/>
            <a:ext cx="666750" cy="0"/>
          </a:xfrm>
          <a:prstGeom xmlns:a="http://schemas.openxmlformats.org/drawingml/2006/main" prst="line">
            <a:avLst/>
          </a:prstGeom>
          <a:ln xmlns:a="http://schemas.openxmlformats.org/drawingml/2006/main" w="25400">
            <a:solidFill>
              <a:srgbClr val="2A5B84"/>
            </a:solidFill>
            <a:headEnd type="triangle"/>
            <a:tailEnd type="triangle"/>
          </a:ln>
        </p:spPr>
      </p:sp>
      <p:sp>
        <p:nvSpPr>
          <p:cNvPr id="33" name="Shape 33">
            <a:extLst xmlns:a="http://schemas.openxmlformats.org/drawingml/2006/main">
              <a:ext uri="{FF2B5EF4-FFF2-40B4-BE49-F238E27FC236}">
                <a16:creationId xmlns:a16="http://schemas.microsoft.com/office/drawing/2014/main" id="{8A84221D-CBFA-4DDC-B8A1-50081FB224DA}"/>
              </a:ext>
            </a:extLst>
          </p:cNvPr>
          <p:cNvSpPr>
            <a:spLocks xmlns:a="http://schemas.openxmlformats.org/drawingml/2006/main" noGrp="1"/>
          </p:cNvSpPr>
          <p:nvPr/>
        </p:nvSpPr>
        <p:spPr>
          <a:xfrm xmlns:a="http://schemas.openxmlformats.org/drawingml/2006/main">
            <a:off x="6572250" y="3943350"/>
            <a:ext cx="2190750" cy="72390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34" name="Shape 34">
            <a:extLst xmlns:a="http://schemas.openxmlformats.org/drawingml/2006/main">
              <a:ext uri="{FF2B5EF4-FFF2-40B4-BE49-F238E27FC236}">
                <a16:creationId xmlns:a16="http://schemas.microsoft.com/office/drawing/2014/main" id="{0F132752-68AD-422A-B451-61141363D0D0}"/>
              </a:ext>
            </a:extLst>
          </p:cNvPr>
          <p:cNvSpPr>
            <a:spLocks xmlns:a="http://schemas.openxmlformats.org/drawingml/2006/main" noGrp="1"/>
          </p:cNvSpPr>
          <p:nvPr/>
        </p:nvSpPr>
        <p:spPr>
          <a:xfrm xmlns:a="http://schemas.openxmlformats.org/drawingml/2006/main">
            <a:off x="6705600" y="407670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92" name="Picture 35"/>
          <p:cNvPicPr>
            <a:picLocks xmlns:a="http://schemas.openxmlformats.org/drawingml/2006/main" noChangeAspect="1"/>
          </p:cNvPicPr>
          <p:nvPr/>
        </p:nvPicPr>
        <p:blipFill>
          <a:blip xmlns:r="http://schemas.openxmlformats.org/officeDocument/2006/relationships" xmlns:a="http://schemas.openxmlformats.org/drawingml/2006/main" r:embed="R58a186bf67b647fd"/>
          <a:stretch xmlns:a="http://schemas.openxmlformats.org/drawingml/2006/main">
            <a:fillRect l="0" t="0" r="0" b="0"/>
          </a:stretch>
        </p:blipFill>
        <p:spPr>
          <a:xfrm xmlns:a="http://schemas.openxmlformats.org/drawingml/2006/main">
            <a:off x="6819900" y="4191000"/>
            <a:ext cx="228600" cy="228600"/>
          </a:xfrm>
          <a:prstGeom xmlns:a="http://schemas.openxmlformats.org/drawingml/2006/main" prst="rect">
            <a:avLst/>
          </a:prstGeom>
          <a:ln xmlns:a="http://schemas.openxmlformats.org/drawingml/2006/main">
            <a:noFill/>
          </a:ln>
        </p:spPr>
      </p:pic>
      <p:sp>
        <p:nvSpPr>
          <p:cNvPr id="36" name="Text 36">
            <a:extLst xmlns:a="http://schemas.openxmlformats.org/drawingml/2006/main">
              <a:ext uri="{FF2B5EF4-FFF2-40B4-BE49-F238E27FC236}">
                <a16:creationId xmlns:a16="http://schemas.microsoft.com/office/drawing/2014/main" id="{7078C811-C290-4A72-8CEF-CE242BFE670C}"/>
              </a:ext>
            </a:extLst>
          </p:cNvPr>
          <p:cNvSpPr>
            <a:spLocks xmlns:a="http://schemas.openxmlformats.org/drawingml/2006/main" noGrp="1"/>
          </p:cNvSpPr>
          <p:nvPr/>
        </p:nvSpPr>
        <p:spPr>
          <a:xfrm xmlns:a="http://schemas.openxmlformats.org/drawingml/2006/main">
            <a:off x="7258050" y="4038600"/>
            <a:ext cx="13716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2A5B84"/>
                </a:solidFill>
                <a:latin typeface="Arial"/>
                <a:ea typeface="Arial"/>
                <a:cs typeface="Arial"/>
              </a:rPr>
              <a:t>CELL C</a:t>
            </a:r>
            <a:endParaRPr sz="1300"/>
          </a:p>
        </p:txBody>
      </p:sp>
      <p:sp>
        <p:nvSpPr>
          <p:cNvPr id="37" name="Text 37">
            <a:extLst xmlns:a="http://schemas.openxmlformats.org/drawingml/2006/main">
              <a:ext uri="{FF2B5EF4-FFF2-40B4-BE49-F238E27FC236}">
                <a16:creationId xmlns:a16="http://schemas.microsoft.com/office/drawing/2014/main" id="{DCDDEF88-C5E3-42FE-9F1A-AE6346648158}"/>
              </a:ext>
            </a:extLst>
          </p:cNvPr>
          <p:cNvSpPr>
            <a:spLocks xmlns:a="http://schemas.openxmlformats.org/drawingml/2006/main" noGrp="1"/>
          </p:cNvSpPr>
          <p:nvPr/>
        </p:nvSpPr>
        <p:spPr>
          <a:xfrm xmlns:a="http://schemas.openxmlformats.org/drawingml/2006/main">
            <a:off x="7258050" y="4305300"/>
            <a:ext cx="13716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17212B"/>
                </a:solidFill>
                <a:latin typeface="Arial"/>
                <a:ea typeface="Arial"/>
                <a:cs typeface="Arial"/>
              </a:rPr>
              <a:t>Another engineer</a:t>
            </a:r>
            <a:endParaRPr sz="1200"/>
          </a:p>
        </p:txBody>
      </p:sp>
      <p:sp>
        <p:nvSpPr>
          <p:cNvPr id="38" name="Connector 38">
            <a:extLst xmlns:a="http://schemas.openxmlformats.org/drawingml/2006/main">
              <a:ext uri="{FF2B5EF4-FFF2-40B4-BE49-F238E27FC236}">
                <a16:creationId xmlns:a16="http://schemas.microsoft.com/office/drawing/2014/main" id="{F51659FE-5C44-441F-9DE1-083C1E0C1790}"/>
              </a:ext>
            </a:extLst>
          </p:cNvPr>
          <p:cNvSpPr>
            <a:spLocks xmlns:a="http://schemas.openxmlformats.org/drawingml/2006/main" noGrp="1"/>
          </p:cNvSpPr>
          <p:nvPr/>
        </p:nvSpPr>
        <p:spPr>
          <a:xfrm xmlns:a="http://schemas.openxmlformats.org/drawingml/2006/main">
            <a:off x="8763000" y="4305300"/>
            <a:ext cx="666750" cy="0"/>
          </a:xfrm>
          <a:prstGeom xmlns:a="http://schemas.openxmlformats.org/drawingml/2006/main" prst="line">
            <a:avLst/>
          </a:prstGeom>
          <a:ln xmlns:a="http://schemas.openxmlformats.org/drawingml/2006/main" w="25400">
            <a:solidFill>
              <a:srgbClr val="2A5B84"/>
            </a:solidFill>
            <a:headEnd type="triangle"/>
            <a:tailEnd type="triangle"/>
          </a:ln>
        </p:spPr>
      </p:sp>
      <p:sp>
        <p:nvSpPr>
          <p:cNvPr id="39" name="Shape 39">
            <a:extLst xmlns:a="http://schemas.openxmlformats.org/drawingml/2006/main">
              <a:ext uri="{FF2B5EF4-FFF2-40B4-BE49-F238E27FC236}">
                <a16:creationId xmlns:a16="http://schemas.microsoft.com/office/drawing/2014/main" id="{C4BEAE5A-5998-42F9-B42D-CEC763E42D12}"/>
              </a:ext>
            </a:extLst>
          </p:cNvPr>
          <p:cNvSpPr>
            <a:spLocks xmlns:a="http://schemas.openxmlformats.org/drawingml/2006/main" noGrp="1"/>
          </p:cNvSpPr>
          <p:nvPr/>
        </p:nvSpPr>
        <p:spPr>
          <a:xfrm xmlns:a="http://schemas.openxmlformats.org/drawingml/2006/main">
            <a:off x="9429750" y="2190750"/>
            <a:ext cx="2057400" cy="238125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pic>
        <p:nvPicPr>
          <p:cNvPr id="97" name="Picture 40"/>
          <p:cNvPicPr>
            <a:picLocks xmlns:a="http://schemas.openxmlformats.org/drawingml/2006/main" noChangeAspect="1"/>
          </p:cNvPicPr>
          <p:nvPr/>
        </p:nvPicPr>
        <p:blipFill>
          <a:blip xmlns:r="http://schemas.openxmlformats.org/officeDocument/2006/relationships" xmlns:a="http://schemas.openxmlformats.org/drawingml/2006/main" r:embed="R1ff4fdd28be24c7d"/>
          <a:stretch xmlns:a="http://schemas.openxmlformats.org/drawingml/2006/main">
            <a:fillRect l="0" t="0" r="0" b="0"/>
          </a:stretch>
        </p:blipFill>
        <p:spPr>
          <a:xfrm xmlns:a="http://schemas.openxmlformats.org/drawingml/2006/main">
            <a:off x="10115550" y="2362200"/>
            <a:ext cx="685800" cy="685800"/>
          </a:xfrm>
          <a:prstGeom xmlns:a="http://schemas.openxmlformats.org/drawingml/2006/main" prst="rect">
            <a:avLst/>
          </a:prstGeom>
          <a:ln xmlns:a="http://schemas.openxmlformats.org/drawingml/2006/main">
            <a:noFill/>
          </a:ln>
        </p:spPr>
      </p:pic>
      <p:sp>
        <p:nvSpPr>
          <p:cNvPr id="41" name="Text 41">
            <a:extLst xmlns:a="http://schemas.openxmlformats.org/drawingml/2006/main">
              <a:ext uri="{FF2B5EF4-FFF2-40B4-BE49-F238E27FC236}">
                <a16:creationId xmlns:a16="http://schemas.microsoft.com/office/drawing/2014/main" id="{ABF8DA70-193F-4882-91D4-0EBEA81B6795}"/>
              </a:ext>
            </a:extLst>
          </p:cNvPr>
          <p:cNvSpPr>
            <a:spLocks xmlns:a="http://schemas.openxmlformats.org/drawingml/2006/main" noGrp="1"/>
          </p:cNvSpPr>
          <p:nvPr/>
        </p:nvSpPr>
        <p:spPr>
          <a:xfrm xmlns:a="http://schemas.openxmlformats.org/drawingml/2006/main">
            <a:off x="9525000" y="3067050"/>
            <a:ext cx="1866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SHARED</a:t>
            </a:r>
            <a:endParaRPr sz="1600"/>
          </a:p>
        </p:txBody>
      </p:sp>
      <p:sp>
        <p:nvSpPr>
          <p:cNvPr id="42" name="Text 42">
            <a:extLst xmlns:a="http://schemas.openxmlformats.org/drawingml/2006/main">
              <a:ext uri="{FF2B5EF4-FFF2-40B4-BE49-F238E27FC236}">
                <a16:creationId xmlns:a16="http://schemas.microsoft.com/office/drawing/2014/main" id="{F80B6998-164F-4F70-BE58-BF33327CE592}"/>
              </a:ext>
            </a:extLst>
          </p:cNvPr>
          <p:cNvSpPr>
            <a:spLocks xmlns:a="http://schemas.openxmlformats.org/drawingml/2006/main" noGrp="1"/>
          </p:cNvSpPr>
          <p:nvPr/>
        </p:nvSpPr>
        <p:spPr>
          <a:xfrm xmlns:a="http://schemas.openxmlformats.org/drawingml/2006/main">
            <a:off x="9525000" y="3333750"/>
            <a:ext cx="18669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CONTROL PLANE</a:t>
            </a:r>
            <a:endParaRPr sz="1600"/>
          </a:p>
        </p:txBody>
      </p:sp>
      <p:sp>
        <p:nvSpPr>
          <p:cNvPr id="43" name="Connector 43">
            <a:extLst xmlns:a="http://schemas.openxmlformats.org/drawingml/2006/main">
              <a:ext uri="{FF2B5EF4-FFF2-40B4-BE49-F238E27FC236}">
                <a16:creationId xmlns:a16="http://schemas.microsoft.com/office/drawing/2014/main" id="{64619C7A-EE40-49F2-B73E-0809B4C3BC21}"/>
              </a:ext>
            </a:extLst>
          </p:cNvPr>
          <p:cNvSpPr>
            <a:spLocks xmlns:a="http://schemas.openxmlformats.org/drawingml/2006/main" noGrp="1"/>
          </p:cNvSpPr>
          <p:nvPr/>
        </p:nvSpPr>
        <p:spPr>
          <a:xfrm xmlns:a="http://schemas.openxmlformats.org/drawingml/2006/main">
            <a:off x="9696450" y="3714750"/>
            <a:ext cx="1524000" cy="0"/>
          </a:xfrm>
          <a:prstGeom xmlns:a="http://schemas.openxmlformats.org/drawingml/2006/main" prst="line">
            <a:avLst/>
          </a:prstGeom>
          <a:ln xmlns:a="http://schemas.openxmlformats.org/drawingml/2006/main" w="12700">
            <a:solidFill>
              <a:srgbClr val="667984"/>
            </a:solidFill>
          </a:ln>
        </p:spPr>
      </p:sp>
      <p:sp>
        <p:nvSpPr>
          <p:cNvPr id="44" name="Text 44">
            <a:extLst xmlns:a="http://schemas.openxmlformats.org/drawingml/2006/main">
              <a:ext uri="{FF2B5EF4-FFF2-40B4-BE49-F238E27FC236}">
                <a16:creationId xmlns:a16="http://schemas.microsoft.com/office/drawing/2014/main" id="{B7862A47-2512-4FEE-9AC9-010C48996F87}"/>
              </a:ext>
            </a:extLst>
          </p:cNvPr>
          <p:cNvSpPr>
            <a:spLocks xmlns:a="http://schemas.openxmlformats.org/drawingml/2006/main" noGrp="1"/>
          </p:cNvSpPr>
          <p:nvPr/>
        </p:nvSpPr>
        <p:spPr>
          <a:xfrm xmlns:a="http://schemas.openxmlformats.org/drawingml/2006/main">
            <a:off x="9525000" y="3810000"/>
            <a:ext cx="1866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DDE3E8"/>
                </a:solidFill>
                <a:latin typeface="Arial"/>
                <a:ea typeface="Arial"/>
                <a:cs typeface="Arial"/>
              </a:rPr>
              <a:t>Enterprise process fit</a:t>
            </a:r>
            <a:endParaRPr sz="1000"/>
          </a:p>
        </p:txBody>
      </p:sp>
      <p:sp>
        <p:nvSpPr>
          <p:cNvPr id="45" name="Text 45">
            <a:extLst xmlns:a="http://schemas.openxmlformats.org/drawingml/2006/main">
              <a:ext uri="{FF2B5EF4-FFF2-40B4-BE49-F238E27FC236}">
                <a16:creationId xmlns:a16="http://schemas.microsoft.com/office/drawing/2014/main" id="{CFF4A007-788F-4821-AB34-323AE52C8AD6}"/>
              </a:ext>
            </a:extLst>
          </p:cNvPr>
          <p:cNvSpPr>
            <a:spLocks xmlns:a="http://schemas.openxmlformats.org/drawingml/2006/main" noGrp="1"/>
          </p:cNvSpPr>
          <p:nvPr/>
        </p:nvSpPr>
        <p:spPr>
          <a:xfrm xmlns:a="http://schemas.openxmlformats.org/drawingml/2006/main">
            <a:off x="9525000" y="4076700"/>
            <a:ext cx="1866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DDE3E8"/>
                </a:solidFill>
                <a:latin typeface="Arial"/>
                <a:ea typeface="Arial"/>
                <a:cs typeface="Arial"/>
              </a:rPr>
              <a:t>Operational scale and HA</a:t>
            </a:r>
            <a:endParaRPr sz="1000"/>
          </a:p>
        </p:txBody>
      </p:sp>
      <p:sp>
        <p:nvSpPr>
          <p:cNvPr id="46" name="Text 46">
            <a:extLst xmlns:a="http://schemas.openxmlformats.org/drawingml/2006/main">
              <a:ext uri="{FF2B5EF4-FFF2-40B4-BE49-F238E27FC236}">
                <a16:creationId xmlns:a16="http://schemas.microsoft.com/office/drawing/2014/main" id="{F29F3F6F-E16D-4301-80C3-630EE889E55D}"/>
              </a:ext>
            </a:extLst>
          </p:cNvPr>
          <p:cNvSpPr>
            <a:spLocks xmlns:a="http://schemas.openxmlformats.org/drawingml/2006/main" noGrp="1"/>
          </p:cNvSpPr>
          <p:nvPr/>
        </p:nvSpPr>
        <p:spPr>
          <a:xfrm xmlns:a="http://schemas.openxmlformats.org/drawingml/2006/main">
            <a:off x="9525000" y="4343400"/>
            <a:ext cx="18669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DDE3E8"/>
                </a:solidFill>
                <a:latin typeface="Arial"/>
                <a:ea typeface="Arial"/>
                <a:cs typeface="Arial"/>
              </a:rPr>
              <a:t>Measured model quality</a:t>
            </a:r>
            <a:endParaRPr sz="1000"/>
          </a:p>
        </p:txBody>
      </p:sp>
      <p:sp>
        <p:nvSpPr>
          <p:cNvPr id="47" name="Shape 47">
            <a:extLst xmlns:a="http://schemas.openxmlformats.org/drawingml/2006/main">
              <a:ext uri="{FF2B5EF4-FFF2-40B4-BE49-F238E27FC236}">
                <a16:creationId xmlns:a16="http://schemas.microsoft.com/office/drawing/2014/main" id="{DDE31F83-46C9-494E-87AC-99EBD5F48DA0}"/>
              </a:ext>
            </a:extLst>
          </p:cNvPr>
          <p:cNvSpPr>
            <a:spLocks xmlns:a="http://schemas.openxmlformats.org/drawingml/2006/main" noGrp="1"/>
          </p:cNvSpPr>
          <p:nvPr/>
        </p:nvSpPr>
        <p:spPr>
          <a:xfrm xmlns:a="http://schemas.openxmlformats.org/drawingml/2006/main">
            <a:off x="1562100" y="5543550"/>
            <a:ext cx="9067800" cy="5524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48" name="Text 48">
            <a:extLst xmlns:a="http://schemas.openxmlformats.org/drawingml/2006/main">
              <a:ext uri="{FF2B5EF4-FFF2-40B4-BE49-F238E27FC236}">
                <a16:creationId xmlns:a16="http://schemas.microsoft.com/office/drawing/2014/main" id="{5429996F-4D41-4BD8-B6A7-8E081DF0C08E}"/>
              </a:ext>
            </a:extLst>
          </p:cNvPr>
          <p:cNvSpPr>
            <a:spLocks xmlns:a="http://schemas.openxmlformats.org/drawingml/2006/main" noGrp="1"/>
          </p:cNvSpPr>
          <p:nvPr/>
        </p:nvSpPr>
        <p:spPr>
          <a:xfrm xmlns:a="http://schemas.openxmlformats.org/drawingml/2006/main">
            <a:off x="1790700" y="5676900"/>
            <a:ext cx="86106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500" b="1">
                <a:solidFill>
                  <a:srgbClr val="17212B"/>
                </a:solidFill>
                <a:latin typeface="Arial"/>
                <a:ea typeface="Arial"/>
                <a:cs typeface="Arial"/>
              </a:rPr>
              <a:t>The next decision should be based on measured reuse, quality and operating cost across several real delivery cells</a:t>
            </a:r>
            <a:endParaRPr sz="1500"/>
          </a:p>
        </p:txBody>
      </p:sp>
      <p:sp>
        <p:nvSpPr>
          <p:cNvPr id="49" name="Connector 49">
            <a:extLst xmlns:a="http://schemas.openxmlformats.org/drawingml/2006/main">
              <a:ext uri="{FF2B5EF4-FFF2-40B4-BE49-F238E27FC236}">
                <a16:creationId xmlns:a16="http://schemas.microsoft.com/office/drawing/2014/main" id="{89FD8787-549B-42DE-8E2C-82905328A036}"/>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50" name="Text 50">
            <a:extLst xmlns:a="http://schemas.openxmlformats.org/drawingml/2006/main">
              <a:ext uri="{FF2B5EF4-FFF2-40B4-BE49-F238E27FC236}">
                <a16:creationId xmlns:a16="http://schemas.microsoft.com/office/drawing/2014/main" id="{F00A9941-F024-4AED-A63B-3589934A1699}"/>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51" name="Text 51">
            <a:extLst xmlns:a="http://schemas.openxmlformats.org/drawingml/2006/main">
              <a:ext uri="{FF2B5EF4-FFF2-40B4-BE49-F238E27FC236}">
                <a16:creationId xmlns:a16="http://schemas.microsoft.com/office/drawing/2014/main" id="{979C097B-AC4D-472D-8E8E-F8429D849B10}"/>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14</a:t>
            </a:r>
            <a:endParaRPr sz="1000"/>
          </a:p>
        </p:txBody>
      </p:sp>
    </p:spTree>
    <p:extLst>
      <p:ext uri="{BB962C8B-B14F-4D97-AF65-F5344CB8AC3E}">
        <p14:creationId xmlns:p14="http://schemas.microsoft.com/office/powerpoint/2010/main" val="1613429516"/>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353DC311-A442-466B-9B97-428ED9721485}"/>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A · BROWSER EVIDENCE</a:t>
            </a:r>
            <a:endParaRPr sz="1100"/>
          </a:p>
        </p:txBody>
      </p:sp>
      <p:sp>
        <p:nvSpPr>
          <p:cNvPr id="3" name="Text 3">
            <a:extLst xmlns:a="http://schemas.openxmlformats.org/drawingml/2006/main">
              <a:ext uri="{FF2B5EF4-FFF2-40B4-BE49-F238E27FC236}">
                <a16:creationId xmlns:a16="http://schemas.microsoft.com/office/drawing/2014/main" id="{D3DF0B38-AFE0-4DB5-BA7E-740DD678CDCB}"/>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Authentic Playwright captures document the capability growth from R1 to R5</a:t>
            </a:r>
            <a:endParaRPr sz="3000"/>
          </a:p>
        </p:txBody>
      </p:sp>
      <p:sp>
        <p:nvSpPr>
          <p:cNvPr id="4" name="Shape 4">
            <a:extLst xmlns:a="http://schemas.openxmlformats.org/drawingml/2006/main">
              <a:ext uri="{FF2B5EF4-FFF2-40B4-BE49-F238E27FC236}">
                <a16:creationId xmlns:a16="http://schemas.microsoft.com/office/drawing/2014/main" id="{2A7C5B07-F485-46CE-B5E0-F0D7183006D4}"/>
              </a:ext>
            </a:extLst>
          </p:cNvPr>
          <p:cNvSpPr>
            <a:spLocks xmlns:a="http://schemas.openxmlformats.org/drawingml/2006/main" noGrp="1"/>
          </p:cNvSpPr>
          <p:nvPr/>
        </p:nvSpPr>
        <p:spPr>
          <a:xfrm xmlns:a="http://schemas.openxmlformats.org/drawingml/2006/main">
            <a:off x="571500" y="1581150"/>
            <a:ext cx="2628900" cy="16573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38" name="Picture 5"/>
          <p:cNvPicPr>
            <a:picLocks xmlns:a="http://schemas.openxmlformats.org/drawingml/2006/main" noChangeAspect="1"/>
          </p:cNvPicPr>
          <p:nvPr/>
        </p:nvPicPr>
        <p:blipFill>
          <a:blip xmlns:r="http://schemas.openxmlformats.org/officeDocument/2006/relationships" xmlns:a="http://schemas.openxmlformats.org/drawingml/2006/main" r:embed="R274097a482fc4305"/>
          <a:stretch xmlns:a="http://schemas.openxmlformats.org/drawingml/2006/main">
            <a:fillRect l="0" t="0" r="0" b="0"/>
          </a:stretch>
        </p:blipFill>
        <p:spPr>
          <a:xfrm xmlns:a="http://schemas.openxmlformats.org/drawingml/2006/main">
            <a:off x="628650" y="1638300"/>
            <a:ext cx="2514600" cy="1543050"/>
          </a:xfrm>
          <a:prstGeom xmlns:a="http://schemas.openxmlformats.org/drawingml/2006/main" prst="rect">
            <a:avLst/>
          </a:prstGeom>
          <a:ln xmlns:a="http://schemas.openxmlformats.org/drawingml/2006/main">
            <a:noFill/>
          </a:ln>
        </p:spPr>
      </p:pic>
      <p:sp>
        <p:nvSpPr>
          <p:cNvPr id="6" name="Text 6">
            <a:extLst xmlns:a="http://schemas.openxmlformats.org/drawingml/2006/main">
              <a:ext uri="{FF2B5EF4-FFF2-40B4-BE49-F238E27FC236}">
                <a16:creationId xmlns:a16="http://schemas.microsoft.com/office/drawing/2014/main" id="{DD200CC9-FF48-4A4A-9659-39CD7FBBC56A}"/>
              </a:ext>
            </a:extLst>
          </p:cNvPr>
          <p:cNvSpPr>
            <a:spLocks xmlns:a="http://schemas.openxmlformats.org/drawingml/2006/main" noGrp="1"/>
          </p:cNvSpPr>
          <p:nvPr/>
        </p:nvSpPr>
        <p:spPr>
          <a:xfrm xmlns:a="http://schemas.openxmlformats.org/drawingml/2006/main">
            <a:off x="685800" y="1695450"/>
            <a:ext cx="419100" cy="247650"/>
          </a:xfrm>
          <a:prstGeom xmlns:a="http://schemas.openxmlformats.org/drawingml/2006/main" prst="rect">
            <a:avLst/>
          </a:prstGeom>
          <a:solidFill xmlns:a="http://schemas.openxmlformats.org/drawingml/2006/main">
            <a:srgbClr val="17212B"/>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200" b="1">
                <a:solidFill>
                  <a:srgbClr val="FFFFFF"/>
                </a:solidFill>
                <a:latin typeface="Arial"/>
                <a:ea typeface="Arial"/>
                <a:cs typeface="Arial"/>
              </a:rPr>
              <a:t>R1</a:t>
            </a:r>
            <a:endParaRPr sz="1200"/>
          </a:p>
        </p:txBody>
      </p:sp>
      <p:sp>
        <p:nvSpPr>
          <p:cNvPr id="7" name="Text 7">
            <a:extLst xmlns:a="http://schemas.openxmlformats.org/drawingml/2006/main">
              <a:ext uri="{FF2B5EF4-FFF2-40B4-BE49-F238E27FC236}">
                <a16:creationId xmlns:a16="http://schemas.microsoft.com/office/drawing/2014/main" id="{7137FDEE-77E6-4755-94BC-FAFF3D6A7EA0}"/>
              </a:ext>
            </a:extLst>
          </p:cNvPr>
          <p:cNvSpPr>
            <a:spLocks xmlns:a="http://schemas.openxmlformats.org/drawingml/2006/main" noGrp="1"/>
          </p:cNvSpPr>
          <p:nvPr/>
        </p:nvSpPr>
        <p:spPr>
          <a:xfrm xmlns:a="http://schemas.openxmlformats.org/drawingml/2006/main">
            <a:off x="1162050" y="1695450"/>
            <a:ext cx="1866900" cy="247650"/>
          </a:xfrm>
          <a:prstGeom xmlns:a="http://schemas.openxmlformats.org/drawingml/2006/main" prst="rect">
            <a:avLst/>
          </a:prstGeom>
          <a:solidFill xmlns:a="http://schemas.openxmlformats.org/drawingml/2006/main">
            <a:srgbClr val="17212B"/>
          </a:solidFill>
          <a:ln xmlns:a="http://schemas.openxmlformats.org/drawingml/2006/main">
            <a:noFill/>
          </a:ln>
        </p:spPr>
        <p:txBody>
          <a:bodyPr xmlns:a="http://schemas.openxmlformats.org/drawingml/2006/main" wrap="square" lIns="47625" tIns="47625" rIns="47625" bIns="47625" anchor="ctr"/>
          <a:lstStyle xmlns:a="http://schemas.openxmlformats.org/drawingml/2006/main"/>
          <a:p xmlns:a="http://schemas.openxmlformats.org/drawingml/2006/main">
            <a:pPr algn="l">
              <a:buNone/>
            </a:pPr>
            <a:r>
              <a:rPr sz="1100" b="1">
                <a:solidFill>
                  <a:srgbClr val="FFFFFF"/>
                </a:solidFill>
                <a:latin typeface="Arial"/>
                <a:ea typeface="Arial"/>
                <a:cs typeface="Arial"/>
              </a:rPr>
              <a:t>Synthetic review</a:t>
            </a:r>
            <a:endParaRPr sz="1100"/>
          </a:p>
        </p:txBody>
      </p:sp>
      <p:sp>
        <p:nvSpPr>
          <p:cNvPr id="8" name="Shape 8">
            <a:extLst xmlns:a="http://schemas.openxmlformats.org/drawingml/2006/main">
              <a:ext uri="{FF2B5EF4-FFF2-40B4-BE49-F238E27FC236}">
                <a16:creationId xmlns:a16="http://schemas.microsoft.com/office/drawing/2014/main" id="{9B844D3E-1616-44A4-907B-7436738D5534}"/>
              </a:ext>
            </a:extLst>
          </p:cNvPr>
          <p:cNvSpPr>
            <a:spLocks xmlns:a="http://schemas.openxmlformats.org/drawingml/2006/main" noGrp="1"/>
          </p:cNvSpPr>
          <p:nvPr/>
        </p:nvSpPr>
        <p:spPr>
          <a:xfrm xmlns:a="http://schemas.openxmlformats.org/drawingml/2006/main">
            <a:off x="3333750" y="1581150"/>
            <a:ext cx="2628900" cy="16573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42" name="Picture 9"/>
          <p:cNvPicPr>
            <a:picLocks xmlns:a="http://schemas.openxmlformats.org/drawingml/2006/main" noChangeAspect="1"/>
          </p:cNvPicPr>
          <p:nvPr/>
        </p:nvPicPr>
        <p:blipFill>
          <a:blip xmlns:r="http://schemas.openxmlformats.org/officeDocument/2006/relationships" xmlns:a="http://schemas.openxmlformats.org/drawingml/2006/main" r:embed="Rb7841984e41a4da4"/>
          <a:stretch xmlns:a="http://schemas.openxmlformats.org/drawingml/2006/main">
            <a:fillRect l="0" t="0" r="0" b="0"/>
          </a:stretch>
        </p:blipFill>
        <p:spPr>
          <a:xfrm xmlns:a="http://schemas.openxmlformats.org/drawingml/2006/main">
            <a:off x="3390900" y="1638300"/>
            <a:ext cx="2514600" cy="1543050"/>
          </a:xfrm>
          <a:prstGeom xmlns:a="http://schemas.openxmlformats.org/drawingml/2006/main" prst="rect">
            <a:avLst/>
          </a:prstGeom>
          <a:ln xmlns:a="http://schemas.openxmlformats.org/drawingml/2006/main">
            <a:noFill/>
          </a:ln>
        </p:spPr>
      </p:pic>
      <p:sp>
        <p:nvSpPr>
          <p:cNvPr id="10" name="Text 10">
            <a:extLst xmlns:a="http://schemas.openxmlformats.org/drawingml/2006/main">
              <a:ext uri="{FF2B5EF4-FFF2-40B4-BE49-F238E27FC236}">
                <a16:creationId xmlns:a16="http://schemas.microsoft.com/office/drawing/2014/main" id="{D4D25F3B-3E66-4440-8E8C-AFB52D5C1889}"/>
              </a:ext>
            </a:extLst>
          </p:cNvPr>
          <p:cNvSpPr>
            <a:spLocks xmlns:a="http://schemas.openxmlformats.org/drawingml/2006/main" noGrp="1"/>
          </p:cNvSpPr>
          <p:nvPr/>
        </p:nvSpPr>
        <p:spPr>
          <a:xfrm xmlns:a="http://schemas.openxmlformats.org/drawingml/2006/main">
            <a:off x="3448050" y="1695450"/>
            <a:ext cx="419100" cy="247650"/>
          </a:xfrm>
          <a:prstGeom xmlns:a="http://schemas.openxmlformats.org/drawingml/2006/main" prst="rect">
            <a:avLst/>
          </a:prstGeom>
          <a:solidFill xmlns:a="http://schemas.openxmlformats.org/drawingml/2006/main">
            <a:srgbClr val="2A5B84"/>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200" b="1">
                <a:solidFill>
                  <a:srgbClr val="FFFFFF"/>
                </a:solidFill>
                <a:latin typeface="Arial"/>
                <a:ea typeface="Arial"/>
                <a:cs typeface="Arial"/>
              </a:rPr>
              <a:t>R2</a:t>
            </a:r>
            <a:endParaRPr sz="1200"/>
          </a:p>
        </p:txBody>
      </p:sp>
      <p:sp>
        <p:nvSpPr>
          <p:cNvPr id="11" name="Text 11">
            <a:extLst xmlns:a="http://schemas.openxmlformats.org/drawingml/2006/main">
              <a:ext uri="{FF2B5EF4-FFF2-40B4-BE49-F238E27FC236}">
                <a16:creationId xmlns:a16="http://schemas.microsoft.com/office/drawing/2014/main" id="{C9B45E24-D795-4EF2-9C4E-45225C072152}"/>
              </a:ext>
            </a:extLst>
          </p:cNvPr>
          <p:cNvSpPr>
            <a:spLocks xmlns:a="http://schemas.openxmlformats.org/drawingml/2006/main" noGrp="1"/>
          </p:cNvSpPr>
          <p:nvPr/>
        </p:nvSpPr>
        <p:spPr>
          <a:xfrm xmlns:a="http://schemas.openxmlformats.org/drawingml/2006/main">
            <a:off x="3924300" y="1695450"/>
            <a:ext cx="1866900" cy="247650"/>
          </a:xfrm>
          <a:prstGeom xmlns:a="http://schemas.openxmlformats.org/drawingml/2006/main" prst="rect">
            <a:avLst/>
          </a:prstGeom>
          <a:solidFill xmlns:a="http://schemas.openxmlformats.org/drawingml/2006/main">
            <a:srgbClr val="2A5B84"/>
          </a:solidFill>
          <a:ln xmlns:a="http://schemas.openxmlformats.org/drawingml/2006/main">
            <a:noFill/>
          </a:ln>
        </p:spPr>
        <p:txBody>
          <a:bodyPr xmlns:a="http://schemas.openxmlformats.org/drawingml/2006/main" wrap="square" lIns="47625" tIns="47625" rIns="47625" bIns="47625" anchor="ctr"/>
          <a:lstStyle xmlns:a="http://schemas.openxmlformats.org/drawingml/2006/main"/>
          <a:p xmlns:a="http://schemas.openxmlformats.org/drawingml/2006/main">
            <a:pPr algn="l">
              <a:buNone/>
            </a:pPr>
            <a:r>
              <a:rPr sz="1100" b="1">
                <a:solidFill>
                  <a:srgbClr val="FFFFFF"/>
                </a:solidFill>
                <a:latin typeface="Arial"/>
                <a:ea typeface="Arial"/>
                <a:cs typeface="Arial"/>
              </a:rPr>
              <a:t>PostgreSQL</a:t>
            </a:r>
            <a:endParaRPr sz="1100"/>
          </a:p>
        </p:txBody>
      </p:sp>
      <p:sp>
        <p:nvSpPr>
          <p:cNvPr id="12" name="Shape 12">
            <a:extLst xmlns:a="http://schemas.openxmlformats.org/drawingml/2006/main">
              <a:ext uri="{FF2B5EF4-FFF2-40B4-BE49-F238E27FC236}">
                <a16:creationId xmlns:a16="http://schemas.microsoft.com/office/drawing/2014/main" id="{21D97F80-33E0-47A9-B9C5-BAD18F5A06B0}"/>
              </a:ext>
            </a:extLst>
          </p:cNvPr>
          <p:cNvSpPr>
            <a:spLocks xmlns:a="http://schemas.openxmlformats.org/drawingml/2006/main" noGrp="1"/>
          </p:cNvSpPr>
          <p:nvPr/>
        </p:nvSpPr>
        <p:spPr>
          <a:xfrm xmlns:a="http://schemas.openxmlformats.org/drawingml/2006/main">
            <a:off x="6096000" y="1581150"/>
            <a:ext cx="2628900" cy="16573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46" name="Picture 13"/>
          <p:cNvPicPr>
            <a:picLocks xmlns:a="http://schemas.openxmlformats.org/drawingml/2006/main" noChangeAspect="1"/>
          </p:cNvPicPr>
          <p:nvPr/>
        </p:nvPicPr>
        <p:blipFill>
          <a:blip xmlns:r="http://schemas.openxmlformats.org/officeDocument/2006/relationships" xmlns:a="http://schemas.openxmlformats.org/drawingml/2006/main" r:embed="R5057ba9aba4e4d73"/>
          <a:stretch xmlns:a="http://schemas.openxmlformats.org/drawingml/2006/main">
            <a:fillRect l="0" t="0" r="0" b="0"/>
          </a:stretch>
        </p:blipFill>
        <p:spPr>
          <a:xfrm xmlns:a="http://schemas.openxmlformats.org/drawingml/2006/main">
            <a:off x="6153150" y="1638300"/>
            <a:ext cx="2514600" cy="1543050"/>
          </a:xfrm>
          <a:prstGeom xmlns:a="http://schemas.openxmlformats.org/drawingml/2006/main" prst="rect">
            <a:avLst/>
          </a:prstGeom>
          <a:ln xmlns:a="http://schemas.openxmlformats.org/drawingml/2006/main">
            <a:noFill/>
          </a:ln>
        </p:spPr>
      </p:pic>
      <p:sp>
        <p:nvSpPr>
          <p:cNvPr id="14" name="Text 14">
            <a:extLst xmlns:a="http://schemas.openxmlformats.org/drawingml/2006/main">
              <a:ext uri="{FF2B5EF4-FFF2-40B4-BE49-F238E27FC236}">
                <a16:creationId xmlns:a16="http://schemas.microsoft.com/office/drawing/2014/main" id="{5869D8DB-06DB-4061-BD16-1A9697777488}"/>
              </a:ext>
            </a:extLst>
          </p:cNvPr>
          <p:cNvSpPr>
            <a:spLocks xmlns:a="http://schemas.openxmlformats.org/drawingml/2006/main" noGrp="1"/>
          </p:cNvSpPr>
          <p:nvPr/>
        </p:nvSpPr>
        <p:spPr>
          <a:xfrm xmlns:a="http://schemas.openxmlformats.org/drawingml/2006/main">
            <a:off x="6210300" y="1695450"/>
            <a:ext cx="419100" cy="247650"/>
          </a:xfrm>
          <a:prstGeom xmlns:a="http://schemas.openxmlformats.org/drawingml/2006/main" prst="rect">
            <a:avLst/>
          </a:prstGeom>
          <a:solidFill xmlns:a="http://schemas.openxmlformats.org/drawingml/2006/main">
            <a:srgbClr val="1F7A5A"/>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200" b="1">
                <a:solidFill>
                  <a:srgbClr val="FFFFFF"/>
                </a:solidFill>
                <a:latin typeface="Arial"/>
                <a:ea typeface="Arial"/>
                <a:cs typeface="Arial"/>
              </a:rPr>
              <a:t>R3</a:t>
            </a:r>
            <a:endParaRPr sz="1200"/>
          </a:p>
        </p:txBody>
      </p:sp>
      <p:sp>
        <p:nvSpPr>
          <p:cNvPr id="15" name="Text 15">
            <a:extLst xmlns:a="http://schemas.openxmlformats.org/drawingml/2006/main">
              <a:ext uri="{FF2B5EF4-FFF2-40B4-BE49-F238E27FC236}">
                <a16:creationId xmlns:a16="http://schemas.microsoft.com/office/drawing/2014/main" id="{3FDD563B-29BD-4355-8ACE-D6B4D7E16AEC}"/>
              </a:ext>
            </a:extLst>
          </p:cNvPr>
          <p:cNvSpPr>
            <a:spLocks xmlns:a="http://schemas.openxmlformats.org/drawingml/2006/main" noGrp="1"/>
          </p:cNvSpPr>
          <p:nvPr/>
        </p:nvSpPr>
        <p:spPr>
          <a:xfrm xmlns:a="http://schemas.openxmlformats.org/drawingml/2006/main">
            <a:off x="6686550" y="1695450"/>
            <a:ext cx="1866900" cy="247650"/>
          </a:xfrm>
          <a:prstGeom xmlns:a="http://schemas.openxmlformats.org/drawingml/2006/main" prst="rect">
            <a:avLst/>
          </a:prstGeom>
          <a:solidFill xmlns:a="http://schemas.openxmlformats.org/drawingml/2006/main">
            <a:srgbClr val="1F7A5A"/>
          </a:solidFill>
          <a:ln xmlns:a="http://schemas.openxmlformats.org/drawingml/2006/main">
            <a:noFill/>
          </a:ln>
        </p:spPr>
        <p:txBody>
          <a:bodyPr xmlns:a="http://schemas.openxmlformats.org/drawingml/2006/main" wrap="square" lIns="47625" tIns="47625" rIns="47625" bIns="47625" anchor="ctr"/>
          <a:lstStyle xmlns:a="http://schemas.openxmlformats.org/drawingml/2006/main"/>
          <a:p xmlns:a="http://schemas.openxmlformats.org/drawingml/2006/main">
            <a:pPr algn="l">
              <a:buNone/>
            </a:pPr>
            <a:r>
              <a:rPr sz="1100" b="1">
                <a:solidFill>
                  <a:srgbClr val="FFFFFF"/>
                </a:solidFill>
                <a:latin typeface="Arial"/>
                <a:ea typeface="Arial"/>
                <a:cs typeface="Arial"/>
              </a:rPr>
              <a:t>Analysis + history</a:t>
            </a:r>
            <a:endParaRPr sz="1100"/>
          </a:p>
        </p:txBody>
      </p:sp>
      <p:sp>
        <p:nvSpPr>
          <p:cNvPr id="16" name="Shape 16">
            <a:extLst xmlns:a="http://schemas.openxmlformats.org/drawingml/2006/main">
              <a:ext uri="{FF2B5EF4-FFF2-40B4-BE49-F238E27FC236}">
                <a16:creationId xmlns:a16="http://schemas.microsoft.com/office/drawing/2014/main" id="{D780FB44-519B-4697-8BF1-0E612EC43F6B}"/>
              </a:ext>
            </a:extLst>
          </p:cNvPr>
          <p:cNvSpPr>
            <a:spLocks xmlns:a="http://schemas.openxmlformats.org/drawingml/2006/main" noGrp="1"/>
          </p:cNvSpPr>
          <p:nvPr/>
        </p:nvSpPr>
        <p:spPr>
          <a:xfrm xmlns:a="http://schemas.openxmlformats.org/drawingml/2006/main">
            <a:off x="8858250" y="1581150"/>
            <a:ext cx="2628900" cy="16573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50" name="Picture 17"/>
          <p:cNvPicPr>
            <a:picLocks xmlns:a="http://schemas.openxmlformats.org/drawingml/2006/main" noChangeAspect="1"/>
          </p:cNvPicPr>
          <p:nvPr/>
        </p:nvPicPr>
        <p:blipFill>
          <a:blip xmlns:r="http://schemas.openxmlformats.org/officeDocument/2006/relationships" xmlns:a="http://schemas.openxmlformats.org/drawingml/2006/main" r:embed="Rf2b0e8dbb816459d"/>
          <a:stretch xmlns:a="http://schemas.openxmlformats.org/drawingml/2006/main">
            <a:fillRect l="0" t="0" r="0" b="0"/>
          </a:stretch>
        </p:blipFill>
        <p:spPr>
          <a:xfrm xmlns:a="http://schemas.openxmlformats.org/drawingml/2006/main">
            <a:off x="8915400" y="1638300"/>
            <a:ext cx="2514600" cy="1543050"/>
          </a:xfrm>
          <a:prstGeom xmlns:a="http://schemas.openxmlformats.org/drawingml/2006/main" prst="rect">
            <a:avLst/>
          </a:prstGeom>
          <a:ln xmlns:a="http://schemas.openxmlformats.org/drawingml/2006/main">
            <a:noFill/>
          </a:ln>
        </p:spPr>
      </p:pic>
      <p:sp>
        <p:nvSpPr>
          <p:cNvPr id="18" name="Text 18">
            <a:extLst xmlns:a="http://schemas.openxmlformats.org/drawingml/2006/main">
              <a:ext uri="{FF2B5EF4-FFF2-40B4-BE49-F238E27FC236}">
                <a16:creationId xmlns:a16="http://schemas.microsoft.com/office/drawing/2014/main" id="{AD92F613-A48E-4A41-9B53-AB46E9061D9B}"/>
              </a:ext>
            </a:extLst>
          </p:cNvPr>
          <p:cNvSpPr>
            <a:spLocks xmlns:a="http://schemas.openxmlformats.org/drawingml/2006/main" noGrp="1"/>
          </p:cNvSpPr>
          <p:nvPr/>
        </p:nvSpPr>
        <p:spPr>
          <a:xfrm xmlns:a="http://schemas.openxmlformats.org/drawingml/2006/main">
            <a:off x="8972550" y="1695450"/>
            <a:ext cx="419100" cy="247650"/>
          </a:xfrm>
          <a:prstGeom xmlns:a="http://schemas.openxmlformats.org/drawingml/2006/main" prst="rect">
            <a:avLst/>
          </a:prstGeom>
          <a:solidFill xmlns:a="http://schemas.openxmlformats.org/drawingml/2006/main">
            <a:srgbClr val="D71920"/>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200" b="1">
                <a:solidFill>
                  <a:srgbClr val="FFFFFF"/>
                </a:solidFill>
                <a:latin typeface="Arial"/>
                <a:ea typeface="Arial"/>
                <a:cs typeface="Arial"/>
              </a:rPr>
              <a:t>R4</a:t>
            </a:r>
            <a:endParaRPr sz="1200"/>
          </a:p>
        </p:txBody>
      </p:sp>
      <p:sp>
        <p:nvSpPr>
          <p:cNvPr id="19" name="Text 19">
            <a:extLst xmlns:a="http://schemas.openxmlformats.org/drawingml/2006/main">
              <a:ext uri="{FF2B5EF4-FFF2-40B4-BE49-F238E27FC236}">
                <a16:creationId xmlns:a16="http://schemas.microsoft.com/office/drawing/2014/main" id="{433FA669-330D-4459-A986-5AC86202361F}"/>
              </a:ext>
            </a:extLst>
          </p:cNvPr>
          <p:cNvSpPr>
            <a:spLocks xmlns:a="http://schemas.openxmlformats.org/drawingml/2006/main" noGrp="1"/>
          </p:cNvSpPr>
          <p:nvPr/>
        </p:nvSpPr>
        <p:spPr>
          <a:xfrm xmlns:a="http://schemas.openxmlformats.org/drawingml/2006/main">
            <a:off x="9448800" y="1695450"/>
            <a:ext cx="1866900" cy="247650"/>
          </a:xfrm>
          <a:prstGeom xmlns:a="http://schemas.openxmlformats.org/drawingml/2006/main" prst="rect">
            <a:avLst/>
          </a:prstGeom>
          <a:solidFill xmlns:a="http://schemas.openxmlformats.org/drawingml/2006/main">
            <a:srgbClr val="D71920"/>
          </a:solidFill>
          <a:ln xmlns:a="http://schemas.openxmlformats.org/drawingml/2006/main">
            <a:noFill/>
          </a:ln>
        </p:spPr>
        <p:txBody>
          <a:bodyPr xmlns:a="http://schemas.openxmlformats.org/drawingml/2006/main" wrap="square" lIns="47625" tIns="47625" rIns="47625" bIns="47625" anchor="ctr"/>
          <a:lstStyle xmlns:a="http://schemas.openxmlformats.org/drawingml/2006/main"/>
          <a:p xmlns:a="http://schemas.openxmlformats.org/drawingml/2006/main">
            <a:pPr algn="l">
              <a:buNone/>
            </a:pPr>
            <a:r>
              <a:rPr sz="1100" b="1">
                <a:solidFill>
                  <a:srgbClr val="FFFFFF"/>
                </a:solidFill>
                <a:latin typeface="Arial"/>
                <a:ea typeface="Arial"/>
                <a:cs typeface="Arial"/>
              </a:rPr>
              <a:t>Auth + retrieval</a:t>
            </a:r>
            <a:endParaRPr sz="1100"/>
          </a:p>
        </p:txBody>
      </p:sp>
      <p:sp>
        <p:nvSpPr>
          <p:cNvPr id="20" name="Shape 20">
            <a:extLst xmlns:a="http://schemas.openxmlformats.org/drawingml/2006/main">
              <a:ext uri="{FF2B5EF4-FFF2-40B4-BE49-F238E27FC236}">
                <a16:creationId xmlns:a16="http://schemas.microsoft.com/office/drawing/2014/main" id="{74722609-B960-424C-8E25-6658604C6AD1}"/>
              </a:ext>
            </a:extLst>
          </p:cNvPr>
          <p:cNvSpPr>
            <a:spLocks xmlns:a="http://schemas.openxmlformats.org/drawingml/2006/main" noGrp="1"/>
          </p:cNvSpPr>
          <p:nvPr/>
        </p:nvSpPr>
        <p:spPr>
          <a:xfrm xmlns:a="http://schemas.openxmlformats.org/drawingml/2006/main">
            <a:off x="571500" y="3486150"/>
            <a:ext cx="11049000" cy="2571750"/>
          </a:xfrm>
          <a:prstGeom xmlns:a="http://schemas.openxmlformats.org/drawingml/2006/main" prst="rect">
            <a:avLst/>
          </a:prstGeom>
          <a:solidFill xmlns:a="http://schemas.openxmlformats.org/drawingml/2006/main">
            <a:srgbClr val="FFFFFF"/>
          </a:solidFill>
          <a:ln xmlns:a="http://schemas.openxmlformats.org/drawingml/2006/main" w="25400">
            <a:solidFill>
              <a:srgbClr val="D71920"/>
            </a:solidFill>
          </a:ln>
        </p:spPr>
      </p:sp>
      <p:pic>
        <p:nvPicPr>
          <p:cNvPr id="54" name="Picture 21"/>
          <p:cNvPicPr>
            <a:picLocks xmlns:a="http://schemas.openxmlformats.org/drawingml/2006/main" noChangeAspect="1"/>
          </p:cNvPicPr>
          <p:nvPr/>
        </p:nvPicPr>
        <p:blipFill>
          <a:blip xmlns:r="http://schemas.openxmlformats.org/officeDocument/2006/relationships" xmlns:a="http://schemas.openxmlformats.org/drawingml/2006/main" r:embed="Ra2a9417ec84e4667"/>
          <a:stretch xmlns:a="http://schemas.openxmlformats.org/drawingml/2006/main">
            <a:fillRect l="0" t="0" r="0" b="0"/>
          </a:stretch>
        </p:blipFill>
        <p:spPr>
          <a:xfrm xmlns:a="http://schemas.openxmlformats.org/drawingml/2006/main">
            <a:off x="647700" y="3562350"/>
            <a:ext cx="5391150" cy="2419350"/>
          </a:xfrm>
          <a:prstGeom xmlns:a="http://schemas.openxmlformats.org/drawingml/2006/main" prst="rect">
            <a:avLst/>
          </a:prstGeom>
          <a:ln xmlns:a="http://schemas.openxmlformats.org/drawingml/2006/main">
            <a:noFill/>
          </a:ln>
        </p:spPr>
      </p:pic>
      <p:pic>
        <p:nvPicPr>
          <p:cNvPr id="55" name="Picture 22"/>
          <p:cNvPicPr>
            <a:picLocks xmlns:a="http://schemas.openxmlformats.org/drawingml/2006/main" noChangeAspect="1"/>
          </p:cNvPicPr>
          <p:nvPr/>
        </p:nvPicPr>
        <p:blipFill>
          <a:blip xmlns:r="http://schemas.openxmlformats.org/officeDocument/2006/relationships" xmlns:a="http://schemas.openxmlformats.org/drawingml/2006/main" r:embed="R52a3de6ab85742ef"/>
          <a:stretch xmlns:a="http://schemas.openxmlformats.org/drawingml/2006/main">
            <a:fillRect l="0" t="0" r="0" b="0"/>
          </a:stretch>
        </p:blipFill>
        <p:spPr>
          <a:xfrm xmlns:a="http://schemas.openxmlformats.org/drawingml/2006/main">
            <a:off x="6153150" y="3562350"/>
            <a:ext cx="5391150" cy="2419350"/>
          </a:xfrm>
          <a:prstGeom xmlns:a="http://schemas.openxmlformats.org/drawingml/2006/main" prst="rect">
            <a:avLst/>
          </a:prstGeom>
          <a:ln xmlns:a="http://schemas.openxmlformats.org/drawingml/2006/main">
            <a:noFill/>
          </a:ln>
        </p:spPr>
      </p:pic>
      <p:sp>
        <p:nvSpPr>
          <p:cNvPr id="23" name="Text 23">
            <a:extLst xmlns:a="http://schemas.openxmlformats.org/drawingml/2006/main">
              <a:ext uri="{FF2B5EF4-FFF2-40B4-BE49-F238E27FC236}">
                <a16:creationId xmlns:a16="http://schemas.microsoft.com/office/drawing/2014/main" id="{FD6DD650-1767-44B2-AA8F-73773D7631C1}"/>
              </a:ext>
            </a:extLst>
          </p:cNvPr>
          <p:cNvSpPr>
            <a:spLocks xmlns:a="http://schemas.openxmlformats.org/drawingml/2006/main" noGrp="1"/>
          </p:cNvSpPr>
          <p:nvPr/>
        </p:nvSpPr>
        <p:spPr>
          <a:xfrm xmlns:a="http://schemas.openxmlformats.org/drawingml/2006/main">
            <a:off x="723900" y="3657600"/>
            <a:ext cx="495300" cy="285750"/>
          </a:xfrm>
          <a:prstGeom xmlns:a="http://schemas.openxmlformats.org/drawingml/2006/main" prst="rect">
            <a:avLst/>
          </a:prstGeom>
          <a:solidFill xmlns:a="http://schemas.openxmlformats.org/drawingml/2006/main">
            <a:srgbClr val="D71920"/>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1">
                <a:solidFill>
                  <a:srgbClr val="FFFFFF"/>
                </a:solidFill>
                <a:latin typeface="Arial"/>
                <a:ea typeface="Arial"/>
                <a:cs typeface="Arial"/>
              </a:rPr>
              <a:t>R5</a:t>
            </a:r>
            <a:endParaRPr sz="1400"/>
          </a:p>
        </p:txBody>
      </p:sp>
      <p:sp>
        <p:nvSpPr>
          <p:cNvPr id="24" name="Text 24">
            <a:extLst xmlns:a="http://schemas.openxmlformats.org/drawingml/2006/main">
              <a:ext uri="{FF2B5EF4-FFF2-40B4-BE49-F238E27FC236}">
                <a16:creationId xmlns:a16="http://schemas.microsoft.com/office/drawing/2014/main" id="{BC6577EE-4DE0-4D75-9792-C47A243F9CB4}"/>
              </a:ext>
            </a:extLst>
          </p:cNvPr>
          <p:cNvSpPr>
            <a:spLocks xmlns:a="http://schemas.openxmlformats.org/drawingml/2006/main" noGrp="1"/>
          </p:cNvSpPr>
          <p:nvPr/>
        </p:nvSpPr>
        <p:spPr>
          <a:xfrm xmlns:a="http://schemas.openxmlformats.org/drawingml/2006/main">
            <a:off x="1295400" y="3657600"/>
            <a:ext cx="2990850" cy="285750"/>
          </a:xfrm>
          <a:prstGeom xmlns:a="http://schemas.openxmlformats.org/drawingml/2006/main" prst="rect">
            <a:avLst/>
          </a:prstGeom>
          <a:solidFill xmlns:a="http://schemas.openxmlformats.org/drawingml/2006/main">
            <a:srgbClr val="D71920"/>
          </a:solidFill>
          <a:ln xmlns:a="http://schemas.openxmlformats.org/drawingml/2006/main">
            <a:noFill/>
          </a:ln>
        </p:spPr>
        <p:txBody>
          <a:bodyPr xmlns:a="http://schemas.openxmlformats.org/drawingml/2006/main" wrap="square" lIns="57150" tIns="57150" rIns="57150" bIns="57150" anchor="ctr"/>
          <a:lstStyle xmlns:a="http://schemas.openxmlformats.org/drawingml/2006/main"/>
          <a:p xmlns:a="http://schemas.openxmlformats.org/drawingml/2006/main">
            <a:pPr algn="l">
              <a:buNone/>
            </a:pPr>
            <a:r>
              <a:rPr sz="1100" b="1">
                <a:solidFill>
                  <a:srgbClr val="FFFFFF"/>
                </a:solidFill>
                <a:latin typeface="Arial"/>
                <a:ea typeface="Arial"/>
                <a:cs typeface="Arial"/>
              </a:rPr>
              <a:t>FULL LM STUDIO DEMONSTRATOR</a:t>
            </a:r>
            <a:endParaRPr sz="1100"/>
          </a:p>
        </p:txBody>
      </p:sp>
      <p:sp>
        <p:nvSpPr>
          <p:cNvPr id="25" name="Text 25">
            <a:extLst xmlns:a="http://schemas.openxmlformats.org/drawingml/2006/main">
              <a:ext uri="{FF2B5EF4-FFF2-40B4-BE49-F238E27FC236}">
                <a16:creationId xmlns:a16="http://schemas.microsoft.com/office/drawing/2014/main" id="{2464EC54-778E-4D1A-8300-BAF35AEB9770}"/>
              </a:ext>
            </a:extLst>
          </p:cNvPr>
          <p:cNvSpPr>
            <a:spLocks xmlns:a="http://schemas.openxmlformats.org/drawingml/2006/main" noGrp="1"/>
          </p:cNvSpPr>
          <p:nvPr/>
        </p:nvSpPr>
        <p:spPr>
          <a:xfrm xmlns:a="http://schemas.openxmlformats.org/drawingml/2006/main">
            <a:off x="9639300" y="3657600"/>
            <a:ext cx="1790700" cy="285750"/>
          </a:xfrm>
          <a:prstGeom xmlns:a="http://schemas.openxmlformats.org/drawingml/2006/main" prst="rect">
            <a:avLst/>
          </a:prstGeom>
          <a:solidFill xmlns:a="http://schemas.openxmlformats.org/drawingml/2006/main">
            <a:srgbClr val="1F7A5A"/>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100" b="1">
                <a:solidFill>
                  <a:srgbClr val="FFFFFF"/>
                </a:solidFill>
                <a:latin typeface="Arial"/>
                <a:ea typeface="Arial"/>
                <a:cs typeface="Arial"/>
              </a:rPr>
              <a:t>DELIVERED</a:t>
            </a:r>
            <a:endParaRPr sz="1100"/>
          </a:p>
        </p:txBody>
      </p:sp>
      <p:sp>
        <p:nvSpPr>
          <p:cNvPr id="26" name="Connector 26">
            <a:extLst xmlns:a="http://schemas.openxmlformats.org/drawingml/2006/main">
              <a:ext uri="{FF2B5EF4-FFF2-40B4-BE49-F238E27FC236}">
                <a16:creationId xmlns:a16="http://schemas.microsoft.com/office/drawing/2014/main" id="{D673DDAE-5EF1-4458-96CC-D3FC984601E2}"/>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27" name="Text 27">
            <a:extLst xmlns:a="http://schemas.openxmlformats.org/drawingml/2006/main">
              <a:ext uri="{FF2B5EF4-FFF2-40B4-BE49-F238E27FC236}">
                <a16:creationId xmlns:a16="http://schemas.microsoft.com/office/drawing/2014/main" id="{987B08F4-F8FC-407E-8118-7D77882DA4C5}"/>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28" name="Text 28">
            <a:extLst xmlns:a="http://schemas.openxmlformats.org/drawingml/2006/main">
              <a:ext uri="{FF2B5EF4-FFF2-40B4-BE49-F238E27FC236}">
                <a16:creationId xmlns:a16="http://schemas.microsoft.com/office/drawing/2014/main" id="{EFC26B4F-BFFA-481C-B77F-28D7506509FA}"/>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A</a:t>
            </a:r>
            <a:endParaRPr sz="1000"/>
          </a:p>
        </p:txBody>
      </p:sp>
    </p:spTree>
    <p:extLst>
      <p:ext uri="{BB962C8B-B14F-4D97-AF65-F5344CB8AC3E}">
        <p14:creationId xmlns:p14="http://schemas.microsoft.com/office/powerpoint/2010/main" val="370738648"/>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307B1E3C-E5F9-4EED-BBF4-BCBDA541B11B}"/>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B · DECISION RECORD</a:t>
            </a:r>
            <a:endParaRPr sz="1100"/>
          </a:p>
        </p:txBody>
      </p:sp>
      <p:sp>
        <p:nvSpPr>
          <p:cNvPr id="3" name="Text 3">
            <a:extLst xmlns:a="http://schemas.openxmlformats.org/drawingml/2006/main">
              <a:ext uri="{FF2B5EF4-FFF2-40B4-BE49-F238E27FC236}">
                <a16:creationId xmlns:a16="http://schemas.microsoft.com/office/drawing/2014/main" id="{20A106C1-E688-42D7-BC36-AA9DBECABB25}"/>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Eight ADRs concentrate the durable choices and their trade-offs</a:t>
            </a:r>
            <a:endParaRPr sz="3000"/>
          </a:p>
        </p:txBody>
      </p:sp>
      <p:sp>
        <p:nvSpPr>
          <p:cNvPr id="4" name="Text 4">
            <a:extLst xmlns:a="http://schemas.openxmlformats.org/drawingml/2006/main">
              <a:ext uri="{FF2B5EF4-FFF2-40B4-BE49-F238E27FC236}">
                <a16:creationId xmlns:a16="http://schemas.microsoft.com/office/drawing/2014/main" id="{E7027102-4F9E-4A32-B37D-704EBF457E47}"/>
              </a:ext>
            </a:extLst>
          </p:cNvPr>
          <p:cNvSpPr>
            <a:spLocks xmlns:a="http://schemas.openxmlformats.org/drawingml/2006/main" noGrp="1"/>
          </p:cNvSpPr>
          <p:nvPr/>
        </p:nvSpPr>
        <p:spPr>
          <a:xfrm xmlns:a="http://schemas.openxmlformats.org/drawingml/2006/main">
            <a:off x="571500" y="156210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4da6af6d77364ef6"/>
              </a:rPr>
              <a:t>ADR-001</a:t>
            </a:r>
            <a:endParaRPr sz="1500"/>
          </a:p>
        </p:txBody>
      </p:sp>
      <p:sp>
        <p:nvSpPr>
          <p:cNvPr id="5" name="Text 5">
            <a:extLst xmlns:a="http://schemas.openxmlformats.org/drawingml/2006/main">
              <a:ext uri="{FF2B5EF4-FFF2-40B4-BE49-F238E27FC236}">
                <a16:creationId xmlns:a16="http://schemas.microsoft.com/office/drawing/2014/main" id="{FE14BBDE-62E3-4593-B2AE-85062AAFF527}"/>
              </a:ext>
            </a:extLst>
          </p:cNvPr>
          <p:cNvSpPr>
            <a:spLocks xmlns:a="http://schemas.openxmlformats.org/drawingml/2006/main" noGrp="1"/>
          </p:cNvSpPr>
          <p:nvPr/>
        </p:nvSpPr>
        <p:spPr>
          <a:xfrm xmlns:a="http://schemas.openxmlformats.org/drawingml/2006/main">
            <a:off x="1714500" y="156210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Modular monolith and strict hexagonal boundaries</a:t>
            </a:r>
            <a:endParaRPr sz="1600"/>
          </a:p>
        </p:txBody>
      </p:sp>
      <p:sp>
        <p:nvSpPr>
          <p:cNvPr id="6" name="Connector 6">
            <a:extLst xmlns:a="http://schemas.openxmlformats.org/drawingml/2006/main">
              <a:ext uri="{FF2B5EF4-FFF2-40B4-BE49-F238E27FC236}">
                <a16:creationId xmlns:a16="http://schemas.microsoft.com/office/drawing/2014/main" id="{1BF1B47F-D609-4DE9-97AA-D51CF01EB1FE}"/>
              </a:ext>
            </a:extLst>
          </p:cNvPr>
          <p:cNvSpPr>
            <a:spLocks xmlns:a="http://schemas.openxmlformats.org/drawingml/2006/main" noGrp="1"/>
          </p:cNvSpPr>
          <p:nvPr/>
        </p:nvSpPr>
        <p:spPr>
          <a:xfrm xmlns:a="http://schemas.openxmlformats.org/drawingml/2006/main">
            <a:off x="571500" y="2190750"/>
            <a:ext cx="5219700" cy="0"/>
          </a:xfrm>
          <a:prstGeom xmlns:a="http://schemas.openxmlformats.org/drawingml/2006/main" prst="line">
            <a:avLst/>
          </a:prstGeom>
          <a:ln xmlns:a="http://schemas.openxmlformats.org/drawingml/2006/main" w="12700">
            <a:solidFill>
              <a:srgbClr val="D9DEE3"/>
            </a:solidFill>
          </a:ln>
        </p:spPr>
      </p:sp>
      <p:sp>
        <p:nvSpPr>
          <p:cNvPr id="7" name="Text 7">
            <a:extLst xmlns:a="http://schemas.openxmlformats.org/drawingml/2006/main">
              <a:ext uri="{FF2B5EF4-FFF2-40B4-BE49-F238E27FC236}">
                <a16:creationId xmlns:a16="http://schemas.microsoft.com/office/drawing/2014/main" id="{B9876264-A69F-4467-AEDA-600238629C62}"/>
              </a:ext>
            </a:extLst>
          </p:cNvPr>
          <p:cNvSpPr>
            <a:spLocks xmlns:a="http://schemas.openxmlformats.org/drawingml/2006/main" noGrp="1"/>
          </p:cNvSpPr>
          <p:nvPr/>
        </p:nvSpPr>
        <p:spPr>
          <a:xfrm xmlns:a="http://schemas.openxmlformats.org/drawingml/2006/main">
            <a:off x="571500" y="241935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7877781575164eae"/>
              </a:rPr>
              <a:t>ADR-002</a:t>
            </a:r>
            <a:endParaRPr sz="1500"/>
          </a:p>
        </p:txBody>
      </p:sp>
      <p:sp>
        <p:nvSpPr>
          <p:cNvPr id="8" name="Text 8">
            <a:extLst xmlns:a="http://schemas.openxmlformats.org/drawingml/2006/main">
              <a:ext uri="{FF2B5EF4-FFF2-40B4-BE49-F238E27FC236}">
                <a16:creationId xmlns:a16="http://schemas.microsoft.com/office/drawing/2014/main" id="{224E3517-816B-4031-81D3-9DB854932617}"/>
              </a:ext>
            </a:extLst>
          </p:cNvPr>
          <p:cNvSpPr>
            <a:spLocks xmlns:a="http://schemas.openxmlformats.org/drawingml/2006/main" noGrp="1"/>
          </p:cNvSpPr>
          <p:nvPr/>
        </p:nvSpPr>
        <p:spPr>
          <a:xfrm xmlns:a="http://schemas.openxmlformats.org/drawingml/2006/main">
            <a:off x="1714500" y="241935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Provider-neutral analysis and trust boundary</a:t>
            </a:r>
            <a:endParaRPr sz="1600"/>
          </a:p>
        </p:txBody>
      </p:sp>
      <p:sp>
        <p:nvSpPr>
          <p:cNvPr id="9" name="Connector 9">
            <a:extLst xmlns:a="http://schemas.openxmlformats.org/drawingml/2006/main">
              <a:ext uri="{FF2B5EF4-FFF2-40B4-BE49-F238E27FC236}">
                <a16:creationId xmlns:a16="http://schemas.microsoft.com/office/drawing/2014/main" id="{00D16F4A-3731-49C1-905F-25050E6C6207}"/>
              </a:ext>
            </a:extLst>
          </p:cNvPr>
          <p:cNvSpPr>
            <a:spLocks xmlns:a="http://schemas.openxmlformats.org/drawingml/2006/main" noGrp="1"/>
          </p:cNvSpPr>
          <p:nvPr/>
        </p:nvSpPr>
        <p:spPr>
          <a:xfrm xmlns:a="http://schemas.openxmlformats.org/drawingml/2006/main">
            <a:off x="571500" y="3048000"/>
            <a:ext cx="5219700" cy="0"/>
          </a:xfrm>
          <a:prstGeom xmlns:a="http://schemas.openxmlformats.org/drawingml/2006/main" prst="line">
            <a:avLst/>
          </a:prstGeom>
          <a:ln xmlns:a="http://schemas.openxmlformats.org/drawingml/2006/main" w="12700">
            <a:solidFill>
              <a:srgbClr val="D9DEE3"/>
            </a:solidFill>
          </a:ln>
        </p:spPr>
      </p:sp>
      <p:sp>
        <p:nvSpPr>
          <p:cNvPr id="10" name="Text 10">
            <a:extLst xmlns:a="http://schemas.openxmlformats.org/drawingml/2006/main">
              <a:ext uri="{FF2B5EF4-FFF2-40B4-BE49-F238E27FC236}">
                <a16:creationId xmlns:a16="http://schemas.microsoft.com/office/drawing/2014/main" id="{40F33DAD-F6FA-4DCC-B6A2-4DDB96838C85}"/>
              </a:ext>
            </a:extLst>
          </p:cNvPr>
          <p:cNvSpPr>
            <a:spLocks xmlns:a="http://schemas.openxmlformats.org/drawingml/2006/main" noGrp="1"/>
          </p:cNvSpPr>
          <p:nvPr/>
        </p:nvSpPr>
        <p:spPr>
          <a:xfrm xmlns:a="http://schemas.openxmlformats.org/drawingml/2006/main">
            <a:off x="571500" y="327660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c474ce3fa4df455c"/>
              </a:rPr>
              <a:t>ADR-003</a:t>
            </a:r>
            <a:endParaRPr sz="1500"/>
          </a:p>
        </p:txBody>
      </p:sp>
      <p:sp>
        <p:nvSpPr>
          <p:cNvPr id="11" name="Text 11">
            <a:extLst xmlns:a="http://schemas.openxmlformats.org/drawingml/2006/main">
              <a:ext uri="{FF2B5EF4-FFF2-40B4-BE49-F238E27FC236}">
                <a16:creationId xmlns:a16="http://schemas.microsoft.com/office/drawing/2014/main" id="{58E4694E-7E1C-4E29-A317-58777D2719CF}"/>
              </a:ext>
            </a:extLst>
          </p:cNvPr>
          <p:cNvSpPr>
            <a:spLocks xmlns:a="http://schemas.openxmlformats.org/drawingml/2006/main" noGrp="1"/>
          </p:cNvSpPr>
          <p:nvPr/>
        </p:nvSpPr>
        <p:spPr>
          <a:xfrm xmlns:a="http://schemas.openxmlformats.org/drawingml/2006/main">
            <a:off x="1714500" y="327660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PostgreSQL and pgvector as one persistent store</a:t>
            </a:r>
            <a:endParaRPr sz="1600"/>
          </a:p>
        </p:txBody>
      </p:sp>
      <p:sp>
        <p:nvSpPr>
          <p:cNvPr id="12" name="Connector 12">
            <a:extLst xmlns:a="http://schemas.openxmlformats.org/drawingml/2006/main">
              <a:ext uri="{FF2B5EF4-FFF2-40B4-BE49-F238E27FC236}">
                <a16:creationId xmlns:a16="http://schemas.microsoft.com/office/drawing/2014/main" id="{08BBBC86-3EF3-4036-A5A5-DF1B1BE5D58F}"/>
              </a:ext>
            </a:extLst>
          </p:cNvPr>
          <p:cNvSpPr>
            <a:spLocks xmlns:a="http://schemas.openxmlformats.org/drawingml/2006/main" noGrp="1"/>
          </p:cNvSpPr>
          <p:nvPr/>
        </p:nvSpPr>
        <p:spPr>
          <a:xfrm xmlns:a="http://schemas.openxmlformats.org/drawingml/2006/main">
            <a:off x="571500" y="3905250"/>
            <a:ext cx="5219700" cy="0"/>
          </a:xfrm>
          <a:prstGeom xmlns:a="http://schemas.openxmlformats.org/drawingml/2006/main" prst="line">
            <a:avLst/>
          </a:prstGeom>
          <a:ln xmlns:a="http://schemas.openxmlformats.org/drawingml/2006/main" w="12700">
            <a:solidFill>
              <a:srgbClr val="D9DEE3"/>
            </a:solidFill>
          </a:ln>
        </p:spPr>
      </p:sp>
      <p:sp>
        <p:nvSpPr>
          <p:cNvPr id="13" name="Text 13">
            <a:extLst xmlns:a="http://schemas.openxmlformats.org/drawingml/2006/main">
              <a:ext uri="{FF2B5EF4-FFF2-40B4-BE49-F238E27FC236}">
                <a16:creationId xmlns:a16="http://schemas.microsoft.com/office/drawing/2014/main" id="{D988E76D-9B97-4FC0-91EF-D7A35D151659}"/>
              </a:ext>
            </a:extLst>
          </p:cNvPr>
          <p:cNvSpPr>
            <a:spLocks xmlns:a="http://schemas.openxmlformats.org/drawingml/2006/main" noGrp="1"/>
          </p:cNvSpPr>
          <p:nvPr/>
        </p:nvSpPr>
        <p:spPr>
          <a:xfrm xmlns:a="http://schemas.openxmlformats.org/drawingml/2006/main">
            <a:off x="571500" y="413385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3a3de61bde384ac2"/>
              </a:rPr>
              <a:t>ADR-004</a:t>
            </a:r>
            <a:endParaRPr sz="1500"/>
          </a:p>
        </p:txBody>
      </p:sp>
      <p:sp>
        <p:nvSpPr>
          <p:cNvPr id="14" name="Text 14">
            <a:extLst xmlns:a="http://schemas.openxmlformats.org/drawingml/2006/main">
              <a:ext uri="{FF2B5EF4-FFF2-40B4-BE49-F238E27FC236}">
                <a16:creationId xmlns:a16="http://schemas.microsoft.com/office/drawing/2014/main" id="{3C5D152D-C6C0-4D44-AB81-C79B275D76F8}"/>
              </a:ext>
            </a:extLst>
          </p:cNvPr>
          <p:cNvSpPr>
            <a:spLocks xmlns:a="http://schemas.openxmlformats.org/drawingml/2006/main" noGrp="1"/>
          </p:cNvSpPr>
          <p:nvPr/>
        </p:nvSpPr>
        <p:spPr>
          <a:xfrm xmlns:a="http://schemas.openxmlformats.org/drawingml/2006/main">
            <a:off x="1714500" y="413385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Preferred Java, Spring and React stack</a:t>
            </a:r>
            <a:endParaRPr sz="1600"/>
          </a:p>
        </p:txBody>
      </p:sp>
      <p:sp>
        <p:nvSpPr>
          <p:cNvPr id="15" name="Connector 15">
            <a:extLst xmlns:a="http://schemas.openxmlformats.org/drawingml/2006/main">
              <a:ext uri="{FF2B5EF4-FFF2-40B4-BE49-F238E27FC236}">
                <a16:creationId xmlns:a16="http://schemas.microsoft.com/office/drawing/2014/main" id="{054687ED-209D-4C37-B1F3-090A9A4F855F}"/>
              </a:ext>
            </a:extLst>
          </p:cNvPr>
          <p:cNvSpPr>
            <a:spLocks xmlns:a="http://schemas.openxmlformats.org/drawingml/2006/main" noGrp="1"/>
          </p:cNvSpPr>
          <p:nvPr/>
        </p:nvSpPr>
        <p:spPr>
          <a:xfrm xmlns:a="http://schemas.openxmlformats.org/drawingml/2006/main">
            <a:off x="571500" y="4762500"/>
            <a:ext cx="5219700" cy="0"/>
          </a:xfrm>
          <a:prstGeom xmlns:a="http://schemas.openxmlformats.org/drawingml/2006/main" prst="line">
            <a:avLst/>
          </a:prstGeom>
          <a:ln xmlns:a="http://schemas.openxmlformats.org/drawingml/2006/main" w="12700">
            <a:solidFill>
              <a:srgbClr val="D9DEE3"/>
            </a:solidFill>
          </a:ln>
        </p:spPr>
      </p:sp>
      <p:sp>
        <p:nvSpPr>
          <p:cNvPr id="16" name="Text 16">
            <a:extLst xmlns:a="http://schemas.openxmlformats.org/drawingml/2006/main">
              <a:ext uri="{FF2B5EF4-FFF2-40B4-BE49-F238E27FC236}">
                <a16:creationId xmlns:a16="http://schemas.microsoft.com/office/drawing/2014/main" id="{10CDC321-BE02-40B9-B618-8F1FEC6F0914}"/>
              </a:ext>
            </a:extLst>
          </p:cNvPr>
          <p:cNvSpPr>
            <a:spLocks xmlns:a="http://schemas.openxmlformats.org/drawingml/2006/main" noGrp="1"/>
          </p:cNvSpPr>
          <p:nvPr/>
        </p:nvSpPr>
        <p:spPr>
          <a:xfrm xmlns:a="http://schemas.openxmlformats.org/drawingml/2006/main">
            <a:off x="6286500" y="156210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44fe503ac1834d80"/>
              </a:rPr>
              <a:t>ADR-005</a:t>
            </a:r>
            <a:endParaRPr sz="1500"/>
          </a:p>
        </p:txBody>
      </p:sp>
      <p:sp>
        <p:nvSpPr>
          <p:cNvPr id="17" name="Text 17">
            <a:extLst xmlns:a="http://schemas.openxmlformats.org/drawingml/2006/main">
              <a:ext uri="{FF2B5EF4-FFF2-40B4-BE49-F238E27FC236}">
                <a16:creationId xmlns:a16="http://schemas.microsoft.com/office/drawing/2014/main" id="{95EDC665-8EBD-461F-8744-8F38E926AFDA}"/>
              </a:ext>
            </a:extLst>
          </p:cNvPr>
          <p:cNvSpPr>
            <a:spLocks xmlns:a="http://schemas.openxmlformats.org/drawingml/2006/main" noGrp="1"/>
          </p:cNvSpPr>
          <p:nvPr/>
        </p:nvSpPr>
        <p:spPr>
          <a:xfrm xmlns:a="http://schemas.openxmlformats.org/drawingml/2006/main">
            <a:off x="7429500" y="156210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One prebuilt application image per checkpoint</a:t>
            </a:r>
            <a:endParaRPr sz="1600"/>
          </a:p>
        </p:txBody>
      </p:sp>
      <p:sp>
        <p:nvSpPr>
          <p:cNvPr id="18" name="Connector 18">
            <a:extLst xmlns:a="http://schemas.openxmlformats.org/drawingml/2006/main">
              <a:ext uri="{FF2B5EF4-FFF2-40B4-BE49-F238E27FC236}">
                <a16:creationId xmlns:a16="http://schemas.microsoft.com/office/drawing/2014/main" id="{735D44AF-A7C9-4FDF-A599-8071FDA7218E}"/>
              </a:ext>
            </a:extLst>
          </p:cNvPr>
          <p:cNvSpPr>
            <a:spLocks xmlns:a="http://schemas.openxmlformats.org/drawingml/2006/main" noGrp="1"/>
          </p:cNvSpPr>
          <p:nvPr/>
        </p:nvSpPr>
        <p:spPr>
          <a:xfrm xmlns:a="http://schemas.openxmlformats.org/drawingml/2006/main">
            <a:off x="6286500" y="2190750"/>
            <a:ext cx="5219700" cy="0"/>
          </a:xfrm>
          <a:prstGeom xmlns:a="http://schemas.openxmlformats.org/drawingml/2006/main" prst="line">
            <a:avLst/>
          </a:prstGeom>
          <a:ln xmlns:a="http://schemas.openxmlformats.org/drawingml/2006/main" w="12700">
            <a:solidFill>
              <a:srgbClr val="D9DEE3"/>
            </a:solidFill>
          </a:ln>
        </p:spPr>
      </p:sp>
      <p:sp>
        <p:nvSpPr>
          <p:cNvPr id="19" name="Text 19">
            <a:extLst xmlns:a="http://schemas.openxmlformats.org/drawingml/2006/main">
              <a:ext uri="{FF2B5EF4-FFF2-40B4-BE49-F238E27FC236}">
                <a16:creationId xmlns:a16="http://schemas.microsoft.com/office/drawing/2014/main" id="{82B51096-47F3-4EE6-BE4B-824D13475EB9}"/>
              </a:ext>
            </a:extLst>
          </p:cNvPr>
          <p:cNvSpPr>
            <a:spLocks xmlns:a="http://schemas.openxmlformats.org/drawingml/2006/main" noGrp="1"/>
          </p:cNvSpPr>
          <p:nvPr/>
        </p:nvSpPr>
        <p:spPr>
          <a:xfrm xmlns:a="http://schemas.openxmlformats.org/drawingml/2006/main">
            <a:off x="6286500" y="241935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bf00c745d8a741eb"/>
              </a:rPr>
              <a:t>ADR-006</a:t>
            </a:r>
            <a:endParaRPr sz="1500"/>
          </a:p>
        </p:txBody>
      </p:sp>
      <p:sp>
        <p:nvSpPr>
          <p:cNvPr id="20" name="Text 20">
            <a:extLst xmlns:a="http://schemas.openxmlformats.org/drawingml/2006/main">
              <a:ext uri="{FF2B5EF4-FFF2-40B4-BE49-F238E27FC236}">
                <a16:creationId xmlns:a16="http://schemas.microsoft.com/office/drawing/2014/main" id="{BD46E8A7-5BC0-4FC8-B763-468A6B534676}"/>
              </a:ext>
            </a:extLst>
          </p:cNvPr>
          <p:cNvSpPr>
            <a:spLocks xmlns:a="http://schemas.openxmlformats.org/drawingml/2006/main" noGrp="1"/>
          </p:cNvSpPr>
          <p:nvPr/>
        </p:nvSpPr>
        <p:spPr>
          <a:xfrm xmlns:a="http://schemas.openxmlformats.org/drawingml/2006/main">
            <a:off x="7429500" y="241935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Compose OCI and multi-platform distribution</a:t>
            </a:r>
            <a:endParaRPr sz="1600"/>
          </a:p>
        </p:txBody>
      </p:sp>
      <p:sp>
        <p:nvSpPr>
          <p:cNvPr id="21" name="Connector 21">
            <a:extLst xmlns:a="http://schemas.openxmlformats.org/drawingml/2006/main">
              <a:ext uri="{FF2B5EF4-FFF2-40B4-BE49-F238E27FC236}">
                <a16:creationId xmlns:a16="http://schemas.microsoft.com/office/drawing/2014/main" id="{D819C836-6CAD-4F2F-8978-81FA9A07E197}"/>
              </a:ext>
            </a:extLst>
          </p:cNvPr>
          <p:cNvSpPr>
            <a:spLocks xmlns:a="http://schemas.openxmlformats.org/drawingml/2006/main" noGrp="1"/>
          </p:cNvSpPr>
          <p:nvPr/>
        </p:nvSpPr>
        <p:spPr>
          <a:xfrm xmlns:a="http://schemas.openxmlformats.org/drawingml/2006/main">
            <a:off x="6286500" y="3048000"/>
            <a:ext cx="5219700" cy="0"/>
          </a:xfrm>
          <a:prstGeom xmlns:a="http://schemas.openxmlformats.org/drawingml/2006/main" prst="line">
            <a:avLst/>
          </a:prstGeom>
          <a:ln xmlns:a="http://schemas.openxmlformats.org/drawingml/2006/main" w="12700">
            <a:solidFill>
              <a:srgbClr val="D9DEE3"/>
            </a:solidFill>
          </a:ln>
        </p:spPr>
      </p:sp>
      <p:sp>
        <p:nvSpPr>
          <p:cNvPr id="22" name="Text 22">
            <a:extLst xmlns:a="http://schemas.openxmlformats.org/drawingml/2006/main">
              <a:ext uri="{FF2B5EF4-FFF2-40B4-BE49-F238E27FC236}">
                <a16:creationId xmlns:a16="http://schemas.microsoft.com/office/drawing/2014/main" id="{85780483-10CE-4337-B5DA-8DD074D012B3}"/>
              </a:ext>
            </a:extLst>
          </p:cNvPr>
          <p:cNvSpPr>
            <a:spLocks xmlns:a="http://schemas.openxmlformats.org/drawingml/2006/main" noGrp="1"/>
          </p:cNvSpPr>
          <p:nvPr/>
        </p:nvSpPr>
        <p:spPr>
          <a:xfrm xmlns:a="http://schemas.openxmlformats.org/drawingml/2006/main">
            <a:off x="6286500" y="327660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8764e58157dc4ed2"/>
              </a:rPr>
              <a:t>ADR-007</a:t>
            </a:r>
            <a:endParaRPr sz="1500"/>
          </a:p>
        </p:txBody>
      </p:sp>
      <p:sp>
        <p:nvSpPr>
          <p:cNvPr id="23" name="Text 23">
            <a:extLst xmlns:a="http://schemas.openxmlformats.org/drawingml/2006/main">
              <a:ext uri="{FF2B5EF4-FFF2-40B4-BE49-F238E27FC236}">
                <a16:creationId xmlns:a16="http://schemas.microsoft.com/office/drawing/2014/main" id="{91B8DAB7-A548-41ED-B3B2-78F3902BA4EB}"/>
              </a:ext>
            </a:extLst>
          </p:cNvPr>
          <p:cNvSpPr>
            <a:spLocks xmlns:a="http://schemas.openxmlformats.org/drawingml/2006/main" noGrp="1"/>
          </p:cNvSpPr>
          <p:nvPr/>
        </p:nvSpPr>
        <p:spPr>
          <a:xfrm xmlns:a="http://schemas.openxmlformats.org/drawingml/2006/main">
            <a:off x="7429500" y="327660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Explicit relational adapters with Spring JDBC</a:t>
            </a:r>
            <a:endParaRPr sz="1600"/>
          </a:p>
        </p:txBody>
      </p:sp>
      <p:sp>
        <p:nvSpPr>
          <p:cNvPr id="24" name="Connector 24">
            <a:extLst xmlns:a="http://schemas.openxmlformats.org/drawingml/2006/main">
              <a:ext uri="{FF2B5EF4-FFF2-40B4-BE49-F238E27FC236}">
                <a16:creationId xmlns:a16="http://schemas.microsoft.com/office/drawing/2014/main" id="{8EEA810A-1E74-4C7B-8E1E-AD777FA27FFD}"/>
              </a:ext>
            </a:extLst>
          </p:cNvPr>
          <p:cNvSpPr>
            <a:spLocks xmlns:a="http://schemas.openxmlformats.org/drawingml/2006/main" noGrp="1"/>
          </p:cNvSpPr>
          <p:nvPr/>
        </p:nvSpPr>
        <p:spPr>
          <a:xfrm xmlns:a="http://schemas.openxmlformats.org/drawingml/2006/main">
            <a:off x="6286500" y="3905250"/>
            <a:ext cx="5219700" cy="0"/>
          </a:xfrm>
          <a:prstGeom xmlns:a="http://schemas.openxmlformats.org/drawingml/2006/main" prst="line">
            <a:avLst/>
          </a:prstGeom>
          <a:ln xmlns:a="http://schemas.openxmlformats.org/drawingml/2006/main" w="12700">
            <a:solidFill>
              <a:srgbClr val="D9DEE3"/>
            </a:solidFill>
          </a:ln>
        </p:spPr>
      </p:sp>
      <p:sp>
        <p:nvSpPr>
          <p:cNvPr id="25" name="Text 25">
            <a:extLst xmlns:a="http://schemas.openxmlformats.org/drawingml/2006/main">
              <a:ext uri="{FF2B5EF4-FFF2-40B4-BE49-F238E27FC236}">
                <a16:creationId xmlns:a16="http://schemas.microsoft.com/office/drawing/2014/main" id="{AA27833A-B4A8-41C3-B8D6-0205EE602C5C}"/>
              </a:ext>
            </a:extLst>
          </p:cNvPr>
          <p:cNvSpPr>
            <a:spLocks xmlns:a="http://schemas.openxmlformats.org/drawingml/2006/main" noGrp="1"/>
          </p:cNvSpPr>
          <p:nvPr/>
        </p:nvSpPr>
        <p:spPr>
          <a:xfrm xmlns:a="http://schemas.openxmlformats.org/drawingml/2006/main">
            <a:off x="6286500" y="413385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2dcef8224dd44210"/>
              </a:rPr>
              <a:t>ADR-008</a:t>
            </a:r>
            <a:endParaRPr sz="1500"/>
          </a:p>
        </p:txBody>
      </p:sp>
      <p:sp>
        <p:nvSpPr>
          <p:cNvPr id="26" name="Text 26">
            <a:extLst xmlns:a="http://schemas.openxmlformats.org/drawingml/2006/main">
              <a:ext uri="{FF2B5EF4-FFF2-40B4-BE49-F238E27FC236}">
                <a16:creationId xmlns:a16="http://schemas.microsoft.com/office/drawing/2014/main" id="{1859F657-4E05-40BD-8F88-00E679A597E7}"/>
              </a:ext>
            </a:extLst>
          </p:cNvPr>
          <p:cNvSpPr>
            <a:spLocks xmlns:a="http://schemas.openxmlformats.org/drawingml/2006/main" noGrp="1"/>
          </p:cNvSpPr>
          <p:nvPr/>
        </p:nvSpPr>
        <p:spPr>
          <a:xfrm xmlns:a="http://schemas.openxmlformats.org/drawingml/2006/main">
            <a:off x="7429500" y="413385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Customer Activity Analytics product identity</a:t>
            </a:r>
            <a:endParaRPr sz="1600"/>
          </a:p>
        </p:txBody>
      </p:sp>
      <p:sp>
        <p:nvSpPr>
          <p:cNvPr id="27" name="Connector 27">
            <a:extLst xmlns:a="http://schemas.openxmlformats.org/drawingml/2006/main">
              <a:ext uri="{FF2B5EF4-FFF2-40B4-BE49-F238E27FC236}">
                <a16:creationId xmlns:a16="http://schemas.microsoft.com/office/drawing/2014/main" id="{A1697E03-055B-46C5-A9FF-BDEFB519E436}"/>
              </a:ext>
            </a:extLst>
          </p:cNvPr>
          <p:cNvSpPr>
            <a:spLocks xmlns:a="http://schemas.openxmlformats.org/drawingml/2006/main" noGrp="1"/>
          </p:cNvSpPr>
          <p:nvPr/>
        </p:nvSpPr>
        <p:spPr>
          <a:xfrm xmlns:a="http://schemas.openxmlformats.org/drawingml/2006/main">
            <a:off x="6286500" y="4762500"/>
            <a:ext cx="5219700" cy="0"/>
          </a:xfrm>
          <a:prstGeom xmlns:a="http://schemas.openxmlformats.org/drawingml/2006/main" prst="line">
            <a:avLst/>
          </a:prstGeom>
          <a:ln xmlns:a="http://schemas.openxmlformats.org/drawingml/2006/main" w="12700">
            <a:solidFill>
              <a:srgbClr val="D9DEE3"/>
            </a:solidFill>
          </a:ln>
        </p:spPr>
      </p:sp>
      <p:sp>
        <p:nvSpPr>
          <p:cNvPr id="28" name="Shape 28">
            <a:extLst xmlns:a="http://schemas.openxmlformats.org/drawingml/2006/main">
              <a:ext uri="{FF2B5EF4-FFF2-40B4-BE49-F238E27FC236}">
                <a16:creationId xmlns:a16="http://schemas.microsoft.com/office/drawing/2014/main" id="{4076DB54-B375-46A7-9616-CA86F8C79D66}"/>
              </a:ext>
            </a:extLst>
          </p:cNvPr>
          <p:cNvSpPr>
            <a:spLocks xmlns:a="http://schemas.openxmlformats.org/drawingml/2006/main" noGrp="1"/>
          </p:cNvSpPr>
          <p:nvPr/>
        </p:nvSpPr>
        <p:spPr>
          <a:xfrm xmlns:a="http://schemas.openxmlformats.org/drawingml/2006/main">
            <a:off x="876300" y="5219700"/>
            <a:ext cx="10439400" cy="7239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29" name="Text 29">
            <a:extLst xmlns:a="http://schemas.openxmlformats.org/drawingml/2006/main">
              <a:ext uri="{FF2B5EF4-FFF2-40B4-BE49-F238E27FC236}">
                <a16:creationId xmlns:a16="http://schemas.microsoft.com/office/drawing/2014/main" id="{080375EC-E5EE-42A6-A75C-DC3C1D4BA793}"/>
              </a:ext>
            </a:extLst>
          </p:cNvPr>
          <p:cNvSpPr>
            <a:spLocks xmlns:a="http://schemas.openxmlformats.org/drawingml/2006/main" noGrp="1"/>
          </p:cNvSpPr>
          <p:nvPr/>
        </p:nvSpPr>
        <p:spPr>
          <a:xfrm xmlns:a="http://schemas.openxmlformats.org/drawingml/2006/main">
            <a:off x="1066800" y="5353050"/>
            <a:ext cx="100584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1" u="sng">
                <a:solidFill>
                  <a:srgbClr val="2A5B84"/>
                </a:solidFill>
                <a:latin typeface="Arial"/>
                <a:ea typeface="Arial"/>
                <a:cs typeface="Arial"/>
                <a:hlinkClick xmlns:r="http://schemas.openxmlformats.org/officeDocument/2006/relationships" r:id="R82acace9f0b74e0d"/>
              </a:rPr>
              <a:t>https://github.com/jdoe-dev-159753/specgraph-reference-app/tree/main/docs/assignment/ADR</a:t>
            </a:r>
            <a:endParaRPr sz="1300"/>
          </a:p>
        </p:txBody>
      </p:sp>
      <p:sp>
        <p:nvSpPr>
          <p:cNvPr id="30" name="Connector 30">
            <a:extLst xmlns:a="http://schemas.openxmlformats.org/drawingml/2006/main">
              <a:ext uri="{FF2B5EF4-FFF2-40B4-BE49-F238E27FC236}">
                <a16:creationId xmlns:a16="http://schemas.microsoft.com/office/drawing/2014/main" id="{D7CD6B04-3908-4BFE-834A-1333893764E9}"/>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31" name="Text 31">
            <a:extLst xmlns:a="http://schemas.openxmlformats.org/drawingml/2006/main">
              <a:ext uri="{FF2B5EF4-FFF2-40B4-BE49-F238E27FC236}">
                <a16:creationId xmlns:a16="http://schemas.microsoft.com/office/drawing/2014/main" id="{9D21107D-E985-4CE4-ACE9-73012575037C}"/>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32" name="Text 32">
            <a:extLst xmlns:a="http://schemas.openxmlformats.org/drawingml/2006/main">
              <a:ext uri="{FF2B5EF4-FFF2-40B4-BE49-F238E27FC236}">
                <a16:creationId xmlns:a16="http://schemas.microsoft.com/office/drawing/2014/main" id="{6FFA7F24-86A3-491E-A4EA-7B9DFCC1A1A3}"/>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B</a:t>
            </a:r>
            <a:endParaRPr sz="1000"/>
          </a:p>
        </p:txBody>
      </p:sp>
    </p:spTree>
    <p:extLst>
      <p:ext uri="{BB962C8B-B14F-4D97-AF65-F5344CB8AC3E}">
        <p14:creationId xmlns:p14="http://schemas.microsoft.com/office/powerpoint/2010/main" val="1511686168"/>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AC38D8CF-A61B-441F-A2FC-F7D3EC042C26}"/>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C · BETA-BINOMIAL DETECTOR</a:t>
            </a:r>
            <a:endParaRPr sz="1100"/>
          </a:p>
        </p:txBody>
      </p:sp>
      <p:sp>
        <p:nvSpPr>
          <p:cNvPr id="3" name="Text 3">
            <a:extLst xmlns:a="http://schemas.openxmlformats.org/drawingml/2006/main">
              <a:ext uri="{FF2B5EF4-FFF2-40B4-BE49-F238E27FC236}">
                <a16:creationId xmlns:a16="http://schemas.microsoft.com/office/drawing/2014/main" id="{BB88F8B9-CAF2-438C-BED1-957CEBD8E819}"/>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Three elevated observations shift the posterior toward higher review rates</a:t>
            </a:r>
            <a:endParaRPr sz="3000"/>
          </a:p>
        </p:txBody>
      </p:sp>
      <p:sp>
        <p:nvSpPr>
          <p:cNvPr id="4" name="Text 4">
            <a:extLst xmlns:a="http://schemas.openxmlformats.org/drawingml/2006/main">
              <a:ext uri="{FF2B5EF4-FFF2-40B4-BE49-F238E27FC236}">
                <a16:creationId xmlns:a16="http://schemas.microsoft.com/office/drawing/2014/main" id="{451D7301-A88F-4313-BEC8-FDD115BDC92E}"/>
              </a:ext>
            </a:extLst>
          </p:cNvPr>
          <p:cNvSpPr>
            <a:spLocks xmlns:a="http://schemas.openxmlformats.org/drawingml/2006/main" noGrp="1"/>
          </p:cNvSpPr>
          <p:nvPr/>
        </p:nvSpPr>
        <p:spPr>
          <a:xfrm xmlns:a="http://schemas.openxmlformats.org/drawingml/2006/main">
            <a:off x="704850" y="1409700"/>
            <a:ext cx="4762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7212B"/>
                </a:solidFill>
                <a:latin typeface="Arial"/>
                <a:ea typeface="Arial"/>
                <a:cs typeface="Arial"/>
              </a:rPr>
              <a:t>Illustrative test case: 3 elevated observations out of 4</a:t>
            </a:r>
            <a:endParaRPr sz="1300"/>
          </a:p>
        </p:txBody>
      </p:sp>
      <p:sp>
        <p:nvSpPr>
          <p:cNvPr id="5" name="Text 5">
            <a:extLst xmlns:a="http://schemas.openxmlformats.org/drawingml/2006/main">
              <a:ext uri="{FF2B5EF4-FFF2-40B4-BE49-F238E27FC236}">
                <a16:creationId xmlns:a16="http://schemas.microsoft.com/office/drawing/2014/main" id="{BD6FA978-FBD4-43F4-8BB5-247362EC681B}"/>
              </a:ext>
            </a:extLst>
          </p:cNvPr>
          <p:cNvSpPr>
            <a:spLocks xmlns:a="http://schemas.openxmlformats.org/drawingml/2006/main" noGrp="1"/>
          </p:cNvSpPr>
          <p:nvPr/>
        </p:nvSpPr>
        <p:spPr>
          <a:xfrm xmlns:a="http://schemas.openxmlformats.org/drawingml/2006/main">
            <a:off x="6896100" y="1409700"/>
            <a:ext cx="45910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300" b="1">
                <a:solidFill>
                  <a:srgbClr val="981B1E"/>
                </a:solidFill>
                <a:latin typeface="Arial"/>
                <a:ea typeface="Arial"/>
                <a:cs typeface="Arial"/>
              </a:rPr>
              <a:t>Beta(1, 4) updated to Beta(4, 5)</a:t>
            </a:r>
            <a:endParaRPr sz="1300"/>
          </a:p>
        </p:txBody>
      </p:sp>
      <p:sp>
        <p:nvSpPr>
          <p:cNvPr id="6" name="Connector 6">
            <a:extLst xmlns:a="http://schemas.openxmlformats.org/drawingml/2006/main">
              <a:ext uri="{FF2B5EF4-FFF2-40B4-BE49-F238E27FC236}">
                <a16:creationId xmlns:a16="http://schemas.microsoft.com/office/drawing/2014/main" id="{32420B83-DCF3-4B10-999F-D80482214DB3}"/>
              </a:ext>
            </a:extLst>
          </p:cNvPr>
          <p:cNvSpPr>
            <a:spLocks xmlns:a="http://schemas.openxmlformats.org/drawingml/2006/main" noGrp="1"/>
          </p:cNvSpPr>
          <p:nvPr/>
        </p:nvSpPr>
        <p:spPr>
          <a:xfrm xmlns:a="http://schemas.openxmlformats.org/drawingml/2006/main">
            <a:off x="1181100" y="4056743"/>
            <a:ext cx="10210800" cy="0"/>
          </a:xfrm>
          <a:prstGeom xmlns:a="http://schemas.openxmlformats.org/drawingml/2006/main" prst="line">
            <a:avLst/>
          </a:prstGeom>
          <a:ln xmlns:a="http://schemas.openxmlformats.org/drawingml/2006/main" w="12700">
            <a:solidFill>
              <a:srgbClr val="E8EBEE"/>
            </a:solidFill>
          </a:ln>
        </p:spPr>
      </p:sp>
      <p:sp>
        <p:nvSpPr>
          <p:cNvPr id="7" name="Text 7">
            <a:extLst xmlns:a="http://schemas.openxmlformats.org/drawingml/2006/main">
              <a:ext uri="{FF2B5EF4-FFF2-40B4-BE49-F238E27FC236}">
                <a16:creationId xmlns:a16="http://schemas.microsoft.com/office/drawing/2014/main" id="{8022A774-9F73-402F-AC8E-B73D66E0D23B}"/>
              </a:ext>
            </a:extLst>
          </p:cNvPr>
          <p:cNvSpPr>
            <a:spLocks xmlns:a="http://schemas.openxmlformats.org/drawingml/2006/main" noGrp="1"/>
          </p:cNvSpPr>
          <p:nvPr/>
        </p:nvSpPr>
        <p:spPr>
          <a:xfrm xmlns:a="http://schemas.openxmlformats.org/drawingml/2006/main">
            <a:off x="819150" y="3980543"/>
            <a:ext cx="2857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a:t>
            </a:r>
            <a:endParaRPr sz="1000"/>
          </a:p>
        </p:txBody>
      </p:sp>
      <p:sp>
        <p:nvSpPr>
          <p:cNvPr id="8" name="Connector 8">
            <a:extLst xmlns:a="http://schemas.openxmlformats.org/drawingml/2006/main">
              <a:ext uri="{FF2B5EF4-FFF2-40B4-BE49-F238E27FC236}">
                <a16:creationId xmlns:a16="http://schemas.microsoft.com/office/drawing/2014/main" id="{C1A71C72-A34A-4367-BAAE-C863D79376D9}"/>
              </a:ext>
            </a:extLst>
          </p:cNvPr>
          <p:cNvSpPr>
            <a:spLocks xmlns:a="http://schemas.openxmlformats.org/drawingml/2006/main" noGrp="1"/>
          </p:cNvSpPr>
          <p:nvPr/>
        </p:nvSpPr>
        <p:spPr>
          <a:xfrm xmlns:a="http://schemas.openxmlformats.org/drawingml/2006/main">
            <a:off x="1181100" y="3408136"/>
            <a:ext cx="10210800" cy="0"/>
          </a:xfrm>
          <a:prstGeom xmlns:a="http://schemas.openxmlformats.org/drawingml/2006/main" prst="line">
            <a:avLst/>
          </a:prstGeom>
          <a:ln xmlns:a="http://schemas.openxmlformats.org/drawingml/2006/main" w="12700">
            <a:solidFill>
              <a:srgbClr val="E8EBEE"/>
            </a:solidFill>
          </a:ln>
        </p:spPr>
      </p:sp>
      <p:sp>
        <p:nvSpPr>
          <p:cNvPr id="9" name="Text 9">
            <a:extLst xmlns:a="http://schemas.openxmlformats.org/drawingml/2006/main">
              <a:ext uri="{FF2B5EF4-FFF2-40B4-BE49-F238E27FC236}">
                <a16:creationId xmlns:a16="http://schemas.microsoft.com/office/drawing/2014/main" id="{E4ADA153-2FA6-4BE3-BCC0-F06C3F26C28C}"/>
              </a:ext>
            </a:extLst>
          </p:cNvPr>
          <p:cNvSpPr>
            <a:spLocks xmlns:a="http://schemas.openxmlformats.org/drawingml/2006/main" noGrp="1"/>
          </p:cNvSpPr>
          <p:nvPr/>
        </p:nvSpPr>
        <p:spPr>
          <a:xfrm xmlns:a="http://schemas.openxmlformats.org/drawingml/2006/main">
            <a:off x="819150" y="3331936"/>
            <a:ext cx="2857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2</a:t>
            </a:r>
            <a:endParaRPr sz="1000"/>
          </a:p>
        </p:txBody>
      </p:sp>
      <p:sp>
        <p:nvSpPr>
          <p:cNvPr id="10" name="Connector 10">
            <a:extLst xmlns:a="http://schemas.openxmlformats.org/drawingml/2006/main">
              <a:ext uri="{FF2B5EF4-FFF2-40B4-BE49-F238E27FC236}">
                <a16:creationId xmlns:a16="http://schemas.microsoft.com/office/drawing/2014/main" id="{AC09F6ED-FB8C-404F-A6FF-0ABE664A8027}"/>
              </a:ext>
            </a:extLst>
          </p:cNvPr>
          <p:cNvSpPr>
            <a:spLocks xmlns:a="http://schemas.openxmlformats.org/drawingml/2006/main" noGrp="1"/>
          </p:cNvSpPr>
          <p:nvPr/>
        </p:nvSpPr>
        <p:spPr>
          <a:xfrm xmlns:a="http://schemas.openxmlformats.org/drawingml/2006/main">
            <a:off x="1181100" y="2759529"/>
            <a:ext cx="10210800" cy="0"/>
          </a:xfrm>
          <a:prstGeom xmlns:a="http://schemas.openxmlformats.org/drawingml/2006/main" prst="line">
            <a:avLst/>
          </a:prstGeom>
          <a:ln xmlns:a="http://schemas.openxmlformats.org/drawingml/2006/main" w="12700">
            <a:solidFill>
              <a:srgbClr val="E8EBEE"/>
            </a:solidFill>
          </a:ln>
        </p:spPr>
      </p:sp>
      <p:sp>
        <p:nvSpPr>
          <p:cNvPr id="11" name="Text 11">
            <a:extLst xmlns:a="http://schemas.openxmlformats.org/drawingml/2006/main">
              <a:ext uri="{FF2B5EF4-FFF2-40B4-BE49-F238E27FC236}">
                <a16:creationId xmlns:a16="http://schemas.microsoft.com/office/drawing/2014/main" id="{BE70261F-8692-403F-8367-4092F21B7427}"/>
              </a:ext>
            </a:extLst>
          </p:cNvPr>
          <p:cNvSpPr>
            <a:spLocks xmlns:a="http://schemas.openxmlformats.org/drawingml/2006/main" noGrp="1"/>
          </p:cNvSpPr>
          <p:nvPr/>
        </p:nvSpPr>
        <p:spPr>
          <a:xfrm xmlns:a="http://schemas.openxmlformats.org/drawingml/2006/main">
            <a:off x="819150" y="2683329"/>
            <a:ext cx="2857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3</a:t>
            </a:r>
            <a:endParaRPr sz="1000"/>
          </a:p>
        </p:txBody>
      </p:sp>
      <p:sp>
        <p:nvSpPr>
          <p:cNvPr id="12" name="Connector 12">
            <a:extLst xmlns:a="http://schemas.openxmlformats.org/drawingml/2006/main">
              <a:ext uri="{FF2B5EF4-FFF2-40B4-BE49-F238E27FC236}">
                <a16:creationId xmlns:a16="http://schemas.microsoft.com/office/drawing/2014/main" id="{305BFEDB-32D7-409B-8C1F-436DF68A2E60}"/>
              </a:ext>
            </a:extLst>
          </p:cNvPr>
          <p:cNvSpPr>
            <a:spLocks xmlns:a="http://schemas.openxmlformats.org/drawingml/2006/main" noGrp="1"/>
          </p:cNvSpPr>
          <p:nvPr/>
        </p:nvSpPr>
        <p:spPr>
          <a:xfrm xmlns:a="http://schemas.openxmlformats.org/drawingml/2006/main">
            <a:off x="1181100" y="2110921"/>
            <a:ext cx="10210800" cy="0"/>
          </a:xfrm>
          <a:prstGeom xmlns:a="http://schemas.openxmlformats.org/drawingml/2006/main" prst="line">
            <a:avLst/>
          </a:prstGeom>
          <a:ln xmlns:a="http://schemas.openxmlformats.org/drawingml/2006/main" w="12700">
            <a:solidFill>
              <a:srgbClr val="E8EBEE"/>
            </a:solidFill>
          </a:ln>
        </p:spPr>
      </p:sp>
      <p:sp>
        <p:nvSpPr>
          <p:cNvPr id="13" name="Text 13">
            <a:extLst xmlns:a="http://schemas.openxmlformats.org/drawingml/2006/main">
              <a:ext uri="{FF2B5EF4-FFF2-40B4-BE49-F238E27FC236}">
                <a16:creationId xmlns:a16="http://schemas.microsoft.com/office/drawing/2014/main" id="{963C9235-C7BB-4E44-9175-9DC139BAB444}"/>
              </a:ext>
            </a:extLst>
          </p:cNvPr>
          <p:cNvSpPr>
            <a:spLocks xmlns:a="http://schemas.openxmlformats.org/drawingml/2006/main" noGrp="1"/>
          </p:cNvSpPr>
          <p:nvPr/>
        </p:nvSpPr>
        <p:spPr>
          <a:xfrm xmlns:a="http://schemas.openxmlformats.org/drawingml/2006/main">
            <a:off x="819150" y="2034721"/>
            <a:ext cx="2857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4</a:t>
            </a:r>
            <a:endParaRPr sz="1000"/>
          </a:p>
        </p:txBody>
      </p:sp>
      <p:sp>
        <p:nvSpPr>
          <p:cNvPr id="14" name="Connector 14">
            <a:extLst xmlns:a="http://schemas.openxmlformats.org/drawingml/2006/main">
              <a:ext uri="{FF2B5EF4-FFF2-40B4-BE49-F238E27FC236}">
                <a16:creationId xmlns:a16="http://schemas.microsoft.com/office/drawing/2014/main" id="{ECD6B501-BF58-4B1D-BDE3-2245E4860FB9}"/>
              </a:ext>
            </a:extLst>
          </p:cNvPr>
          <p:cNvSpPr>
            <a:spLocks xmlns:a="http://schemas.openxmlformats.org/drawingml/2006/main" noGrp="1"/>
          </p:cNvSpPr>
          <p:nvPr/>
        </p:nvSpPr>
        <p:spPr>
          <a:xfrm xmlns:a="http://schemas.openxmlformats.org/drawingml/2006/main">
            <a:off x="5265420" y="3199004"/>
            <a:ext cx="0" cy="1506346"/>
          </a:xfrm>
          <a:prstGeom xmlns:a="http://schemas.openxmlformats.org/drawingml/2006/main" prst="line">
            <a:avLst/>
          </a:prstGeom>
          <a:ln xmlns:a="http://schemas.openxmlformats.org/drawingml/2006/main" w="88900">
            <a:solidFill>
              <a:srgbClr val="FCEBEC"/>
            </a:solidFill>
          </a:ln>
        </p:spPr>
      </p:sp>
      <p:sp>
        <p:nvSpPr>
          <p:cNvPr id="15" name="Connector 15">
            <a:extLst xmlns:a="http://schemas.openxmlformats.org/drawingml/2006/main">
              <a:ext uri="{FF2B5EF4-FFF2-40B4-BE49-F238E27FC236}">
                <a16:creationId xmlns:a16="http://schemas.microsoft.com/office/drawing/2014/main" id="{3B2CBABA-97C6-4778-A312-981C7867E1C7}"/>
              </a:ext>
            </a:extLst>
          </p:cNvPr>
          <p:cNvSpPr>
            <a:spLocks xmlns:a="http://schemas.openxmlformats.org/drawingml/2006/main" noGrp="1"/>
          </p:cNvSpPr>
          <p:nvPr/>
        </p:nvSpPr>
        <p:spPr>
          <a:xfrm xmlns:a="http://schemas.openxmlformats.org/drawingml/2006/main">
            <a:off x="5469636" y="3182702"/>
            <a:ext cx="0" cy="1522648"/>
          </a:xfrm>
          <a:prstGeom xmlns:a="http://schemas.openxmlformats.org/drawingml/2006/main" prst="line">
            <a:avLst/>
          </a:prstGeom>
          <a:ln xmlns:a="http://schemas.openxmlformats.org/drawingml/2006/main" w="88900">
            <a:solidFill>
              <a:srgbClr val="FCEBEC"/>
            </a:solidFill>
          </a:ln>
        </p:spPr>
      </p:sp>
      <p:sp>
        <p:nvSpPr>
          <p:cNvPr id="16" name="Connector 16">
            <a:extLst xmlns:a="http://schemas.openxmlformats.org/drawingml/2006/main">
              <a:ext uri="{FF2B5EF4-FFF2-40B4-BE49-F238E27FC236}">
                <a16:creationId xmlns:a16="http://schemas.microsoft.com/office/drawing/2014/main" id="{8CF03986-4473-4B5F-8F90-57BFF4DC8057}"/>
              </a:ext>
            </a:extLst>
          </p:cNvPr>
          <p:cNvSpPr>
            <a:spLocks xmlns:a="http://schemas.openxmlformats.org/drawingml/2006/main" noGrp="1"/>
          </p:cNvSpPr>
          <p:nvPr/>
        </p:nvSpPr>
        <p:spPr>
          <a:xfrm xmlns:a="http://schemas.openxmlformats.org/drawingml/2006/main">
            <a:off x="5673852" y="3183927"/>
            <a:ext cx="0" cy="1521423"/>
          </a:xfrm>
          <a:prstGeom xmlns:a="http://schemas.openxmlformats.org/drawingml/2006/main" prst="line">
            <a:avLst/>
          </a:prstGeom>
          <a:ln xmlns:a="http://schemas.openxmlformats.org/drawingml/2006/main" w="88900">
            <a:solidFill>
              <a:srgbClr val="FCEBEC"/>
            </a:solidFill>
          </a:ln>
        </p:spPr>
      </p:sp>
      <p:sp>
        <p:nvSpPr>
          <p:cNvPr id="17" name="Connector 17">
            <a:extLst xmlns:a="http://schemas.openxmlformats.org/drawingml/2006/main">
              <a:ext uri="{FF2B5EF4-FFF2-40B4-BE49-F238E27FC236}">
                <a16:creationId xmlns:a16="http://schemas.microsoft.com/office/drawing/2014/main" id="{EBAEE89A-5B94-4138-9AE5-D882D946B42F}"/>
              </a:ext>
            </a:extLst>
          </p:cNvPr>
          <p:cNvSpPr>
            <a:spLocks xmlns:a="http://schemas.openxmlformats.org/drawingml/2006/main" noGrp="1"/>
          </p:cNvSpPr>
          <p:nvPr/>
        </p:nvSpPr>
        <p:spPr>
          <a:xfrm xmlns:a="http://schemas.openxmlformats.org/drawingml/2006/main">
            <a:off x="5878068" y="3202249"/>
            <a:ext cx="0" cy="1503101"/>
          </a:xfrm>
          <a:prstGeom xmlns:a="http://schemas.openxmlformats.org/drawingml/2006/main" prst="line">
            <a:avLst/>
          </a:prstGeom>
          <a:ln xmlns:a="http://schemas.openxmlformats.org/drawingml/2006/main" w="88900">
            <a:solidFill>
              <a:srgbClr val="FCEBEC"/>
            </a:solidFill>
          </a:ln>
        </p:spPr>
      </p:sp>
      <p:sp>
        <p:nvSpPr>
          <p:cNvPr id="18" name="Connector 18">
            <a:extLst xmlns:a="http://schemas.openxmlformats.org/drawingml/2006/main">
              <a:ext uri="{FF2B5EF4-FFF2-40B4-BE49-F238E27FC236}">
                <a16:creationId xmlns:a16="http://schemas.microsoft.com/office/drawing/2014/main" id="{04CD72C1-34FC-4432-B47E-59A223A8C803}"/>
              </a:ext>
            </a:extLst>
          </p:cNvPr>
          <p:cNvSpPr>
            <a:spLocks xmlns:a="http://schemas.openxmlformats.org/drawingml/2006/main" noGrp="1"/>
          </p:cNvSpPr>
          <p:nvPr/>
        </p:nvSpPr>
        <p:spPr>
          <a:xfrm xmlns:a="http://schemas.openxmlformats.org/drawingml/2006/main">
            <a:off x="6082284" y="3236840"/>
            <a:ext cx="0" cy="1468510"/>
          </a:xfrm>
          <a:prstGeom xmlns:a="http://schemas.openxmlformats.org/drawingml/2006/main" prst="line">
            <a:avLst/>
          </a:prstGeom>
          <a:ln xmlns:a="http://schemas.openxmlformats.org/drawingml/2006/main" w="88900">
            <a:solidFill>
              <a:srgbClr val="FCEBEC"/>
            </a:solidFill>
          </a:ln>
        </p:spPr>
      </p:sp>
      <p:sp>
        <p:nvSpPr>
          <p:cNvPr id="19" name="Connector 19">
            <a:extLst xmlns:a="http://schemas.openxmlformats.org/drawingml/2006/main">
              <a:ext uri="{FF2B5EF4-FFF2-40B4-BE49-F238E27FC236}">
                <a16:creationId xmlns:a16="http://schemas.microsoft.com/office/drawing/2014/main" id="{7018F054-29AE-4FED-8804-F7CA48419792}"/>
              </a:ext>
            </a:extLst>
          </p:cNvPr>
          <p:cNvSpPr>
            <a:spLocks xmlns:a="http://schemas.openxmlformats.org/drawingml/2006/main" noGrp="1"/>
          </p:cNvSpPr>
          <p:nvPr/>
        </p:nvSpPr>
        <p:spPr>
          <a:xfrm xmlns:a="http://schemas.openxmlformats.org/drawingml/2006/main">
            <a:off x="6286500" y="3286522"/>
            <a:ext cx="0" cy="1418828"/>
          </a:xfrm>
          <a:prstGeom xmlns:a="http://schemas.openxmlformats.org/drawingml/2006/main" prst="line">
            <a:avLst/>
          </a:prstGeom>
          <a:ln xmlns:a="http://schemas.openxmlformats.org/drawingml/2006/main" w="88900">
            <a:solidFill>
              <a:srgbClr val="FCEBEC"/>
            </a:solidFill>
          </a:ln>
        </p:spPr>
      </p:sp>
      <p:sp>
        <p:nvSpPr>
          <p:cNvPr id="20" name="Connector 20">
            <a:extLst xmlns:a="http://schemas.openxmlformats.org/drawingml/2006/main">
              <a:ext uri="{FF2B5EF4-FFF2-40B4-BE49-F238E27FC236}">
                <a16:creationId xmlns:a16="http://schemas.microsoft.com/office/drawing/2014/main" id="{0699D3C0-0A69-44CD-AD3F-09E57EAE7FF1}"/>
              </a:ext>
            </a:extLst>
          </p:cNvPr>
          <p:cNvSpPr>
            <a:spLocks xmlns:a="http://schemas.openxmlformats.org/drawingml/2006/main" noGrp="1"/>
          </p:cNvSpPr>
          <p:nvPr/>
        </p:nvSpPr>
        <p:spPr>
          <a:xfrm xmlns:a="http://schemas.openxmlformats.org/drawingml/2006/main">
            <a:off x="6490716" y="3349803"/>
            <a:ext cx="0" cy="1355547"/>
          </a:xfrm>
          <a:prstGeom xmlns:a="http://schemas.openxmlformats.org/drawingml/2006/main" prst="line">
            <a:avLst/>
          </a:prstGeom>
          <a:ln xmlns:a="http://schemas.openxmlformats.org/drawingml/2006/main" w="88900">
            <a:solidFill>
              <a:srgbClr val="FCEBEC"/>
            </a:solidFill>
          </a:ln>
        </p:spPr>
      </p:sp>
      <p:sp>
        <p:nvSpPr>
          <p:cNvPr id="21" name="Connector 21">
            <a:extLst xmlns:a="http://schemas.openxmlformats.org/drawingml/2006/main">
              <a:ext uri="{FF2B5EF4-FFF2-40B4-BE49-F238E27FC236}">
                <a16:creationId xmlns:a16="http://schemas.microsoft.com/office/drawing/2014/main" id="{02D8A01C-E4F2-44BE-A0F1-B542A224AA67}"/>
              </a:ext>
            </a:extLst>
          </p:cNvPr>
          <p:cNvSpPr>
            <a:spLocks xmlns:a="http://schemas.openxmlformats.org/drawingml/2006/main" noGrp="1"/>
          </p:cNvSpPr>
          <p:nvPr/>
        </p:nvSpPr>
        <p:spPr>
          <a:xfrm xmlns:a="http://schemas.openxmlformats.org/drawingml/2006/main">
            <a:off x="6694932" y="3424930"/>
            <a:ext cx="0" cy="1280420"/>
          </a:xfrm>
          <a:prstGeom xmlns:a="http://schemas.openxmlformats.org/drawingml/2006/main" prst="line">
            <a:avLst/>
          </a:prstGeom>
          <a:ln xmlns:a="http://schemas.openxmlformats.org/drawingml/2006/main" w="88900">
            <a:solidFill>
              <a:srgbClr val="FCEBEC"/>
            </a:solidFill>
          </a:ln>
        </p:spPr>
      </p:sp>
      <p:sp>
        <p:nvSpPr>
          <p:cNvPr id="22" name="Connector 22">
            <a:extLst xmlns:a="http://schemas.openxmlformats.org/drawingml/2006/main">
              <a:ext uri="{FF2B5EF4-FFF2-40B4-BE49-F238E27FC236}">
                <a16:creationId xmlns:a16="http://schemas.microsoft.com/office/drawing/2014/main" id="{E667B7C5-C7F1-4DFB-AC2D-78A121DDB725}"/>
              </a:ext>
            </a:extLst>
          </p:cNvPr>
          <p:cNvSpPr>
            <a:spLocks xmlns:a="http://schemas.openxmlformats.org/drawingml/2006/main" noGrp="1"/>
          </p:cNvSpPr>
          <p:nvPr/>
        </p:nvSpPr>
        <p:spPr>
          <a:xfrm xmlns:a="http://schemas.openxmlformats.org/drawingml/2006/main">
            <a:off x="6899148" y="3509946"/>
            <a:ext cx="0" cy="1195404"/>
          </a:xfrm>
          <a:prstGeom xmlns:a="http://schemas.openxmlformats.org/drawingml/2006/main" prst="line">
            <a:avLst/>
          </a:prstGeom>
          <a:ln xmlns:a="http://schemas.openxmlformats.org/drawingml/2006/main" w="88900">
            <a:solidFill>
              <a:srgbClr val="FCEBEC"/>
            </a:solidFill>
          </a:ln>
        </p:spPr>
      </p:sp>
      <p:sp>
        <p:nvSpPr>
          <p:cNvPr id="23" name="Connector 23">
            <a:extLst xmlns:a="http://schemas.openxmlformats.org/drawingml/2006/main">
              <a:ext uri="{FF2B5EF4-FFF2-40B4-BE49-F238E27FC236}">
                <a16:creationId xmlns:a16="http://schemas.microsoft.com/office/drawing/2014/main" id="{C16180B4-AC6B-4632-88DD-94F57F40A50D}"/>
              </a:ext>
            </a:extLst>
          </p:cNvPr>
          <p:cNvSpPr>
            <a:spLocks xmlns:a="http://schemas.openxmlformats.org/drawingml/2006/main" noGrp="1"/>
          </p:cNvSpPr>
          <p:nvPr/>
        </p:nvSpPr>
        <p:spPr>
          <a:xfrm xmlns:a="http://schemas.openxmlformats.org/drawingml/2006/main">
            <a:off x="7103364" y="3602743"/>
            <a:ext cx="0" cy="1102607"/>
          </a:xfrm>
          <a:prstGeom xmlns:a="http://schemas.openxmlformats.org/drawingml/2006/main" prst="line">
            <a:avLst/>
          </a:prstGeom>
          <a:ln xmlns:a="http://schemas.openxmlformats.org/drawingml/2006/main" w="88900">
            <a:solidFill>
              <a:srgbClr val="FCEBEC"/>
            </a:solidFill>
          </a:ln>
        </p:spPr>
      </p:sp>
      <p:sp>
        <p:nvSpPr>
          <p:cNvPr id="24" name="Connector 24">
            <a:extLst xmlns:a="http://schemas.openxmlformats.org/drawingml/2006/main">
              <a:ext uri="{FF2B5EF4-FFF2-40B4-BE49-F238E27FC236}">
                <a16:creationId xmlns:a16="http://schemas.microsoft.com/office/drawing/2014/main" id="{B1F49AC5-DCCB-405E-9135-EAF47E1DB77D}"/>
              </a:ext>
            </a:extLst>
          </p:cNvPr>
          <p:cNvSpPr>
            <a:spLocks xmlns:a="http://schemas.openxmlformats.org/drawingml/2006/main" noGrp="1"/>
          </p:cNvSpPr>
          <p:nvPr/>
        </p:nvSpPr>
        <p:spPr>
          <a:xfrm xmlns:a="http://schemas.openxmlformats.org/drawingml/2006/main">
            <a:off x="7307580" y="3701119"/>
            <a:ext cx="0" cy="1004231"/>
          </a:xfrm>
          <a:prstGeom xmlns:a="http://schemas.openxmlformats.org/drawingml/2006/main" prst="line">
            <a:avLst/>
          </a:prstGeom>
          <a:ln xmlns:a="http://schemas.openxmlformats.org/drawingml/2006/main" w="88900">
            <a:solidFill>
              <a:srgbClr val="FCEBEC"/>
            </a:solidFill>
          </a:ln>
        </p:spPr>
      </p:sp>
      <p:sp>
        <p:nvSpPr>
          <p:cNvPr id="25" name="Connector 25">
            <a:extLst xmlns:a="http://schemas.openxmlformats.org/drawingml/2006/main">
              <a:ext uri="{FF2B5EF4-FFF2-40B4-BE49-F238E27FC236}">
                <a16:creationId xmlns:a16="http://schemas.microsoft.com/office/drawing/2014/main" id="{5B61C158-875C-42A1-B43D-FD9A557364E7}"/>
              </a:ext>
            </a:extLst>
          </p:cNvPr>
          <p:cNvSpPr>
            <a:spLocks xmlns:a="http://schemas.openxmlformats.org/drawingml/2006/main" noGrp="1"/>
          </p:cNvSpPr>
          <p:nvPr/>
        </p:nvSpPr>
        <p:spPr>
          <a:xfrm xmlns:a="http://schemas.openxmlformats.org/drawingml/2006/main">
            <a:off x="7511796" y="3802846"/>
            <a:ext cx="0" cy="902504"/>
          </a:xfrm>
          <a:prstGeom xmlns:a="http://schemas.openxmlformats.org/drawingml/2006/main" prst="line">
            <a:avLst/>
          </a:prstGeom>
          <a:ln xmlns:a="http://schemas.openxmlformats.org/drawingml/2006/main" w="88900">
            <a:solidFill>
              <a:srgbClr val="FCEBEC"/>
            </a:solidFill>
          </a:ln>
        </p:spPr>
      </p:sp>
      <p:sp>
        <p:nvSpPr>
          <p:cNvPr id="26" name="Connector 26">
            <a:extLst xmlns:a="http://schemas.openxmlformats.org/drawingml/2006/main">
              <a:ext uri="{FF2B5EF4-FFF2-40B4-BE49-F238E27FC236}">
                <a16:creationId xmlns:a16="http://schemas.microsoft.com/office/drawing/2014/main" id="{407D9E48-F02E-417D-956A-91ECD8D1DF48}"/>
              </a:ext>
            </a:extLst>
          </p:cNvPr>
          <p:cNvSpPr>
            <a:spLocks xmlns:a="http://schemas.openxmlformats.org/drawingml/2006/main" noGrp="1"/>
          </p:cNvSpPr>
          <p:nvPr/>
        </p:nvSpPr>
        <p:spPr>
          <a:xfrm xmlns:a="http://schemas.openxmlformats.org/drawingml/2006/main">
            <a:off x="7716012" y="3905719"/>
            <a:ext cx="0" cy="799631"/>
          </a:xfrm>
          <a:prstGeom xmlns:a="http://schemas.openxmlformats.org/drawingml/2006/main" prst="line">
            <a:avLst/>
          </a:prstGeom>
          <a:ln xmlns:a="http://schemas.openxmlformats.org/drawingml/2006/main" w="88900">
            <a:solidFill>
              <a:srgbClr val="FCEBEC"/>
            </a:solidFill>
          </a:ln>
        </p:spPr>
      </p:sp>
      <p:sp>
        <p:nvSpPr>
          <p:cNvPr id="27" name="Connector 27">
            <a:extLst xmlns:a="http://schemas.openxmlformats.org/drawingml/2006/main">
              <a:ext uri="{FF2B5EF4-FFF2-40B4-BE49-F238E27FC236}">
                <a16:creationId xmlns:a16="http://schemas.microsoft.com/office/drawing/2014/main" id="{FCF15D60-5752-4A2C-BB68-53E6D48D811B}"/>
              </a:ext>
            </a:extLst>
          </p:cNvPr>
          <p:cNvSpPr>
            <a:spLocks xmlns:a="http://schemas.openxmlformats.org/drawingml/2006/main" noGrp="1"/>
          </p:cNvSpPr>
          <p:nvPr/>
        </p:nvSpPr>
        <p:spPr>
          <a:xfrm xmlns:a="http://schemas.openxmlformats.org/drawingml/2006/main">
            <a:off x="7920228" y="4007620"/>
            <a:ext cx="0" cy="697730"/>
          </a:xfrm>
          <a:prstGeom xmlns:a="http://schemas.openxmlformats.org/drawingml/2006/main" prst="line">
            <a:avLst/>
          </a:prstGeom>
          <a:ln xmlns:a="http://schemas.openxmlformats.org/drawingml/2006/main" w="88900">
            <a:solidFill>
              <a:srgbClr val="FCEBEC"/>
            </a:solidFill>
          </a:ln>
        </p:spPr>
      </p:sp>
      <p:sp>
        <p:nvSpPr>
          <p:cNvPr id="28" name="Connector 28">
            <a:extLst xmlns:a="http://schemas.openxmlformats.org/drawingml/2006/main">
              <a:ext uri="{FF2B5EF4-FFF2-40B4-BE49-F238E27FC236}">
                <a16:creationId xmlns:a16="http://schemas.microsoft.com/office/drawing/2014/main" id="{D01C1645-2902-41DA-B948-D19473C9C8EC}"/>
              </a:ext>
            </a:extLst>
          </p:cNvPr>
          <p:cNvSpPr>
            <a:spLocks xmlns:a="http://schemas.openxmlformats.org/drawingml/2006/main" noGrp="1"/>
          </p:cNvSpPr>
          <p:nvPr/>
        </p:nvSpPr>
        <p:spPr>
          <a:xfrm xmlns:a="http://schemas.openxmlformats.org/drawingml/2006/main">
            <a:off x="8124444" y="4106571"/>
            <a:ext cx="0" cy="598779"/>
          </a:xfrm>
          <a:prstGeom xmlns:a="http://schemas.openxmlformats.org/drawingml/2006/main" prst="line">
            <a:avLst/>
          </a:prstGeom>
          <a:ln xmlns:a="http://schemas.openxmlformats.org/drawingml/2006/main" w="88900">
            <a:solidFill>
              <a:srgbClr val="FCEBEC"/>
            </a:solidFill>
          </a:ln>
        </p:spPr>
      </p:sp>
      <p:sp>
        <p:nvSpPr>
          <p:cNvPr id="29" name="Connector 29">
            <a:extLst xmlns:a="http://schemas.openxmlformats.org/drawingml/2006/main">
              <a:ext uri="{FF2B5EF4-FFF2-40B4-BE49-F238E27FC236}">
                <a16:creationId xmlns:a16="http://schemas.microsoft.com/office/drawing/2014/main" id="{A8F97451-C91C-4356-868C-F95FABDF1373}"/>
              </a:ext>
            </a:extLst>
          </p:cNvPr>
          <p:cNvSpPr>
            <a:spLocks xmlns:a="http://schemas.openxmlformats.org/drawingml/2006/main" noGrp="1"/>
          </p:cNvSpPr>
          <p:nvPr/>
        </p:nvSpPr>
        <p:spPr>
          <a:xfrm xmlns:a="http://schemas.openxmlformats.org/drawingml/2006/main">
            <a:off x="8328660" y="4200783"/>
            <a:ext cx="0" cy="504567"/>
          </a:xfrm>
          <a:prstGeom xmlns:a="http://schemas.openxmlformats.org/drawingml/2006/main" prst="line">
            <a:avLst/>
          </a:prstGeom>
          <a:ln xmlns:a="http://schemas.openxmlformats.org/drawingml/2006/main" w="88900">
            <a:solidFill>
              <a:srgbClr val="FCEBEC"/>
            </a:solidFill>
          </a:ln>
        </p:spPr>
      </p:sp>
      <p:sp>
        <p:nvSpPr>
          <p:cNvPr id="30" name="Connector 30">
            <a:extLst xmlns:a="http://schemas.openxmlformats.org/drawingml/2006/main">
              <a:ext uri="{FF2B5EF4-FFF2-40B4-BE49-F238E27FC236}">
                <a16:creationId xmlns:a16="http://schemas.microsoft.com/office/drawing/2014/main" id="{FB85CA15-208F-4846-975A-3ABE349DFDF5}"/>
              </a:ext>
            </a:extLst>
          </p:cNvPr>
          <p:cNvSpPr>
            <a:spLocks xmlns:a="http://schemas.openxmlformats.org/drawingml/2006/main" noGrp="1"/>
          </p:cNvSpPr>
          <p:nvPr/>
        </p:nvSpPr>
        <p:spPr>
          <a:xfrm xmlns:a="http://schemas.openxmlformats.org/drawingml/2006/main">
            <a:off x="8532876" y="4288702"/>
            <a:ext cx="0" cy="416648"/>
          </a:xfrm>
          <a:prstGeom xmlns:a="http://schemas.openxmlformats.org/drawingml/2006/main" prst="line">
            <a:avLst/>
          </a:prstGeom>
          <a:ln xmlns:a="http://schemas.openxmlformats.org/drawingml/2006/main" w="88900">
            <a:solidFill>
              <a:srgbClr val="FCEBEC"/>
            </a:solidFill>
          </a:ln>
        </p:spPr>
      </p:sp>
      <p:sp>
        <p:nvSpPr>
          <p:cNvPr id="31" name="Connector 31">
            <a:extLst xmlns:a="http://schemas.openxmlformats.org/drawingml/2006/main">
              <a:ext uri="{FF2B5EF4-FFF2-40B4-BE49-F238E27FC236}">
                <a16:creationId xmlns:a16="http://schemas.microsoft.com/office/drawing/2014/main" id="{B999F0A3-8CCF-44BF-95B0-3223F3C38945}"/>
              </a:ext>
            </a:extLst>
          </p:cNvPr>
          <p:cNvSpPr>
            <a:spLocks xmlns:a="http://schemas.openxmlformats.org/drawingml/2006/main" noGrp="1"/>
          </p:cNvSpPr>
          <p:nvPr/>
        </p:nvSpPr>
        <p:spPr>
          <a:xfrm xmlns:a="http://schemas.openxmlformats.org/drawingml/2006/main">
            <a:off x="8737092" y="4369049"/>
            <a:ext cx="0" cy="336301"/>
          </a:xfrm>
          <a:prstGeom xmlns:a="http://schemas.openxmlformats.org/drawingml/2006/main" prst="line">
            <a:avLst/>
          </a:prstGeom>
          <a:ln xmlns:a="http://schemas.openxmlformats.org/drawingml/2006/main" w="88900">
            <a:solidFill>
              <a:srgbClr val="FCEBEC"/>
            </a:solidFill>
          </a:ln>
        </p:spPr>
      </p:sp>
      <p:sp>
        <p:nvSpPr>
          <p:cNvPr id="32" name="Connector 32">
            <a:extLst xmlns:a="http://schemas.openxmlformats.org/drawingml/2006/main">
              <a:ext uri="{FF2B5EF4-FFF2-40B4-BE49-F238E27FC236}">
                <a16:creationId xmlns:a16="http://schemas.microsoft.com/office/drawing/2014/main" id="{A7F22B19-13CD-42BA-B45A-9ABD911C535E}"/>
              </a:ext>
            </a:extLst>
          </p:cNvPr>
          <p:cNvSpPr>
            <a:spLocks xmlns:a="http://schemas.openxmlformats.org/drawingml/2006/main" noGrp="1"/>
          </p:cNvSpPr>
          <p:nvPr/>
        </p:nvSpPr>
        <p:spPr>
          <a:xfrm xmlns:a="http://schemas.openxmlformats.org/drawingml/2006/main">
            <a:off x="8941308" y="4440850"/>
            <a:ext cx="0" cy="264500"/>
          </a:xfrm>
          <a:prstGeom xmlns:a="http://schemas.openxmlformats.org/drawingml/2006/main" prst="line">
            <a:avLst/>
          </a:prstGeom>
          <a:ln xmlns:a="http://schemas.openxmlformats.org/drawingml/2006/main" w="88900">
            <a:solidFill>
              <a:srgbClr val="FCEBEC"/>
            </a:solidFill>
          </a:ln>
        </p:spPr>
      </p:sp>
      <p:sp>
        <p:nvSpPr>
          <p:cNvPr id="33" name="Connector 33">
            <a:extLst xmlns:a="http://schemas.openxmlformats.org/drawingml/2006/main">
              <a:ext uri="{FF2B5EF4-FFF2-40B4-BE49-F238E27FC236}">
                <a16:creationId xmlns:a16="http://schemas.microsoft.com/office/drawing/2014/main" id="{F8C810AA-AA3D-4954-A7A6-A2041266C472}"/>
              </a:ext>
            </a:extLst>
          </p:cNvPr>
          <p:cNvSpPr>
            <a:spLocks xmlns:a="http://schemas.openxmlformats.org/drawingml/2006/main" noGrp="1"/>
          </p:cNvSpPr>
          <p:nvPr/>
        </p:nvSpPr>
        <p:spPr>
          <a:xfrm xmlns:a="http://schemas.openxmlformats.org/drawingml/2006/main">
            <a:off x="9145524" y="4503460"/>
            <a:ext cx="0" cy="201890"/>
          </a:xfrm>
          <a:prstGeom xmlns:a="http://schemas.openxmlformats.org/drawingml/2006/main" prst="line">
            <a:avLst/>
          </a:prstGeom>
          <a:ln xmlns:a="http://schemas.openxmlformats.org/drawingml/2006/main" w="88900">
            <a:solidFill>
              <a:srgbClr val="FCEBEC"/>
            </a:solidFill>
          </a:ln>
        </p:spPr>
      </p:sp>
      <p:sp>
        <p:nvSpPr>
          <p:cNvPr id="34" name="Connector 34">
            <a:extLst xmlns:a="http://schemas.openxmlformats.org/drawingml/2006/main">
              <a:ext uri="{FF2B5EF4-FFF2-40B4-BE49-F238E27FC236}">
                <a16:creationId xmlns:a16="http://schemas.microsoft.com/office/drawing/2014/main" id="{29758EFC-E8CE-44FC-A168-BD8B3229FE6F}"/>
              </a:ext>
            </a:extLst>
          </p:cNvPr>
          <p:cNvSpPr>
            <a:spLocks xmlns:a="http://schemas.openxmlformats.org/drawingml/2006/main" noGrp="1"/>
          </p:cNvSpPr>
          <p:nvPr/>
        </p:nvSpPr>
        <p:spPr>
          <a:xfrm xmlns:a="http://schemas.openxmlformats.org/drawingml/2006/main">
            <a:off x="9349740" y="4556575"/>
            <a:ext cx="0" cy="148775"/>
          </a:xfrm>
          <a:prstGeom xmlns:a="http://schemas.openxmlformats.org/drawingml/2006/main" prst="line">
            <a:avLst/>
          </a:prstGeom>
          <a:ln xmlns:a="http://schemas.openxmlformats.org/drawingml/2006/main" w="88900">
            <a:solidFill>
              <a:srgbClr val="FCEBEC"/>
            </a:solidFill>
          </a:ln>
        </p:spPr>
      </p:sp>
      <p:sp>
        <p:nvSpPr>
          <p:cNvPr id="35" name="Connector 35">
            <a:extLst xmlns:a="http://schemas.openxmlformats.org/drawingml/2006/main">
              <a:ext uri="{FF2B5EF4-FFF2-40B4-BE49-F238E27FC236}">
                <a16:creationId xmlns:a16="http://schemas.microsoft.com/office/drawing/2014/main" id="{955B054C-D016-427B-BFB8-FBC8DDA81F66}"/>
              </a:ext>
            </a:extLst>
          </p:cNvPr>
          <p:cNvSpPr>
            <a:spLocks xmlns:a="http://schemas.openxmlformats.org/drawingml/2006/main" noGrp="1"/>
          </p:cNvSpPr>
          <p:nvPr/>
        </p:nvSpPr>
        <p:spPr>
          <a:xfrm xmlns:a="http://schemas.openxmlformats.org/drawingml/2006/main">
            <a:off x="9553956" y="4600233"/>
            <a:ext cx="0" cy="105117"/>
          </a:xfrm>
          <a:prstGeom xmlns:a="http://schemas.openxmlformats.org/drawingml/2006/main" prst="line">
            <a:avLst/>
          </a:prstGeom>
          <a:ln xmlns:a="http://schemas.openxmlformats.org/drawingml/2006/main" w="88900">
            <a:solidFill>
              <a:srgbClr val="FCEBEC"/>
            </a:solidFill>
          </a:ln>
        </p:spPr>
      </p:sp>
      <p:sp>
        <p:nvSpPr>
          <p:cNvPr id="36" name="Connector 36">
            <a:extLst xmlns:a="http://schemas.openxmlformats.org/drawingml/2006/main">
              <a:ext uri="{FF2B5EF4-FFF2-40B4-BE49-F238E27FC236}">
                <a16:creationId xmlns:a16="http://schemas.microsoft.com/office/drawing/2014/main" id="{39244EE5-F3B5-4470-A88B-9E0E510F7C17}"/>
              </a:ext>
            </a:extLst>
          </p:cNvPr>
          <p:cNvSpPr>
            <a:spLocks xmlns:a="http://schemas.openxmlformats.org/drawingml/2006/main" noGrp="1"/>
          </p:cNvSpPr>
          <p:nvPr/>
        </p:nvSpPr>
        <p:spPr>
          <a:xfrm xmlns:a="http://schemas.openxmlformats.org/drawingml/2006/main">
            <a:off x="9758172" y="4634806"/>
            <a:ext cx="0" cy="70544"/>
          </a:xfrm>
          <a:prstGeom xmlns:a="http://schemas.openxmlformats.org/drawingml/2006/main" prst="line">
            <a:avLst/>
          </a:prstGeom>
          <a:ln xmlns:a="http://schemas.openxmlformats.org/drawingml/2006/main" w="88900">
            <a:solidFill>
              <a:srgbClr val="FCEBEC"/>
            </a:solidFill>
          </a:ln>
        </p:spPr>
      </p:sp>
      <p:sp>
        <p:nvSpPr>
          <p:cNvPr id="37" name="Connector 37">
            <a:extLst xmlns:a="http://schemas.openxmlformats.org/drawingml/2006/main">
              <a:ext uri="{FF2B5EF4-FFF2-40B4-BE49-F238E27FC236}">
                <a16:creationId xmlns:a16="http://schemas.microsoft.com/office/drawing/2014/main" id="{A0E4518A-CDAE-4971-9BEF-D1759A6A47A7}"/>
              </a:ext>
            </a:extLst>
          </p:cNvPr>
          <p:cNvSpPr>
            <a:spLocks xmlns:a="http://schemas.openxmlformats.org/drawingml/2006/main" noGrp="1"/>
          </p:cNvSpPr>
          <p:nvPr/>
        </p:nvSpPr>
        <p:spPr>
          <a:xfrm xmlns:a="http://schemas.openxmlformats.org/drawingml/2006/main">
            <a:off x="9962388" y="4660974"/>
            <a:ext cx="0" cy="44376"/>
          </a:xfrm>
          <a:prstGeom xmlns:a="http://schemas.openxmlformats.org/drawingml/2006/main" prst="line">
            <a:avLst/>
          </a:prstGeom>
          <a:ln xmlns:a="http://schemas.openxmlformats.org/drawingml/2006/main" w="88900">
            <a:solidFill>
              <a:srgbClr val="FCEBEC"/>
            </a:solidFill>
          </a:ln>
        </p:spPr>
      </p:sp>
      <p:sp>
        <p:nvSpPr>
          <p:cNvPr id="38" name="Connector 38">
            <a:extLst xmlns:a="http://schemas.openxmlformats.org/drawingml/2006/main">
              <a:ext uri="{FF2B5EF4-FFF2-40B4-BE49-F238E27FC236}">
                <a16:creationId xmlns:a16="http://schemas.microsoft.com/office/drawing/2014/main" id="{8D744AF5-CA9C-4378-B3E2-5CBAB86C64B8}"/>
              </a:ext>
            </a:extLst>
          </p:cNvPr>
          <p:cNvSpPr>
            <a:spLocks xmlns:a="http://schemas.openxmlformats.org/drawingml/2006/main" noGrp="1"/>
          </p:cNvSpPr>
          <p:nvPr/>
        </p:nvSpPr>
        <p:spPr>
          <a:xfrm xmlns:a="http://schemas.openxmlformats.org/drawingml/2006/main">
            <a:off x="10166604" y="4679687"/>
            <a:ext cx="0" cy="25663"/>
          </a:xfrm>
          <a:prstGeom xmlns:a="http://schemas.openxmlformats.org/drawingml/2006/main" prst="line">
            <a:avLst/>
          </a:prstGeom>
          <a:ln xmlns:a="http://schemas.openxmlformats.org/drawingml/2006/main" w="88900">
            <a:solidFill>
              <a:srgbClr val="FCEBEC"/>
            </a:solidFill>
          </a:ln>
        </p:spPr>
      </p:sp>
      <p:sp>
        <p:nvSpPr>
          <p:cNvPr id="39" name="Connector 39">
            <a:extLst xmlns:a="http://schemas.openxmlformats.org/drawingml/2006/main">
              <a:ext uri="{FF2B5EF4-FFF2-40B4-BE49-F238E27FC236}">
                <a16:creationId xmlns:a16="http://schemas.microsoft.com/office/drawing/2014/main" id="{C0071613-EDB3-4D18-84B3-180A7D40AA7D}"/>
              </a:ext>
            </a:extLst>
          </p:cNvPr>
          <p:cNvSpPr>
            <a:spLocks xmlns:a="http://schemas.openxmlformats.org/drawingml/2006/main" noGrp="1"/>
          </p:cNvSpPr>
          <p:nvPr/>
        </p:nvSpPr>
        <p:spPr>
          <a:xfrm xmlns:a="http://schemas.openxmlformats.org/drawingml/2006/main">
            <a:off x="10370820" y="4692111"/>
            <a:ext cx="0" cy="13239"/>
          </a:xfrm>
          <a:prstGeom xmlns:a="http://schemas.openxmlformats.org/drawingml/2006/main" prst="line">
            <a:avLst/>
          </a:prstGeom>
          <a:ln xmlns:a="http://schemas.openxmlformats.org/drawingml/2006/main" w="88900">
            <a:solidFill>
              <a:srgbClr val="FCEBEC"/>
            </a:solidFill>
          </a:ln>
        </p:spPr>
      </p:sp>
      <p:sp>
        <p:nvSpPr>
          <p:cNvPr id="40" name="Connector 40">
            <a:extLst xmlns:a="http://schemas.openxmlformats.org/drawingml/2006/main">
              <a:ext uri="{FF2B5EF4-FFF2-40B4-BE49-F238E27FC236}">
                <a16:creationId xmlns:a16="http://schemas.microsoft.com/office/drawing/2014/main" id="{4E7D0DF0-7737-43C4-A0C7-6B17868E38C8}"/>
              </a:ext>
            </a:extLst>
          </p:cNvPr>
          <p:cNvSpPr>
            <a:spLocks xmlns:a="http://schemas.openxmlformats.org/drawingml/2006/main" noGrp="1"/>
          </p:cNvSpPr>
          <p:nvPr/>
        </p:nvSpPr>
        <p:spPr>
          <a:xfrm xmlns:a="http://schemas.openxmlformats.org/drawingml/2006/main">
            <a:off x="10575036" y="4699558"/>
            <a:ext cx="0" cy="5792"/>
          </a:xfrm>
          <a:prstGeom xmlns:a="http://schemas.openxmlformats.org/drawingml/2006/main" prst="line">
            <a:avLst/>
          </a:prstGeom>
          <a:ln xmlns:a="http://schemas.openxmlformats.org/drawingml/2006/main" w="88900">
            <a:solidFill>
              <a:srgbClr val="FCEBEC"/>
            </a:solidFill>
          </a:ln>
        </p:spPr>
      </p:sp>
      <p:sp>
        <p:nvSpPr>
          <p:cNvPr id="41" name="Connector 41">
            <a:extLst xmlns:a="http://schemas.openxmlformats.org/drawingml/2006/main">
              <a:ext uri="{FF2B5EF4-FFF2-40B4-BE49-F238E27FC236}">
                <a16:creationId xmlns:a16="http://schemas.microsoft.com/office/drawing/2014/main" id="{5200C1FF-4AF8-4C16-A98D-18319AFA83AE}"/>
              </a:ext>
            </a:extLst>
          </p:cNvPr>
          <p:cNvSpPr>
            <a:spLocks xmlns:a="http://schemas.openxmlformats.org/drawingml/2006/main" noGrp="1"/>
          </p:cNvSpPr>
          <p:nvPr/>
        </p:nvSpPr>
        <p:spPr>
          <a:xfrm xmlns:a="http://schemas.openxmlformats.org/drawingml/2006/main">
            <a:off x="10779252" y="4703395"/>
            <a:ext cx="0" cy="1955"/>
          </a:xfrm>
          <a:prstGeom xmlns:a="http://schemas.openxmlformats.org/drawingml/2006/main" prst="line">
            <a:avLst/>
          </a:prstGeom>
          <a:ln xmlns:a="http://schemas.openxmlformats.org/drawingml/2006/main" w="88900">
            <a:solidFill>
              <a:srgbClr val="FCEBEC"/>
            </a:solidFill>
          </a:ln>
        </p:spPr>
      </p:sp>
      <p:sp>
        <p:nvSpPr>
          <p:cNvPr id="42" name="Connector 42">
            <a:extLst xmlns:a="http://schemas.openxmlformats.org/drawingml/2006/main">
              <a:ext uri="{FF2B5EF4-FFF2-40B4-BE49-F238E27FC236}">
                <a16:creationId xmlns:a16="http://schemas.microsoft.com/office/drawing/2014/main" id="{E69841B9-905F-4D90-901B-0E1B30EB9078}"/>
              </a:ext>
            </a:extLst>
          </p:cNvPr>
          <p:cNvSpPr>
            <a:spLocks xmlns:a="http://schemas.openxmlformats.org/drawingml/2006/main" noGrp="1"/>
          </p:cNvSpPr>
          <p:nvPr/>
        </p:nvSpPr>
        <p:spPr>
          <a:xfrm xmlns:a="http://schemas.openxmlformats.org/drawingml/2006/main">
            <a:off x="10983468" y="4704939"/>
            <a:ext cx="0" cy="411"/>
          </a:xfrm>
          <a:prstGeom xmlns:a="http://schemas.openxmlformats.org/drawingml/2006/main" prst="line">
            <a:avLst/>
          </a:prstGeom>
          <a:ln xmlns:a="http://schemas.openxmlformats.org/drawingml/2006/main" w="88900">
            <a:solidFill>
              <a:srgbClr val="FCEBEC"/>
            </a:solidFill>
          </a:ln>
        </p:spPr>
      </p:sp>
      <p:sp>
        <p:nvSpPr>
          <p:cNvPr id="43" name="Connector 43">
            <a:extLst xmlns:a="http://schemas.openxmlformats.org/drawingml/2006/main">
              <a:ext uri="{FF2B5EF4-FFF2-40B4-BE49-F238E27FC236}">
                <a16:creationId xmlns:a16="http://schemas.microsoft.com/office/drawing/2014/main" id="{C6CBA0AE-9280-4712-8037-F0E7411C9232}"/>
              </a:ext>
            </a:extLst>
          </p:cNvPr>
          <p:cNvSpPr>
            <a:spLocks xmlns:a="http://schemas.openxmlformats.org/drawingml/2006/main" noGrp="1"/>
          </p:cNvSpPr>
          <p:nvPr/>
        </p:nvSpPr>
        <p:spPr>
          <a:xfrm xmlns:a="http://schemas.openxmlformats.org/drawingml/2006/main">
            <a:off x="11187684" y="4705323"/>
            <a:ext cx="0" cy="27"/>
          </a:xfrm>
          <a:prstGeom xmlns:a="http://schemas.openxmlformats.org/drawingml/2006/main" prst="line">
            <a:avLst/>
          </a:prstGeom>
          <a:ln xmlns:a="http://schemas.openxmlformats.org/drawingml/2006/main" w="88900">
            <a:solidFill>
              <a:srgbClr val="FCEBEC"/>
            </a:solidFill>
          </a:ln>
        </p:spPr>
      </p:sp>
      <p:sp>
        <p:nvSpPr>
          <p:cNvPr id="44" name="Connector 44">
            <a:extLst xmlns:a="http://schemas.openxmlformats.org/drawingml/2006/main">
              <a:ext uri="{FF2B5EF4-FFF2-40B4-BE49-F238E27FC236}">
                <a16:creationId xmlns:a16="http://schemas.microsoft.com/office/drawing/2014/main" id="{8F2BE843-EA25-4437-8560-E177038BE5FC}"/>
              </a:ext>
            </a:extLst>
          </p:cNvPr>
          <p:cNvSpPr>
            <a:spLocks xmlns:a="http://schemas.openxmlformats.org/drawingml/2006/main" noGrp="1"/>
          </p:cNvSpPr>
          <p:nvPr/>
        </p:nvSpPr>
        <p:spPr>
          <a:xfrm xmlns:a="http://schemas.openxmlformats.org/drawingml/2006/main">
            <a:off x="11391900" y="4705350"/>
            <a:ext cx="0" cy="0"/>
          </a:xfrm>
          <a:prstGeom xmlns:a="http://schemas.openxmlformats.org/drawingml/2006/main" prst="line">
            <a:avLst/>
          </a:prstGeom>
          <a:ln xmlns:a="http://schemas.openxmlformats.org/drawingml/2006/main" w="88900">
            <a:solidFill>
              <a:srgbClr val="FCEBEC"/>
            </a:solidFill>
          </a:ln>
        </p:spPr>
      </p:sp>
      <p:sp>
        <p:nvSpPr>
          <p:cNvPr id="45" name="Connector 45">
            <a:extLst xmlns:a="http://schemas.openxmlformats.org/drawingml/2006/main">
              <a:ext uri="{FF2B5EF4-FFF2-40B4-BE49-F238E27FC236}">
                <a16:creationId xmlns:a16="http://schemas.microsoft.com/office/drawing/2014/main" id="{6020B072-8B92-42A0-9FF1-249B04AAFC6A}"/>
              </a:ext>
            </a:extLst>
          </p:cNvPr>
          <p:cNvSpPr>
            <a:spLocks xmlns:a="http://schemas.openxmlformats.org/drawingml/2006/main" noGrp="1"/>
          </p:cNvSpPr>
          <p:nvPr/>
        </p:nvSpPr>
        <p:spPr>
          <a:xfrm xmlns:a="http://schemas.openxmlformats.org/drawingml/2006/main">
            <a:off x="1181100" y="1981200"/>
            <a:ext cx="0" cy="2724150"/>
          </a:xfrm>
          <a:prstGeom xmlns:a="http://schemas.openxmlformats.org/drawingml/2006/main" prst="line">
            <a:avLst/>
          </a:prstGeom>
          <a:ln xmlns:a="http://schemas.openxmlformats.org/drawingml/2006/main" w="19050">
            <a:solidFill>
              <a:srgbClr val="384754"/>
            </a:solidFill>
          </a:ln>
        </p:spPr>
      </p:sp>
      <p:sp>
        <p:nvSpPr>
          <p:cNvPr id="46" name="Connector 46">
            <a:extLst xmlns:a="http://schemas.openxmlformats.org/drawingml/2006/main">
              <a:ext uri="{FF2B5EF4-FFF2-40B4-BE49-F238E27FC236}">
                <a16:creationId xmlns:a16="http://schemas.microsoft.com/office/drawing/2014/main" id="{65126E52-C103-4A54-A360-9344D077E416}"/>
              </a:ext>
            </a:extLst>
          </p:cNvPr>
          <p:cNvSpPr>
            <a:spLocks xmlns:a="http://schemas.openxmlformats.org/drawingml/2006/main" noGrp="1"/>
          </p:cNvSpPr>
          <p:nvPr/>
        </p:nvSpPr>
        <p:spPr>
          <a:xfrm xmlns:a="http://schemas.openxmlformats.org/drawingml/2006/main">
            <a:off x="1181100" y="4705350"/>
            <a:ext cx="10210800" cy="0"/>
          </a:xfrm>
          <a:prstGeom xmlns:a="http://schemas.openxmlformats.org/drawingml/2006/main" prst="line">
            <a:avLst/>
          </a:prstGeom>
          <a:ln xmlns:a="http://schemas.openxmlformats.org/drawingml/2006/main" w="19050">
            <a:solidFill>
              <a:srgbClr val="384754"/>
            </a:solidFill>
          </a:ln>
        </p:spPr>
      </p:sp>
      <p:sp>
        <p:nvSpPr>
          <p:cNvPr id="47" name="Connector 47">
            <a:extLst xmlns:a="http://schemas.openxmlformats.org/drawingml/2006/main">
              <a:ext uri="{FF2B5EF4-FFF2-40B4-BE49-F238E27FC236}">
                <a16:creationId xmlns:a16="http://schemas.microsoft.com/office/drawing/2014/main" id="{4A5EF720-5A2C-4CF9-8B43-985579850837}"/>
              </a:ext>
            </a:extLst>
          </p:cNvPr>
          <p:cNvSpPr>
            <a:spLocks xmlns:a="http://schemas.openxmlformats.org/drawingml/2006/main" noGrp="1"/>
          </p:cNvSpPr>
          <p:nvPr/>
        </p:nvSpPr>
        <p:spPr>
          <a:xfrm xmlns:a="http://schemas.openxmlformats.org/drawingml/2006/main">
            <a:off x="1181100" y="4705350"/>
            <a:ext cx="0" cy="66675"/>
          </a:xfrm>
          <a:prstGeom xmlns:a="http://schemas.openxmlformats.org/drawingml/2006/main" prst="line">
            <a:avLst/>
          </a:prstGeom>
          <a:ln xmlns:a="http://schemas.openxmlformats.org/drawingml/2006/main" w="12700">
            <a:solidFill>
              <a:srgbClr val="384754"/>
            </a:solidFill>
          </a:ln>
        </p:spPr>
      </p:sp>
      <p:sp>
        <p:nvSpPr>
          <p:cNvPr id="48" name="Text 48">
            <a:extLst xmlns:a="http://schemas.openxmlformats.org/drawingml/2006/main">
              <a:ext uri="{FF2B5EF4-FFF2-40B4-BE49-F238E27FC236}">
                <a16:creationId xmlns:a16="http://schemas.microsoft.com/office/drawing/2014/main" id="{46088534-751C-45E4-B985-8503C9EB1522}"/>
              </a:ext>
            </a:extLst>
          </p:cNvPr>
          <p:cNvSpPr>
            <a:spLocks xmlns:a="http://schemas.openxmlformats.org/drawingml/2006/main" noGrp="1"/>
          </p:cNvSpPr>
          <p:nvPr/>
        </p:nvSpPr>
        <p:spPr>
          <a:xfrm xmlns:a="http://schemas.openxmlformats.org/drawingml/2006/main">
            <a:off x="95250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0.0</a:t>
            </a:r>
            <a:endParaRPr sz="1000"/>
          </a:p>
        </p:txBody>
      </p:sp>
      <p:sp>
        <p:nvSpPr>
          <p:cNvPr id="49" name="Connector 49">
            <a:extLst xmlns:a="http://schemas.openxmlformats.org/drawingml/2006/main">
              <a:ext uri="{FF2B5EF4-FFF2-40B4-BE49-F238E27FC236}">
                <a16:creationId xmlns:a16="http://schemas.microsoft.com/office/drawing/2014/main" id="{84D407D7-3DF8-47A6-9D33-AB5D9BC866CD}"/>
              </a:ext>
            </a:extLst>
          </p:cNvPr>
          <p:cNvSpPr>
            <a:spLocks xmlns:a="http://schemas.openxmlformats.org/drawingml/2006/main" noGrp="1"/>
          </p:cNvSpPr>
          <p:nvPr/>
        </p:nvSpPr>
        <p:spPr>
          <a:xfrm xmlns:a="http://schemas.openxmlformats.org/drawingml/2006/main">
            <a:off x="3223260" y="4705350"/>
            <a:ext cx="0" cy="66675"/>
          </a:xfrm>
          <a:prstGeom xmlns:a="http://schemas.openxmlformats.org/drawingml/2006/main" prst="line">
            <a:avLst/>
          </a:prstGeom>
          <a:ln xmlns:a="http://schemas.openxmlformats.org/drawingml/2006/main" w="12700">
            <a:solidFill>
              <a:srgbClr val="384754"/>
            </a:solidFill>
          </a:ln>
        </p:spPr>
      </p:sp>
      <p:sp>
        <p:nvSpPr>
          <p:cNvPr id="50" name="Text 50">
            <a:extLst xmlns:a="http://schemas.openxmlformats.org/drawingml/2006/main">
              <a:ext uri="{FF2B5EF4-FFF2-40B4-BE49-F238E27FC236}">
                <a16:creationId xmlns:a16="http://schemas.microsoft.com/office/drawing/2014/main" id="{01EF6BE5-43F4-4655-934B-74D4AFE92CD0}"/>
              </a:ext>
            </a:extLst>
          </p:cNvPr>
          <p:cNvSpPr>
            <a:spLocks xmlns:a="http://schemas.openxmlformats.org/drawingml/2006/main" noGrp="1"/>
          </p:cNvSpPr>
          <p:nvPr/>
        </p:nvSpPr>
        <p:spPr>
          <a:xfrm xmlns:a="http://schemas.openxmlformats.org/drawingml/2006/main">
            <a:off x="299466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0.2</a:t>
            </a:r>
            <a:endParaRPr sz="1000"/>
          </a:p>
        </p:txBody>
      </p:sp>
      <p:sp>
        <p:nvSpPr>
          <p:cNvPr id="51" name="Connector 51">
            <a:extLst xmlns:a="http://schemas.openxmlformats.org/drawingml/2006/main">
              <a:ext uri="{FF2B5EF4-FFF2-40B4-BE49-F238E27FC236}">
                <a16:creationId xmlns:a16="http://schemas.microsoft.com/office/drawing/2014/main" id="{4EBDBB31-AFA1-41AA-8D93-7F1CD6556FB4}"/>
              </a:ext>
            </a:extLst>
          </p:cNvPr>
          <p:cNvSpPr>
            <a:spLocks xmlns:a="http://schemas.openxmlformats.org/drawingml/2006/main" noGrp="1"/>
          </p:cNvSpPr>
          <p:nvPr/>
        </p:nvSpPr>
        <p:spPr>
          <a:xfrm xmlns:a="http://schemas.openxmlformats.org/drawingml/2006/main">
            <a:off x="5265420" y="4705350"/>
            <a:ext cx="0" cy="66675"/>
          </a:xfrm>
          <a:prstGeom xmlns:a="http://schemas.openxmlformats.org/drawingml/2006/main" prst="line">
            <a:avLst/>
          </a:prstGeom>
          <a:ln xmlns:a="http://schemas.openxmlformats.org/drawingml/2006/main" w="12700">
            <a:solidFill>
              <a:srgbClr val="384754"/>
            </a:solidFill>
          </a:ln>
        </p:spPr>
      </p:sp>
      <p:sp>
        <p:nvSpPr>
          <p:cNvPr id="52" name="Text 52">
            <a:extLst xmlns:a="http://schemas.openxmlformats.org/drawingml/2006/main">
              <a:ext uri="{FF2B5EF4-FFF2-40B4-BE49-F238E27FC236}">
                <a16:creationId xmlns:a16="http://schemas.microsoft.com/office/drawing/2014/main" id="{9B349053-5EC1-4E29-99FD-51CA257D35E0}"/>
              </a:ext>
            </a:extLst>
          </p:cNvPr>
          <p:cNvSpPr>
            <a:spLocks xmlns:a="http://schemas.openxmlformats.org/drawingml/2006/main" noGrp="1"/>
          </p:cNvSpPr>
          <p:nvPr/>
        </p:nvSpPr>
        <p:spPr>
          <a:xfrm xmlns:a="http://schemas.openxmlformats.org/drawingml/2006/main">
            <a:off x="503682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0.4</a:t>
            </a:r>
            <a:endParaRPr sz="1000"/>
          </a:p>
        </p:txBody>
      </p:sp>
      <p:sp>
        <p:nvSpPr>
          <p:cNvPr id="53" name="Connector 53">
            <a:extLst xmlns:a="http://schemas.openxmlformats.org/drawingml/2006/main">
              <a:ext uri="{FF2B5EF4-FFF2-40B4-BE49-F238E27FC236}">
                <a16:creationId xmlns:a16="http://schemas.microsoft.com/office/drawing/2014/main" id="{96F44EE3-49B8-4FE4-A6C4-AE0D61C51B28}"/>
              </a:ext>
            </a:extLst>
          </p:cNvPr>
          <p:cNvSpPr>
            <a:spLocks xmlns:a="http://schemas.openxmlformats.org/drawingml/2006/main" noGrp="1"/>
          </p:cNvSpPr>
          <p:nvPr/>
        </p:nvSpPr>
        <p:spPr>
          <a:xfrm xmlns:a="http://schemas.openxmlformats.org/drawingml/2006/main">
            <a:off x="7307580" y="4705350"/>
            <a:ext cx="0" cy="66675"/>
          </a:xfrm>
          <a:prstGeom xmlns:a="http://schemas.openxmlformats.org/drawingml/2006/main" prst="line">
            <a:avLst/>
          </a:prstGeom>
          <a:ln xmlns:a="http://schemas.openxmlformats.org/drawingml/2006/main" w="12700">
            <a:solidFill>
              <a:srgbClr val="384754"/>
            </a:solidFill>
          </a:ln>
        </p:spPr>
      </p:sp>
      <p:sp>
        <p:nvSpPr>
          <p:cNvPr id="54" name="Text 54">
            <a:extLst xmlns:a="http://schemas.openxmlformats.org/drawingml/2006/main">
              <a:ext uri="{FF2B5EF4-FFF2-40B4-BE49-F238E27FC236}">
                <a16:creationId xmlns:a16="http://schemas.microsoft.com/office/drawing/2014/main" id="{E26DFFED-4680-4A93-9294-8E1F77CE4F21}"/>
              </a:ext>
            </a:extLst>
          </p:cNvPr>
          <p:cNvSpPr>
            <a:spLocks xmlns:a="http://schemas.openxmlformats.org/drawingml/2006/main" noGrp="1"/>
          </p:cNvSpPr>
          <p:nvPr/>
        </p:nvSpPr>
        <p:spPr>
          <a:xfrm xmlns:a="http://schemas.openxmlformats.org/drawingml/2006/main">
            <a:off x="707898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0.6</a:t>
            </a:r>
            <a:endParaRPr sz="1000"/>
          </a:p>
        </p:txBody>
      </p:sp>
      <p:sp>
        <p:nvSpPr>
          <p:cNvPr id="55" name="Connector 55">
            <a:extLst xmlns:a="http://schemas.openxmlformats.org/drawingml/2006/main">
              <a:ext uri="{FF2B5EF4-FFF2-40B4-BE49-F238E27FC236}">
                <a16:creationId xmlns:a16="http://schemas.microsoft.com/office/drawing/2014/main" id="{29168BC3-34CE-4D7A-AA94-0DC12AC3C493}"/>
              </a:ext>
            </a:extLst>
          </p:cNvPr>
          <p:cNvSpPr>
            <a:spLocks xmlns:a="http://schemas.openxmlformats.org/drawingml/2006/main" noGrp="1"/>
          </p:cNvSpPr>
          <p:nvPr/>
        </p:nvSpPr>
        <p:spPr>
          <a:xfrm xmlns:a="http://schemas.openxmlformats.org/drawingml/2006/main">
            <a:off x="9349740" y="4705350"/>
            <a:ext cx="0" cy="66675"/>
          </a:xfrm>
          <a:prstGeom xmlns:a="http://schemas.openxmlformats.org/drawingml/2006/main" prst="line">
            <a:avLst/>
          </a:prstGeom>
          <a:ln xmlns:a="http://schemas.openxmlformats.org/drawingml/2006/main" w="12700">
            <a:solidFill>
              <a:srgbClr val="384754"/>
            </a:solidFill>
          </a:ln>
        </p:spPr>
      </p:sp>
      <p:sp>
        <p:nvSpPr>
          <p:cNvPr id="56" name="Text 56">
            <a:extLst xmlns:a="http://schemas.openxmlformats.org/drawingml/2006/main">
              <a:ext uri="{FF2B5EF4-FFF2-40B4-BE49-F238E27FC236}">
                <a16:creationId xmlns:a16="http://schemas.microsoft.com/office/drawing/2014/main" id="{4AD7E483-A2A5-41E6-8F8F-ACDF0463FCD9}"/>
              </a:ext>
            </a:extLst>
          </p:cNvPr>
          <p:cNvSpPr>
            <a:spLocks xmlns:a="http://schemas.openxmlformats.org/drawingml/2006/main" noGrp="1"/>
          </p:cNvSpPr>
          <p:nvPr/>
        </p:nvSpPr>
        <p:spPr>
          <a:xfrm xmlns:a="http://schemas.openxmlformats.org/drawingml/2006/main">
            <a:off x="912114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0.8</a:t>
            </a:r>
            <a:endParaRPr sz="1000"/>
          </a:p>
        </p:txBody>
      </p:sp>
      <p:sp>
        <p:nvSpPr>
          <p:cNvPr id="57" name="Connector 57">
            <a:extLst xmlns:a="http://schemas.openxmlformats.org/drawingml/2006/main">
              <a:ext uri="{FF2B5EF4-FFF2-40B4-BE49-F238E27FC236}">
                <a16:creationId xmlns:a16="http://schemas.microsoft.com/office/drawing/2014/main" id="{E2D13332-8965-49B3-AD8B-E176520B1AB0}"/>
              </a:ext>
            </a:extLst>
          </p:cNvPr>
          <p:cNvSpPr>
            <a:spLocks xmlns:a="http://schemas.openxmlformats.org/drawingml/2006/main" noGrp="1"/>
          </p:cNvSpPr>
          <p:nvPr/>
        </p:nvSpPr>
        <p:spPr>
          <a:xfrm xmlns:a="http://schemas.openxmlformats.org/drawingml/2006/main">
            <a:off x="11391900" y="4705350"/>
            <a:ext cx="0" cy="66675"/>
          </a:xfrm>
          <a:prstGeom xmlns:a="http://schemas.openxmlformats.org/drawingml/2006/main" prst="line">
            <a:avLst/>
          </a:prstGeom>
          <a:ln xmlns:a="http://schemas.openxmlformats.org/drawingml/2006/main" w="12700">
            <a:solidFill>
              <a:srgbClr val="384754"/>
            </a:solidFill>
          </a:ln>
        </p:spPr>
      </p:sp>
      <p:sp>
        <p:nvSpPr>
          <p:cNvPr id="58" name="Text 58">
            <a:extLst xmlns:a="http://schemas.openxmlformats.org/drawingml/2006/main">
              <a:ext uri="{FF2B5EF4-FFF2-40B4-BE49-F238E27FC236}">
                <a16:creationId xmlns:a16="http://schemas.microsoft.com/office/drawing/2014/main" id="{4389CEE8-A6EE-4FA2-8274-D1716F4FE8F3}"/>
              </a:ext>
            </a:extLst>
          </p:cNvPr>
          <p:cNvSpPr>
            <a:spLocks xmlns:a="http://schemas.openxmlformats.org/drawingml/2006/main" noGrp="1"/>
          </p:cNvSpPr>
          <p:nvPr/>
        </p:nvSpPr>
        <p:spPr>
          <a:xfrm xmlns:a="http://schemas.openxmlformats.org/drawingml/2006/main">
            <a:off x="1116330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1.0</a:t>
            </a:r>
            <a:endParaRPr sz="1000"/>
          </a:p>
        </p:txBody>
      </p:sp>
      <p:sp>
        <p:nvSpPr>
          <p:cNvPr id="59" name="Connector 59">
            <a:extLst xmlns:a="http://schemas.openxmlformats.org/drawingml/2006/main">
              <a:ext uri="{FF2B5EF4-FFF2-40B4-BE49-F238E27FC236}">
                <a16:creationId xmlns:a16="http://schemas.microsoft.com/office/drawing/2014/main" id="{B5F284AA-7B03-49E4-9220-76BD2DBC3684}"/>
              </a:ext>
            </a:extLst>
          </p:cNvPr>
          <p:cNvSpPr>
            <a:spLocks xmlns:a="http://schemas.openxmlformats.org/drawingml/2006/main" noGrp="1"/>
          </p:cNvSpPr>
          <p:nvPr/>
        </p:nvSpPr>
        <p:spPr>
          <a:xfrm xmlns:a="http://schemas.openxmlformats.org/drawingml/2006/main">
            <a:off x="1181100" y="2110921"/>
            <a:ext cx="127635" cy="96080"/>
          </a:xfrm>
          <a:prstGeom xmlns:a="http://schemas.openxmlformats.org/drawingml/2006/main" prst="line">
            <a:avLst/>
          </a:prstGeom>
          <a:ln xmlns:a="http://schemas.openxmlformats.org/drawingml/2006/main" w="38100">
            <a:solidFill>
              <a:srgbClr val="2A5B84"/>
            </a:solidFill>
          </a:ln>
        </p:spPr>
      </p:sp>
      <p:sp>
        <p:nvSpPr>
          <p:cNvPr id="60" name="Connector 60">
            <a:extLst xmlns:a="http://schemas.openxmlformats.org/drawingml/2006/main">
              <a:ext uri="{FF2B5EF4-FFF2-40B4-BE49-F238E27FC236}">
                <a16:creationId xmlns:a16="http://schemas.microsoft.com/office/drawing/2014/main" id="{22E694C7-0F07-4F2E-9FB1-A3D70096FDFD}"/>
              </a:ext>
            </a:extLst>
          </p:cNvPr>
          <p:cNvSpPr>
            <a:spLocks xmlns:a="http://schemas.openxmlformats.org/drawingml/2006/main" noGrp="1"/>
          </p:cNvSpPr>
          <p:nvPr/>
        </p:nvSpPr>
        <p:spPr>
          <a:xfrm xmlns:a="http://schemas.openxmlformats.org/drawingml/2006/main">
            <a:off x="1308735" y="2207001"/>
            <a:ext cx="127635" cy="93678"/>
          </a:xfrm>
          <a:prstGeom xmlns:a="http://schemas.openxmlformats.org/drawingml/2006/main" prst="line">
            <a:avLst/>
          </a:prstGeom>
          <a:ln xmlns:a="http://schemas.openxmlformats.org/drawingml/2006/main" w="38100">
            <a:solidFill>
              <a:srgbClr val="2A5B84"/>
            </a:solidFill>
          </a:ln>
        </p:spPr>
      </p:sp>
      <p:sp>
        <p:nvSpPr>
          <p:cNvPr id="61" name="Connector 61">
            <a:extLst xmlns:a="http://schemas.openxmlformats.org/drawingml/2006/main">
              <a:ext uri="{FF2B5EF4-FFF2-40B4-BE49-F238E27FC236}">
                <a16:creationId xmlns:a16="http://schemas.microsoft.com/office/drawing/2014/main" id="{BDFF0ED2-4BAD-4BB6-A809-474F1FC30EBD}"/>
              </a:ext>
            </a:extLst>
          </p:cNvPr>
          <p:cNvSpPr>
            <a:spLocks xmlns:a="http://schemas.openxmlformats.org/drawingml/2006/main" noGrp="1"/>
          </p:cNvSpPr>
          <p:nvPr/>
        </p:nvSpPr>
        <p:spPr>
          <a:xfrm xmlns:a="http://schemas.openxmlformats.org/drawingml/2006/main">
            <a:off x="1436370" y="2300680"/>
            <a:ext cx="127635" cy="91307"/>
          </a:xfrm>
          <a:prstGeom xmlns:a="http://schemas.openxmlformats.org/drawingml/2006/main" prst="line">
            <a:avLst/>
          </a:prstGeom>
          <a:ln xmlns:a="http://schemas.openxmlformats.org/drawingml/2006/main" w="38100">
            <a:solidFill>
              <a:srgbClr val="2A5B84"/>
            </a:solidFill>
          </a:ln>
        </p:spPr>
      </p:sp>
      <p:sp>
        <p:nvSpPr>
          <p:cNvPr id="62" name="Connector 62">
            <a:extLst xmlns:a="http://schemas.openxmlformats.org/drawingml/2006/main">
              <a:ext uri="{FF2B5EF4-FFF2-40B4-BE49-F238E27FC236}">
                <a16:creationId xmlns:a16="http://schemas.microsoft.com/office/drawing/2014/main" id="{94EAA1D0-E939-4B9D-8439-963A412D6943}"/>
              </a:ext>
            </a:extLst>
          </p:cNvPr>
          <p:cNvSpPr>
            <a:spLocks xmlns:a="http://schemas.openxmlformats.org/drawingml/2006/main" noGrp="1"/>
          </p:cNvSpPr>
          <p:nvPr/>
        </p:nvSpPr>
        <p:spPr>
          <a:xfrm xmlns:a="http://schemas.openxmlformats.org/drawingml/2006/main">
            <a:off x="1564005" y="2391986"/>
            <a:ext cx="127635" cy="88966"/>
          </a:xfrm>
          <a:prstGeom xmlns:a="http://schemas.openxmlformats.org/drawingml/2006/main" prst="line">
            <a:avLst/>
          </a:prstGeom>
          <a:ln xmlns:a="http://schemas.openxmlformats.org/drawingml/2006/main" w="38100">
            <a:solidFill>
              <a:srgbClr val="2A5B84"/>
            </a:solidFill>
          </a:ln>
        </p:spPr>
      </p:sp>
      <p:sp>
        <p:nvSpPr>
          <p:cNvPr id="63" name="Connector 63">
            <a:extLst xmlns:a="http://schemas.openxmlformats.org/drawingml/2006/main">
              <a:ext uri="{FF2B5EF4-FFF2-40B4-BE49-F238E27FC236}">
                <a16:creationId xmlns:a16="http://schemas.microsoft.com/office/drawing/2014/main" id="{07921931-83EA-4BD3-A08A-08C44668D458}"/>
              </a:ext>
            </a:extLst>
          </p:cNvPr>
          <p:cNvSpPr>
            <a:spLocks xmlns:a="http://schemas.openxmlformats.org/drawingml/2006/main" noGrp="1"/>
          </p:cNvSpPr>
          <p:nvPr/>
        </p:nvSpPr>
        <p:spPr>
          <a:xfrm xmlns:a="http://schemas.openxmlformats.org/drawingml/2006/main">
            <a:off x="1691640" y="2480952"/>
            <a:ext cx="127635" cy="86655"/>
          </a:xfrm>
          <a:prstGeom xmlns:a="http://schemas.openxmlformats.org/drawingml/2006/main" prst="line">
            <a:avLst/>
          </a:prstGeom>
          <a:ln xmlns:a="http://schemas.openxmlformats.org/drawingml/2006/main" w="38100">
            <a:solidFill>
              <a:srgbClr val="2A5B84"/>
            </a:solidFill>
          </a:ln>
        </p:spPr>
      </p:sp>
      <p:sp>
        <p:nvSpPr>
          <p:cNvPr id="64" name="Connector 64">
            <a:extLst xmlns:a="http://schemas.openxmlformats.org/drawingml/2006/main">
              <a:ext uri="{FF2B5EF4-FFF2-40B4-BE49-F238E27FC236}">
                <a16:creationId xmlns:a16="http://schemas.microsoft.com/office/drawing/2014/main" id="{8A964862-6DD2-419C-8209-EB0B650FB568}"/>
              </a:ext>
            </a:extLst>
          </p:cNvPr>
          <p:cNvSpPr>
            <a:spLocks xmlns:a="http://schemas.openxmlformats.org/drawingml/2006/main" noGrp="1"/>
          </p:cNvSpPr>
          <p:nvPr/>
        </p:nvSpPr>
        <p:spPr>
          <a:xfrm xmlns:a="http://schemas.openxmlformats.org/drawingml/2006/main">
            <a:off x="1819275" y="2567607"/>
            <a:ext cx="127635" cy="84375"/>
          </a:xfrm>
          <a:prstGeom xmlns:a="http://schemas.openxmlformats.org/drawingml/2006/main" prst="line">
            <a:avLst/>
          </a:prstGeom>
          <a:ln xmlns:a="http://schemas.openxmlformats.org/drawingml/2006/main" w="38100">
            <a:solidFill>
              <a:srgbClr val="2A5B84"/>
            </a:solidFill>
          </a:ln>
        </p:spPr>
      </p:sp>
      <p:sp>
        <p:nvSpPr>
          <p:cNvPr id="65" name="Connector 65">
            <a:extLst xmlns:a="http://schemas.openxmlformats.org/drawingml/2006/main">
              <a:ext uri="{FF2B5EF4-FFF2-40B4-BE49-F238E27FC236}">
                <a16:creationId xmlns:a16="http://schemas.microsoft.com/office/drawing/2014/main" id="{86381977-5AB8-421F-8839-8A400081D949}"/>
              </a:ext>
            </a:extLst>
          </p:cNvPr>
          <p:cNvSpPr>
            <a:spLocks xmlns:a="http://schemas.openxmlformats.org/drawingml/2006/main" noGrp="1"/>
          </p:cNvSpPr>
          <p:nvPr/>
        </p:nvSpPr>
        <p:spPr>
          <a:xfrm xmlns:a="http://schemas.openxmlformats.org/drawingml/2006/main">
            <a:off x="1946910" y="2651981"/>
            <a:ext cx="127635" cy="82125"/>
          </a:xfrm>
          <a:prstGeom xmlns:a="http://schemas.openxmlformats.org/drawingml/2006/main" prst="line">
            <a:avLst/>
          </a:prstGeom>
          <a:ln xmlns:a="http://schemas.openxmlformats.org/drawingml/2006/main" w="38100">
            <a:solidFill>
              <a:srgbClr val="2A5B84"/>
            </a:solidFill>
          </a:ln>
        </p:spPr>
      </p:sp>
      <p:sp>
        <p:nvSpPr>
          <p:cNvPr id="66" name="Connector 66">
            <a:extLst xmlns:a="http://schemas.openxmlformats.org/drawingml/2006/main">
              <a:ext uri="{FF2B5EF4-FFF2-40B4-BE49-F238E27FC236}">
                <a16:creationId xmlns:a16="http://schemas.microsoft.com/office/drawing/2014/main" id="{0F9277DB-7C59-4AD7-8BBB-DE8322311412}"/>
              </a:ext>
            </a:extLst>
          </p:cNvPr>
          <p:cNvSpPr>
            <a:spLocks xmlns:a="http://schemas.openxmlformats.org/drawingml/2006/main" noGrp="1"/>
          </p:cNvSpPr>
          <p:nvPr/>
        </p:nvSpPr>
        <p:spPr>
          <a:xfrm xmlns:a="http://schemas.openxmlformats.org/drawingml/2006/main">
            <a:off x="2074545" y="2734106"/>
            <a:ext cx="127635" cy="79905"/>
          </a:xfrm>
          <a:prstGeom xmlns:a="http://schemas.openxmlformats.org/drawingml/2006/main" prst="line">
            <a:avLst/>
          </a:prstGeom>
          <a:ln xmlns:a="http://schemas.openxmlformats.org/drawingml/2006/main" w="38100">
            <a:solidFill>
              <a:srgbClr val="2A5B84"/>
            </a:solidFill>
          </a:ln>
        </p:spPr>
      </p:sp>
      <p:sp>
        <p:nvSpPr>
          <p:cNvPr id="67" name="Connector 67">
            <a:extLst xmlns:a="http://schemas.openxmlformats.org/drawingml/2006/main">
              <a:ext uri="{FF2B5EF4-FFF2-40B4-BE49-F238E27FC236}">
                <a16:creationId xmlns:a16="http://schemas.microsoft.com/office/drawing/2014/main" id="{AA5D44C6-500B-4560-B8EF-63715EFAB692}"/>
              </a:ext>
            </a:extLst>
          </p:cNvPr>
          <p:cNvSpPr>
            <a:spLocks xmlns:a="http://schemas.openxmlformats.org/drawingml/2006/main" noGrp="1"/>
          </p:cNvSpPr>
          <p:nvPr/>
        </p:nvSpPr>
        <p:spPr>
          <a:xfrm xmlns:a="http://schemas.openxmlformats.org/drawingml/2006/main">
            <a:off x="2202180" y="2814012"/>
            <a:ext cx="127635" cy="77716"/>
          </a:xfrm>
          <a:prstGeom xmlns:a="http://schemas.openxmlformats.org/drawingml/2006/main" prst="line">
            <a:avLst/>
          </a:prstGeom>
          <a:ln xmlns:a="http://schemas.openxmlformats.org/drawingml/2006/main" w="38100">
            <a:solidFill>
              <a:srgbClr val="2A5B84"/>
            </a:solidFill>
          </a:ln>
        </p:spPr>
      </p:sp>
      <p:sp>
        <p:nvSpPr>
          <p:cNvPr id="68" name="Connector 68">
            <a:extLst xmlns:a="http://schemas.openxmlformats.org/drawingml/2006/main">
              <a:ext uri="{FF2B5EF4-FFF2-40B4-BE49-F238E27FC236}">
                <a16:creationId xmlns:a16="http://schemas.microsoft.com/office/drawing/2014/main" id="{8E31AE88-67E1-4D7E-A504-ED923B457EA6}"/>
              </a:ext>
            </a:extLst>
          </p:cNvPr>
          <p:cNvSpPr>
            <a:spLocks xmlns:a="http://schemas.openxmlformats.org/drawingml/2006/main" noGrp="1"/>
          </p:cNvSpPr>
          <p:nvPr/>
        </p:nvSpPr>
        <p:spPr>
          <a:xfrm xmlns:a="http://schemas.openxmlformats.org/drawingml/2006/main">
            <a:off x="2329815" y="2891728"/>
            <a:ext cx="127635" cy="75558"/>
          </a:xfrm>
          <a:prstGeom xmlns:a="http://schemas.openxmlformats.org/drawingml/2006/main" prst="line">
            <a:avLst/>
          </a:prstGeom>
          <a:ln xmlns:a="http://schemas.openxmlformats.org/drawingml/2006/main" w="38100">
            <a:solidFill>
              <a:srgbClr val="2A5B84"/>
            </a:solidFill>
          </a:ln>
        </p:spPr>
      </p:sp>
      <p:sp>
        <p:nvSpPr>
          <p:cNvPr id="69" name="Connector 69">
            <a:extLst xmlns:a="http://schemas.openxmlformats.org/drawingml/2006/main">
              <a:ext uri="{FF2B5EF4-FFF2-40B4-BE49-F238E27FC236}">
                <a16:creationId xmlns:a16="http://schemas.microsoft.com/office/drawing/2014/main" id="{5E827685-73CA-4F29-9F80-E15B9E8AB479}"/>
              </a:ext>
            </a:extLst>
          </p:cNvPr>
          <p:cNvSpPr>
            <a:spLocks xmlns:a="http://schemas.openxmlformats.org/drawingml/2006/main" noGrp="1"/>
          </p:cNvSpPr>
          <p:nvPr/>
        </p:nvSpPr>
        <p:spPr>
          <a:xfrm xmlns:a="http://schemas.openxmlformats.org/drawingml/2006/main">
            <a:off x="2457450" y="2967286"/>
            <a:ext cx="127635" cy="73429"/>
          </a:xfrm>
          <a:prstGeom xmlns:a="http://schemas.openxmlformats.org/drawingml/2006/main" prst="line">
            <a:avLst/>
          </a:prstGeom>
          <a:ln xmlns:a="http://schemas.openxmlformats.org/drawingml/2006/main" w="38100">
            <a:solidFill>
              <a:srgbClr val="2A5B84"/>
            </a:solidFill>
          </a:ln>
        </p:spPr>
      </p:sp>
      <p:sp>
        <p:nvSpPr>
          <p:cNvPr id="70" name="Connector 70">
            <a:extLst xmlns:a="http://schemas.openxmlformats.org/drawingml/2006/main">
              <a:ext uri="{FF2B5EF4-FFF2-40B4-BE49-F238E27FC236}">
                <a16:creationId xmlns:a16="http://schemas.microsoft.com/office/drawing/2014/main" id="{265FE13F-B22E-4C8D-B6B7-6B1828E246C9}"/>
              </a:ext>
            </a:extLst>
          </p:cNvPr>
          <p:cNvSpPr>
            <a:spLocks xmlns:a="http://schemas.openxmlformats.org/drawingml/2006/main" noGrp="1"/>
          </p:cNvSpPr>
          <p:nvPr/>
        </p:nvSpPr>
        <p:spPr>
          <a:xfrm xmlns:a="http://schemas.openxmlformats.org/drawingml/2006/main">
            <a:off x="2585085" y="3040715"/>
            <a:ext cx="127635" cy="71332"/>
          </a:xfrm>
          <a:prstGeom xmlns:a="http://schemas.openxmlformats.org/drawingml/2006/main" prst="line">
            <a:avLst/>
          </a:prstGeom>
          <a:ln xmlns:a="http://schemas.openxmlformats.org/drawingml/2006/main" w="38100">
            <a:solidFill>
              <a:srgbClr val="2A5B84"/>
            </a:solidFill>
          </a:ln>
        </p:spPr>
      </p:sp>
      <p:sp>
        <p:nvSpPr>
          <p:cNvPr id="71" name="Connector 71">
            <a:extLst xmlns:a="http://schemas.openxmlformats.org/drawingml/2006/main">
              <a:ext uri="{FF2B5EF4-FFF2-40B4-BE49-F238E27FC236}">
                <a16:creationId xmlns:a16="http://schemas.microsoft.com/office/drawing/2014/main" id="{60AB1F69-5E4F-4B8A-948D-F63FDE1C4691}"/>
              </a:ext>
            </a:extLst>
          </p:cNvPr>
          <p:cNvSpPr>
            <a:spLocks xmlns:a="http://schemas.openxmlformats.org/drawingml/2006/main" noGrp="1"/>
          </p:cNvSpPr>
          <p:nvPr/>
        </p:nvSpPr>
        <p:spPr>
          <a:xfrm xmlns:a="http://schemas.openxmlformats.org/drawingml/2006/main">
            <a:off x="2712720" y="3112047"/>
            <a:ext cx="127635" cy="69264"/>
          </a:xfrm>
          <a:prstGeom xmlns:a="http://schemas.openxmlformats.org/drawingml/2006/main" prst="line">
            <a:avLst/>
          </a:prstGeom>
          <a:ln xmlns:a="http://schemas.openxmlformats.org/drawingml/2006/main" w="38100">
            <a:solidFill>
              <a:srgbClr val="2A5B84"/>
            </a:solidFill>
          </a:ln>
        </p:spPr>
      </p:sp>
      <p:sp>
        <p:nvSpPr>
          <p:cNvPr id="72" name="Connector 72">
            <a:extLst xmlns:a="http://schemas.openxmlformats.org/drawingml/2006/main">
              <a:ext uri="{FF2B5EF4-FFF2-40B4-BE49-F238E27FC236}">
                <a16:creationId xmlns:a16="http://schemas.microsoft.com/office/drawing/2014/main" id="{588D968F-756F-4C0F-B729-7650964853ED}"/>
              </a:ext>
            </a:extLst>
          </p:cNvPr>
          <p:cNvSpPr>
            <a:spLocks xmlns:a="http://schemas.openxmlformats.org/drawingml/2006/main" noGrp="1"/>
          </p:cNvSpPr>
          <p:nvPr/>
        </p:nvSpPr>
        <p:spPr>
          <a:xfrm xmlns:a="http://schemas.openxmlformats.org/drawingml/2006/main">
            <a:off x="2840355" y="3181311"/>
            <a:ext cx="127635" cy="67227"/>
          </a:xfrm>
          <a:prstGeom xmlns:a="http://schemas.openxmlformats.org/drawingml/2006/main" prst="line">
            <a:avLst/>
          </a:prstGeom>
          <a:ln xmlns:a="http://schemas.openxmlformats.org/drawingml/2006/main" w="38100">
            <a:solidFill>
              <a:srgbClr val="2A5B84"/>
            </a:solidFill>
          </a:ln>
        </p:spPr>
      </p:sp>
      <p:sp>
        <p:nvSpPr>
          <p:cNvPr id="73" name="Connector 73">
            <a:extLst xmlns:a="http://schemas.openxmlformats.org/drawingml/2006/main">
              <a:ext uri="{FF2B5EF4-FFF2-40B4-BE49-F238E27FC236}">
                <a16:creationId xmlns:a16="http://schemas.microsoft.com/office/drawing/2014/main" id="{A0985268-FFE2-445B-A068-7BFA880EDD53}"/>
              </a:ext>
            </a:extLst>
          </p:cNvPr>
          <p:cNvSpPr>
            <a:spLocks xmlns:a="http://schemas.openxmlformats.org/drawingml/2006/main" noGrp="1"/>
          </p:cNvSpPr>
          <p:nvPr/>
        </p:nvSpPr>
        <p:spPr>
          <a:xfrm xmlns:a="http://schemas.openxmlformats.org/drawingml/2006/main">
            <a:off x="2967990" y="3248538"/>
            <a:ext cx="127635" cy="65220"/>
          </a:xfrm>
          <a:prstGeom xmlns:a="http://schemas.openxmlformats.org/drawingml/2006/main" prst="line">
            <a:avLst/>
          </a:prstGeom>
          <a:ln xmlns:a="http://schemas.openxmlformats.org/drawingml/2006/main" w="38100">
            <a:solidFill>
              <a:srgbClr val="2A5B84"/>
            </a:solidFill>
          </a:ln>
        </p:spPr>
      </p:sp>
      <p:sp>
        <p:nvSpPr>
          <p:cNvPr id="74" name="Connector 74">
            <a:extLst xmlns:a="http://schemas.openxmlformats.org/drawingml/2006/main">
              <a:ext uri="{FF2B5EF4-FFF2-40B4-BE49-F238E27FC236}">
                <a16:creationId xmlns:a16="http://schemas.microsoft.com/office/drawing/2014/main" id="{920EDA44-3728-47FC-8A58-03485B78E275}"/>
              </a:ext>
            </a:extLst>
          </p:cNvPr>
          <p:cNvSpPr>
            <a:spLocks xmlns:a="http://schemas.openxmlformats.org/drawingml/2006/main" noGrp="1"/>
          </p:cNvSpPr>
          <p:nvPr/>
        </p:nvSpPr>
        <p:spPr>
          <a:xfrm xmlns:a="http://schemas.openxmlformats.org/drawingml/2006/main">
            <a:off x="3095625" y="3313758"/>
            <a:ext cx="127635" cy="63244"/>
          </a:xfrm>
          <a:prstGeom xmlns:a="http://schemas.openxmlformats.org/drawingml/2006/main" prst="line">
            <a:avLst/>
          </a:prstGeom>
          <a:ln xmlns:a="http://schemas.openxmlformats.org/drawingml/2006/main" w="38100">
            <a:solidFill>
              <a:srgbClr val="2A5B84"/>
            </a:solidFill>
          </a:ln>
        </p:spPr>
      </p:sp>
      <p:sp>
        <p:nvSpPr>
          <p:cNvPr id="75" name="Connector 75">
            <a:extLst xmlns:a="http://schemas.openxmlformats.org/drawingml/2006/main">
              <a:ext uri="{FF2B5EF4-FFF2-40B4-BE49-F238E27FC236}">
                <a16:creationId xmlns:a16="http://schemas.microsoft.com/office/drawing/2014/main" id="{3163C487-7CD3-4DD3-AA29-B6B39E2ECA39}"/>
              </a:ext>
            </a:extLst>
          </p:cNvPr>
          <p:cNvSpPr>
            <a:spLocks xmlns:a="http://schemas.openxmlformats.org/drawingml/2006/main" noGrp="1"/>
          </p:cNvSpPr>
          <p:nvPr/>
        </p:nvSpPr>
        <p:spPr>
          <a:xfrm xmlns:a="http://schemas.openxmlformats.org/drawingml/2006/main">
            <a:off x="3223260" y="3377003"/>
            <a:ext cx="127635" cy="61298"/>
          </a:xfrm>
          <a:prstGeom xmlns:a="http://schemas.openxmlformats.org/drawingml/2006/main" prst="line">
            <a:avLst/>
          </a:prstGeom>
          <a:ln xmlns:a="http://schemas.openxmlformats.org/drawingml/2006/main" w="38100">
            <a:solidFill>
              <a:srgbClr val="2A5B84"/>
            </a:solidFill>
          </a:ln>
        </p:spPr>
      </p:sp>
      <p:sp>
        <p:nvSpPr>
          <p:cNvPr id="76" name="Connector 76">
            <a:extLst xmlns:a="http://schemas.openxmlformats.org/drawingml/2006/main">
              <a:ext uri="{FF2B5EF4-FFF2-40B4-BE49-F238E27FC236}">
                <a16:creationId xmlns:a16="http://schemas.microsoft.com/office/drawing/2014/main" id="{E37D95B7-626F-47DB-BDC3-BA2C1386317E}"/>
              </a:ext>
            </a:extLst>
          </p:cNvPr>
          <p:cNvSpPr>
            <a:spLocks xmlns:a="http://schemas.openxmlformats.org/drawingml/2006/main" noGrp="1"/>
          </p:cNvSpPr>
          <p:nvPr/>
        </p:nvSpPr>
        <p:spPr>
          <a:xfrm xmlns:a="http://schemas.openxmlformats.org/drawingml/2006/main">
            <a:off x="3350895" y="3438301"/>
            <a:ext cx="127635" cy="59383"/>
          </a:xfrm>
          <a:prstGeom xmlns:a="http://schemas.openxmlformats.org/drawingml/2006/main" prst="line">
            <a:avLst/>
          </a:prstGeom>
          <a:ln xmlns:a="http://schemas.openxmlformats.org/drawingml/2006/main" w="38100">
            <a:solidFill>
              <a:srgbClr val="2A5B84"/>
            </a:solidFill>
          </a:ln>
        </p:spPr>
      </p:sp>
      <p:sp>
        <p:nvSpPr>
          <p:cNvPr id="77" name="Connector 77">
            <a:extLst xmlns:a="http://schemas.openxmlformats.org/drawingml/2006/main">
              <a:ext uri="{FF2B5EF4-FFF2-40B4-BE49-F238E27FC236}">
                <a16:creationId xmlns:a16="http://schemas.microsoft.com/office/drawing/2014/main" id="{F61CECA7-51F5-4EE0-B503-1E3ECA77A759}"/>
              </a:ext>
            </a:extLst>
          </p:cNvPr>
          <p:cNvSpPr>
            <a:spLocks xmlns:a="http://schemas.openxmlformats.org/drawingml/2006/main" noGrp="1"/>
          </p:cNvSpPr>
          <p:nvPr/>
        </p:nvSpPr>
        <p:spPr>
          <a:xfrm xmlns:a="http://schemas.openxmlformats.org/drawingml/2006/main">
            <a:off x="3478530" y="3497684"/>
            <a:ext cx="127635" cy="57498"/>
          </a:xfrm>
          <a:prstGeom xmlns:a="http://schemas.openxmlformats.org/drawingml/2006/main" prst="line">
            <a:avLst/>
          </a:prstGeom>
          <a:ln xmlns:a="http://schemas.openxmlformats.org/drawingml/2006/main" w="38100">
            <a:solidFill>
              <a:srgbClr val="2A5B84"/>
            </a:solidFill>
          </a:ln>
        </p:spPr>
      </p:sp>
      <p:sp>
        <p:nvSpPr>
          <p:cNvPr id="78" name="Connector 78">
            <a:extLst xmlns:a="http://schemas.openxmlformats.org/drawingml/2006/main">
              <a:ext uri="{FF2B5EF4-FFF2-40B4-BE49-F238E27FC236}">
                <a16:creationId xmlns:a16="http://schemas.microsoft.com/office/drawing/2014/main" id="{18E804E6-6D5A-4A1A-9F95-BBF64923C200}"/>
              </a:ext>
            </a:extLst>
          </p:cNvPr>
          <p:cNvSpPr>
            <a:spLocks xmlns:a="http://schemas.openxmlformats.org/drawingml/2006/main" noGrp="1"/>
          </p:cNvSpPr>
          <p:nvPr/>
        </p:nvSpPr>
        <p:spPr>
          <a:xfrm xmlns:a="http://schemas.openxmlformats.org/drawingml/2006/main">
            <a:off x="3606165" y="3555182"/>
            <a:ext cx="127635" cy="55643"/>
          </a:xfrm>
          <a:prstGeom xmlns:a="http://schemas.openxmlformats.org/drawingml/2006/main" prst="line">
            <a:avLst/>
          </a:prstGeom>
          <a:ln xmlns:a="http://schemas.openxmlformats.org/drawingml/2006/main" w="38100">
            <a:solidFill>
              <a:srgbClr val="2A5B84"/>
            </a:solidFill>
          </a:ln>
        </p:spPr>
      </p:sp>
      <p:sp>
        <p:nvSpPr>
          <p:cNvPr id="79" name="Connector 79">
            <a:extLst xmlns:a="http://schemas.openxmlformats.org/drawingml/2006/main">
              <a:ext uri="{FF2B5EF4-FFF2-40B4-BE49-F238E27FC236}">
                <a16:creationId xmlns:a16="http://schemas.microsoft.com/office/drawing/2014/main" id="{9F865DBD-31F7-4777-84EF-A01020EBCD78}"/>
              </a:ext>
            </a:extLst>
          </p:cNvPr>
          <p:cNvSpPr>
            <a:spLocks xmlns:a="http://schemas.openxmlformats.org/drawingml/2006/main" noGrp="1"/>
          </p:cNvSpPr>
          <p:nvPr/>
        </p:nvSpPr>
        <p:spPr>
          <a:xfrm xmlns:a="http://schemas.openxmlformats.org/drawingml/2006/main">
            <a:off x="3733800" y="3610825"/>
            <a:ext cx="127635" cy="53819"/>
          </a:xfrm>
          <a:prstGeom xmlns:a="http://schemas.openxmlformats.org/drawingml/2006/main" prst="line">
            <a:avLst/>
          </a:prstGeom>
          <a:ln xmlns:a="http://schemas.openxmlformats.org/drawingml/2006/main" w="38100">
            <a:solidFill>
              <a:srgbClr val="2A5B84"/>
            </a:solidFill>
          </a:ln>
        </p:spPr>
      </p:sp>
      <p:sp>
        <p:nvSpPr>
          <p:cNvPr id="80" name="Connector 80">
            <a:extLst xmlns:a="http://schemas.openxmlformats.org/drawingml/2006/main">
              <a:ext uri="{FF2B5EF4-FFF2-40B4-BE49-F238E27FC236}">
                <a16:creationId xmlns:a16="http://schemas.microsoft.com/office/drawing/2014/main" id="{B08AE3FC-6C04-4BCD-8B24-ADFA5D66F55C}"/>
              </a:ext>
            </a:extLst>
          </p:cNvPr>
          <p:cNvSpPr>
            <a:spLocks xmlns:a="http://schemas.openxmlformats.org/drawingml/2006/main" noGrp="1"/>
          </p:cNvSpPr>
          <p:nvPr/>
        </p:nvSpPr>
        <p:spPr>
          <a:xfrm xmlns:a="http://schemas.openxmlformats.org/drawingml/2006/main">
            <a:off x="3861435" y="3664645"/>
            <a:ext cx="127635" cy="52025"/>
          </a:xfrm>
          <a:prstGeom xmlns:a="http://schemas.openxmlformats.org/drawingml/2006/main" prst="line">
            <a:avLst/>
          </a:prstGeom>
          <a:ln xmlns:a="http://schemas.openxmlformats.org/drawingml/2006/main" w="38100">
            <a:solidFill>
              <a:srgbClr val="2A5B84"/>
            </a:solidFill>
          </a:ln>
        </p:spPr>
      </p:sp>
      <p:sp>
        <p:nvSpPr>
          <p:cNvPr id="81" name="Connector 81">
            <a:extLst xmlns:a="http://schemas.openxmlformats.org/drawingml/2006/main">
              <a:ext uri="{FF2B5EF4-FFF2-40B4-BE49-F238E27FC236}">
                <a16:creationId xmlns:a16="http://schemas.microsoft.com/office/drawing/2014/main" id="{B67991C1-15C8-49A0-A41C-95FBACB1C1CF}"/>
              </a:ext>
            </a:extLst>
          </p:cNvPr>
          <p:cNvSpPr>
            <a:spLocks xmlns:a="http://schemas.openxmlformats.org/drawingml/2006/main" noGrp="1"/>
          </p:cNvSpPr>
          <p:nvPr/>
        </p:nvSpPr>
        <p:spPr>
          <a:xfrm xmlns:a="http://schemas.openxmlformats.org/drawingml/2006/main">
            <a:off x="3989070" y="3716670"/>
            <a:ext cx="127635" cy="50262"/>
          </a:xfrm>
          <a:prstGeom xmlns:a="http://schemas.openxmlformats.org/drawingml/2006/main" prst="line">
            <a:avLst/>
          </a:prstGeom>
          <a:ln xmlns:a="http://schemas.openxmlformats.org/drawingml/2006/main" w="38100">
            <a:solidFill>
              <a:srgbClr val="2A5B84"/>
            </a:solidFill>
          </a:ln>
        </p:spPr>
      </p:sp>
      <p:sp>
        <p:nvSpPr>
          <p:cNvPr id="82" name="Connector 82">
            <a:extLst xmlns:a="http://schemas.openxmlformats.org/drawingml/2006/main">
              <a:ext uri="{FF2B5EF4-FFF2-40B4-BE49-F238E27FC236}">
                <a16:creationId xmlns:a16="http://schemas.microsoft.com/office/drawing/2014/main" id="{653C0FD3-D90C-4812-8DF9-45427D223261}"/>
              </a:ext>
            </a:extLst>
          </p:cNvPr>
          <p:cNvSpPr>
            <a:spLocks xmlns:a="http://schemas.openxmlformats.org/drawingml/2006/main" noGrp="1"/>
          </p:cNvSpPr>
          <p:nvPr/>
        </p:nvSpPr>
        <p:spPr>
          <a:xfrm xmlns:a="http://schemas.openxmlformats.org/drawingml/2006/main">
            <a:off x="4116705" y="3766932"/>
            <a:ext cx="127635" cy="48529"/>
          </a:xfrm>
          <a:prstGeom xmlns:a="http://schemas.openxmlformats.org/drawingml/2006/main" prst="line">
            <a:avLst/>
          </a:prstGeom>
          <a:ln xmlns:a="http://schemas.openxmlformats.org/drawingml/2006/main" w="38100">
            <a:solidFill>
              <a:srgbClr val="2A5B84"/>
            </a:solidFill>
          </a:ln>
        </p:spPr>
      </p:sp>
      <p:sp>
        <p:nvSpPr>
          <p:cNvPr id="83" name="Connector 83">
            <a:extLst xmlns:a="http://schemas.openxmlformats.org/drawingml/2006/main">
              <a:ext uri="{FF2B5EF4-FFF2-40B4-BE49-F238E27FC236}">
                <a16:creationId xmlns:a16="http://schemas.microsoft.com/office/drawing/2014/main" id="{9DEFC38B-0D55-4D09-BCD8-94C266BB8342}"/>
              </a:ext>
            </a:extLst>
          </p:cNvPr>
          <p:cNvSpPr>
            <a:spLocks xmlns:a="http://schemas.openxmlformats.org/drawingml/2006/main" noGrp="1"/>
          </p:cNvSpPr>
          <p:nvPr/>
        </p:nvSpPr>
        <p:spPr>
          <a:xfrm xmlns:a="http://schemas.openxmlformats.org/drawingml/2006/main">
            <a:off x="4244340" y="3815461"/>
            <a:ext cx="127635" cy="46826"/>
          </a:xfrm>
          <a:prstGeom xmlns:a="http://schemas.openxmlformats.org/drawingml/2006/main" prst="line">
            <a:avLst/>
          </a:prstGeom>
          <a:ln xmlns:a="http://schemas.openxmlformats.org/drawingml/2006/main" w="38100">
            <a:solidFill>
              <a:srgbClr val="2A5B84"/>
            </a:solidFill>
          </a:ln>
        </p:spPr>
      </p:sp>
      <p:sp>
        <p:nvSpPr>
          <p:cNvPr id="84" name="Connector 84">
            <a:extLst xmlns:a="http://schemas.openxmlformats.org/drawingml/2006/main">
              <a:ext uri="{FF2B5EF4-FFF2-40B4-BE49-F238E27FC236}">
                <a16:creationId xmlns:a16="http://schemas.microsoft.com/office/drawing/2014/main" id="{E605939B-59B5-4B61-AF5E-02090F6731B8}"/>
              </a:ext>
            </a:extLst>
          </p:cNvPr>
          <p:cNvSpPr>
            <a:spLocks xmlns:a="http://schemas.openxmlformats.org/drawingml/2006/main" noGrp="1"/>
          </p:cNvSpPr>
          <p:nvPr/>
        </p:nvSpPr>
        <p:spPr>
          <a:xfrm xmlns:a="http://schemas.openxmlformats.org/drawingml/2006/main">
            <a:off x="4371975" y="3862287"/>
            <a:ext cx="127635" cy="45154"/>
          </a:xfrm>
          <a:prstGeom xmlns:a="http://schemas.openxmlformats.org/drawingml/2006/main" prst="line">
            <a:avLst/>
          </a:prstGeom>
          <a:ln xmlns:a="http://schemas.openxmlformats.org/drawingml/2006/main" w="38100">
            <a:solidFill>
              <a:srgbClr val="2A5B84"/>
            </a:solidFill>
          </a:ln>
        </p:spPr>
      </p:sp>
      <p:sp>
        <p:nvSpPr>
          <p:cNvPr id="85" name="Connector 85">
            <a:extLst xmlns:a="http://schemas.openxmlformats.org/drawingml/2006/main">
              <a:ext uri="{FF2B5EF4-FFF2-40B4-BE49-F238E27FC236}">
                <a16:creationId xmlns:a16="http://schemas.microsoft.com/office/drawing/2014/main" id="{74A2BFC9-B096-4069-B5C7-94DA56DB3DC7}"/>
              </a:ext>
            </a:extLst>
          </p:cNvPr>
          <p:cNvSpPr>
            <a:spLocks xmlns:a="http://schemas.openxmlformats.org/drawingml/2006/main" noGrp="1"/>
          </p:cNvSpPr>
          <p:nvPr/>
        </p:nvSpPr>
        <p:spPr>
          <a:xfrm xmlns:a="http://schemas.openxmlformats.org/drawingml/2006/main">
            <a:off x="4499610" y="3907442"/>
            <a:ext cx="127635" cy="43512"/>
          </a:xfrm>
          <a:prstGeom xmlns:a="http://schemas.openxmlformats.org/drawingml/2006/main" prst="line">
            <a:avLst/>
          </a:prstGeom>
          <a:ln xmlns:a="http://schemas.openxmlformats.org/drawingml/2006/main" w="38100">
            <a:solidFill>
              <a:srgbClr val="2A5B84"/>
            </a:solidFill>
          </a:ln>
        </p:spPr>
      </p:sp>
      <p:sp>
        <p:nvSpPr>
          <p:cNvPr id="86" name="Connector 86">
            <a:extLst xmlns:a="http://schemas.openxmlformats.org/drawingml/2006/main">
              <a:ext uri="{FF2B5EF4-FFF2-40B4-BE49-F238E27FC236}">
                <a16:creationId xmlns:a16="http://schemas.microsoft.com/office/drawing/2014/main" id="{680731B6-2B98-4BF0-B6FC-CC8CED4BC3AA}"/>
              </a:ext>
            </a:extLst>
          </p:cNvPr>
          <p:cNvSpPr>
            <a:spLocks xmlns:a="http://schemas.openxmlformats.org/drawingml/2006/main" noGrp="1"/>
          </p:cNvSpPr>
          <p:nvPr/>
        </p:nvSpPr>
        <p:spPr>
          <a:xfrm xmlns:a="http://schemas.openxmlformats.org/drawingml/2006/main">
            <a:off x="4627245" y="3950954"/>
            <a:ext cx="127635" cy="41901"/>
          </a:xfrm>
          <a:prstGeom xmlns:a="http://schemas.openxmlformats.org/drawingml/2006/main" prst="line">
            <a:avLst/>
          </a:prstGeom>
          <a:ln xmlns:a="http://schemas.openxmlformats.org/drawingml/2006/main" w="38100">
            <a:solidFill>
              <a:srgbClr val="2A5B84"/>
            </a:solidFill>
          </a:ln>
        </p:spPr>
      </p:sp>
      <p:sp>
        <p:nvSpPr>
          <p:cNvPr id="87" name="Connector 87">
            <a:extLst xmlns:a="http://schemas.openxmlformats.org/drawingml/2006/main">
              <a:ext uri="{FF2B5EF4-FFF2-40B4-BE49-F238E27FC236}">
                <a16:creationId xmlns:a16="http://schemas.microsoft.com/office/drawing/2014/main" id="{72E628E9-B8DF-478D-BB7B-E18FBCB02454}"/>
              </a:ext>
            </a:extLst>
          </p:cNvPr>
          <p:cNvSpPr>
            <a:spLocks xmlns:a="http://schemas.openxmlformats.org/drawingml/2006/main" noGrp="1"/>
          </p:cNvSpPr>
          <p:nvPr/>
        </p:nvSpPr>
        <p:spPr>
          <a:xfrm xmlns:a="http://schemas.openxmlformats.org/drawingml/2006/main">
            <a:off x="4754880" y="3992855"/>
            <a:ext cx="127635" cy="40320"/>
          </a:xfrm>
          <a:prstGeom xmlns:a="http://schemas.openxmlformats.org/drawingml/2006/main" prst="line">
            <a:avLst/>
          </a:prstGeom>
          <a:ln xmlns:a="http://schemas.openxmlformats.org/drawingml/2006/main" w="38100">
            <a:solidFill>
              <a:srgbClr val="2A5B84"/>
            </a:solidFill>
          </a:ln>
        </p:spPr>
      </p:sp>
      <p:sp>
        <p:nvSpPr>
          <p:cNvPr id="88" name="Connector 88">
            <a:extLst xmlns:a="http://schemas.openxmlformats.org/drawingml/2006/main">
              <a:ext uri="{FF2B5EF4-FFF2-40B4-BE49-F238E27FC236}">
                <a16:creationId xmlns:a16="http://schemas.microsoft.com/office/drawing/2014/main" id="{FBE50DB6-D121-42BA-9CDD-2F653338CB1C}"/>
              </a:ext>
            </a:extLst>
          </p:cNvPr>
          <p:cNvSpPr>
            <a:spLocks xmlns:a="http://schemas.openxmlformats.org/drawingml/2006/main" noGrp="1"/>
          </p:cNvSpPr>
          <p:nvPr/>
        </p:nvSpPr>
        <p:spPr>
          <a:xfrm xmlns:a="http://schemas.openxmlformats.org/drawingml/2006/main">
            <a:off x="4882515" y="4033175"/>
            <a:ext cx="127635" cy="38769"/>
          </a:xfrm>
          <a:prstGeom xmlns:a="http://schemas.openxmlformats.org/drawingml/2006/main" prst="line">
            <a:avLst/>
          </a:prstGeom>
          <a:ln xmlns:a="http://schemas.openxmlformats.org/drawingml/2006/main" w="38100">
            <a:solidFill>
              <a:srgbClr val="2A5B84"/>
            </a:solidFill>
          </a:ln>
        </p:spPr>
      </p:sp>
      <p:sp>
        <p:nvSpPr>
          <p:cNvPr id="89" name="Connector 89">
            <a:extLst xmlns:a="http://schemas.openxmlformats.org/drawingml/2006/main">
              <a:ext uri="{FF2B5EF4-FFF2-40B4-BE49-F238E27FC236}">
                <a16:creationId xmlns:a16="http://schemas.microsoft.com/office/drawing/2014/main" id="{3A35EDC7-52AB-4D12-A666-5D67A626C259}"/>
              </a:ext>
            </a:extLst>
          </p:cNvPr>
          <p:cNvSpPr>
            <a:spLocks xmlns:a="http://schemas.openxmlformats.org/drawingml/2006/main" noGrp="1"/>
          </p:cNvSpPr>
          <p:nvPr/>
        </p:nvSpPr>
        <p:spPr>
          <a:xfrm xmlns:a="http://schemas.openxmlformats.org/drawingml/2006/main">
            <a:off x="5010150" y="4071945"/>
            <a:ext cx="127635" cy="37249"/>
          </a:xfrm>
          <a:prstGeom xmlns:a="http://schemas.openxmlformats.org/drawingml/2006/main" prst="line">
            <a:avLst/>
          </a:prstGeom>
          <a:ln xmlns:a="http://schemas.openxmlformats.org/drawingml/2006/main" w="38100">
            <a:solidFill>
              <a:srgbClr val="2A5B84"/>
            </a:solidFill>
          </a:ln>
        </p:spPr>
      </p:sp>
      <p:sp>
        <p:nvSpPr>
          <p:cNvPr id="90" name="Connector 90">
            <a:extLst xmlns:a="http://schemas.openxmlformats.org/drawingml/2006/main">
              <a:ext uri="{FF2B5EF4-FFF2-40B4-BE49-F238E27FC236}">
                <a16:creationId xmlns:a16="http://schemas.microsoft.com/office/drawing/2014/main" id="{DE4811E6-186D-4B09-AB50-B157798905D8}"/>
              </a:ext>
            </a:extLst>
          </p:cNvPr>
          <p:cNvSpPr>
            <a:spLocks xmlns:a="http://schemas.openxmlformats.org/drawingml/2006/main" noGrp="1"/>
          </p:cNvSpPr>
          <p:nvPr/>
        </p:nvSpPr>
        <p:spPr>
          <a:xfrm xmlns:a="http://schemas.openxmlformats.org/drawingml/2006/main">
            <a:off x="5137785" y="4109194"/>
            <a:ext cx="127635" cy="35760"/>
          </a:xfrm>
          <a:prstGeom xmlns:a="http://schemas.openxmlformats.org/drawingml/2006/main" prst="line">
            <a:avLst/>
          </a:prstGeom>
          <a:ln xmlns:a="http://schemas.openxmlformats.org/drawingml/2006/main" w="38100">
            <a:solidFill>
              <a:srgbClr val="2A5B84"/>
            </a:solidFill>
          </a:ln>
        </p:spPr>
      </p:sp>
      <p:sp>
        <p:nvSpPr>
          <p:cNvPr id="91" name="Connector 91">
            <a:extLst xmlns:a="http://schemas.openxmlformats.org/drawingml/2006/main">
              <a:ext uri="{FF2B5EF4-FFF2-40B4-BE49-F238E27FC236}">
                <a16:creationId xmlns:a16="http://schemas.microsoft.com/office/drawing/2014/main" id="{510DDDA6-3F69-48C9-8878-AF74C82FBF37}"/>
              </a:ext>
            </a:extLst>
          </p:cNvPr>
          <p:cNvSpPr>
            <a:spLocks xmlns:a="http://schemas.openxmlformats.org/drawingml/2006/main" noGrp="1"/>
          </p:cNvSpPr>
          <p:nvPr/>
        </p:nvSpPr>
        <p:spPr>
          <a:xfrm xmlns:a="http://schemas.openxmlformats.org/drawingml/2006/main">
            <a:off x="5265420" y="4144953"/>
            <a:ext cx="127635" cy="34300"/>
          </a:xfrm>
          <a:prstGeom xmlns:a="http://schemas.openxmlformats.org/drawingml/2006/main" prst="line">
            <a:avLst/>
          </a:prstGeom>
          <a:ln xmlns:a="http://schemas.openxmlformats.org/drawingml/2006/main" w="38100">
            <a:solidFill>
              <a:srgbClr val="2A5B84"/>
            </a:solidFill>
          </a:ln>
        </p:spPr>
      </p:sp>
      <p:sp>
        <p:nvSpPr>
          <p:cNvPr id="92" name="Connector 92">
            <a:extLst xmlns:a="http://schemas.openxmlformats.org/drawingml/2006/main">
              <a:ext uri="{FF2B5EF4-FFF2-40B4-BE49-F238E27FC236}">
                <a16:creationId xmlns:a16="http://schemas.microsoft.com/office/drawing/2014/main" id="{D3EF1DEE-3B56-4390-ACF6-269284512BCE}"/>
              </a:ext>
            </a:extLst>
          </p:cNvPr>
          <p:cNvSpPr>
            <a:spLocks xmlns:a="http://schemas.openxmlformats.org/drawingml/2006/main" noGrp="1"/>
          </p:cNvSpPr>
          <p:nvPr/>
        </p:nvSpPr>
        <p:spPr>
          <a:xfrm xmlns:a="http://schemas.openxmlformats.org/drawingml/2006/main">
            <a:off x="5393055" y="4179254"/>
            <a:ext cx="127635" cy="32871"/>
          </a:xfrm>
          <a:prstGeom xmlns:a="http://schemas.openxmlformats.org/drawingml/2006/main" prst="line">
            <a:avLst/>
          </a:prstGeom>
          <a:ln xmlns:a="http://schemas.openxmlformats.org/drawingml/2006/main" w="38100">
            <a:solidFill>
              <a:srgbClr val="2A5B84"/>
            </a:solidFill>
          </a:ln>
        </p:spPr>
      </p:sp>
      <p:sp>
        <p:nvSpPr>
          <p:cNvPr id="93" name="Connector 93">
            <a:extLst xmlns:a="http://schemas.openxmlformats.org/drawingml/2006/main">
              <a:ext uri="{FF2B5EF4-FFF2-40B4-BE49-F238E27FC236}">
                <a16:creationId xmlns:a16="http://schemas.microsoft.com/office/drawing/2014/main" id="{2DD27640-CFDC-44A6-8D28-9DB0975BCB85}"/>
              </a:ext>
            </a:extLst>
          </p:cNvPr>
          <p:cNvSpPr>
            <a:spLocks xmlns:a="http://schemas.openxmlformats.org/drawingml/2006/main" noGrp="1"/>
          </p:cNvSpPr>
          <p:nvPr/>
        </p:nvSpPr>
        <p:spPr>
          <a:xfrm xmlns:a="http://schemas.openxmlformats.org/drawingml/2006/main">
            <a:off x="5520690" y="4212125"/>
            <a:ext cx="127635" cy="31473"/>
          </a:xfrm>
          <a:prstGeom xmlns:a="http://schemas.openxmlformats.org/drawingml/2006/main" prst="line">
            <a:avLst/>
          </a:prstGeom>
          <a:ln xmlns:a="http://schemas.openxmlformats.org/drawingml/2006/main" w="38100">
            <a:solidFill>
              <a:srgbClr val="2A5B84"/>
            </a:solidFill>
          </a:ln>
        </p:spPr>
      </p:sp>
      <p:sp>
        <p:nvSpPr>
          <p:cNvPr id="94" name="Connector 94">
            <a:extLst xmlns:a="http://schemas.openxmlformats.org/drawingml/2006/main">
              <a:ext uri="{FF2B5EF4-FFF2-40B4-BE49-F238E27FC236}">
                <a16:creationId xmlns:a16="http://schemas.microsoft.com/office/drawing/2014/main" id="{4181C9BF-931B-4636-BCD3-792D40910023}"/>
              </a:ext>
            </a:extLst>
          </p:cNvPr>
          <p:cNvSpPr>
            <a:spLocks xmlns:a="http://schemas.openxmlformats.org/drawingml/2006/main" noGrp="1"/>
          </p:cNvSpPr>
          <p:nvPr/>
        </p:nvSpPr>
        <p:spPr>
          <a:xfrm xmlns:a="http://schemas.openxmlformats.org/drawingml/2006/main">
            <a:off x="5648325" y="4243597"/>
            <a:ext cx="127635" cy="30104"/>
          </a:xfrm>
          <a:prstGeom xmlns:a="http://schemas.openxmlformats.org/drawingml/2006/main" prst="line">
            <a:avLst/>
          </a:prstGeom>
          <a:ln xmlns:a="http://schemas.openxmlformats.org/drawingml/2006/main" w="38100">
            <a:solidFill>
              <a:srgbClr val="2A5B84"/>
            </a:solidFill>
          </a:ln>
        </p:spPr>
      </p:sp>
      <p:sp>
        <p:nvSpPr>
          <p:cNvPr id="95" name="Connector 95">
            <a:extLst xmlns:a="http://schemas.openxmlformats.org/drawingml/2006/main">
              <a:ext uri="{FF2B5EF4-FFF2-40B4-BE49-F238E27FC236}">
                <a16:creationId xmlns:a16="http://schemas.microsoft.com/office/drawing/2014/main" id="{24BF35FA-2BAD-4C8A-8B5D-CD074D0B17D4}"/>
              </a:ext>
            </a:extLst>
          </p:cNvPr>
          <p:cNvSpPr>
            <a:spLocks xmlns:a="http://schemas.openxmlformats.org/drawingml/2006/main" noGrp="1"/>
          </p:cNvSpPr>
          <p:nvPr/>
        </p:nvSpPr>
        <p:spPr>
          <a:xfrm xmlns:a="http://schemas.openxmlformats.org/drawingml/2006/main">
            <a:off x="5775960" y="4273702"/>
            <a:ext cx="127635" cy="28767"/>
          </a:xfrm>
          <a:prstGeom xmlns:a="http://schemas.openxmlformats.org/drawingml/2006/main" prst="line">
            <a:avLst/>
          </a:prstGeom>
          <a:ln xmlns:a="http://schemas.openxmlformats.org/drawingml/2006/main" w="38100">
            <a:solidFill>
              <a:srgbClr val="2A5B84"/>
            </a:solidFill>
          </a:ln>
        </p:spPr>
      </p:sp>
      <p:sp>
        <p:nvSpPr>
          <p:cNvPr id="96" name="Connector 96">
            <a:extLst xmlns:a="http://schemas.openxmlformats.org/drawingml/2006/main">
              <a:ext uri="{FF2B5EF4-FFF2-40B4-BE49-F238E27FC236}">
                <a16:creationId xmlns:a16="http://schemas.microsoft.com/office/drawing/2014/main" id="{21446314-A92E-4A40-8D2B-290C0414B02D}"/>
              </a:ext>
            </a:extLst>
          </p:cNvPr>
          <p:cNvSpPr>
            <a:spLocks xmlns:a="http://schemas.openxmlformats.org/drawingml/2006/main" noGrp="1"/>
          </p:cNvSpPr>
          <p:nvPr/>
        </p:nvSpPr>
        <p:spPr>
          <a:xfrm xmlns:a="http://schemas.openxmlformats.org/drawingml/2006/main">
            <a:off x="5903595" y="4302469"/>
            <a:ext cx="127635" cy="27459"/>
          </a:xfrm>
          <a:prstGeom xmlns:a="http://schemas.openxmlformats.org/drawingml/2006/main" prst="line">
            <a:avLst/>
          </a:prstGeom>
          <a:ln xmlns:a="http://schemas.openxmlformats.org/drawingml/2006/main" w="38100">
            <a:solidFill>
              <a:srgbClr val="2A5B84"/>
            </a:solidFill>
          </a:ln>
        </p:spPr>
      </p:sp>
      <p:sp>
        <p:nvSpPr>
          <p:cNvPr id="97" name="Connector 97">
            <a:extLst xmlns:a="http://schemas.openxmlformats.org/drawingml/2006/main">
              <a:ext uri="{FF2B5EF4-FFF2-40B4-BE49-F238E27FC236}">
                <a16:creationId xmlns:a16="http://schemas.microsoft.com/office/drawing/2014/main" id="{3A74B4F5-E563-450C-A9F1-E9561DDC1E99}"/>
              </a:ext>
            </a:extLst>
          </p:cNvPr>
          <p:cNvSpPr>
            <a:spLocks xmlns:a="http://schemas.openxmlformats.org/drawingml/2006/main" noGrp="1"/>
          </p:cNvSpPr>
          <p:nvPr/>
        </p:nvSpPr>
        <p:spPr>
          <a:xfrm xmlns:a="http://schemas.openxmlformats.org/drawingml/2006/main">
            <a:off x="6031230" y="4329928"/>
            <a:ext cx="127635" cy="26182"/>
          </a:xfrm>
          <a:prstGeom xmlns:a="http://schemas.openxmlformats.org/drawingml/2006/main" prst="line">
            <a:avLst/>
          </a:prstGeom>
          <a:ln xmlns:a="http://schemas.openxmlformats.org/drawingml/2006/main" w="38100">
            <a:solidFill>
              <a:srgbClr val="2A5B84"/>
            </a:solidFill>
          </a:ln>
        </p:spPr>
      </p:sp>
      <p:sp>
        <p:nvSpPr>
          <p:cNvPr id="98" name="Connector 98">
            <a:extLst xmlns:a="http://schemas.openxmlformats.org/drawingml/2006/main">
              <a:ext uri="{FF2B5EF4-FFF2-40B4-BE49-F238E27FC236}">
                <a16:creationId xmlns:a16="http://schemas.microsoft.com/office/drawing/2014/main" id="{A9DE19FD-0155-432B-BFC9-825C97F0AAF6}"/>
              </a:ext>
            </a:extLst>
          </p:cNvPr>
          <p:cNvSpPr>
            <a:spLocks xmlns:a="http://schemas.openxmlformats.org/drawingml/2006/main" noGrp="1"/>
          </p:cNvSpPr>
          <p:nvPr/>
        </p:nvSpPr>
        <p:spPr>
          <a:xfrm xmlns:a="http://schemas.openxmlformats.org/drawingml/2006/main">
            <a:off x="6158865" y="4356111"/>
            <a:ext cx="127635" cy="24936"/>
          </a:xfrm>
          <a:prstGeom xmlns:a="http://schemas.openxmlformats.org/drawingml/2006/main" prst="line">
            <a:avLst/>
          </a:prstGeom>
          <a:ln xmlns:a="http://schemas.openxmlformats.org/drawingml/2006/main" w="38100">
            <a:solidFill>
              <a:srgbClr val="2A5B84"/>
            </a:solidFill>
          </a:ln>
        </p:spPr>
      </p:sp>
      <p:sp>
        <p:nvSpPr>
          <p:cNvPr id="99" name="Connector 99">
            <a:extLst xmlns:a="http://schemas.openxmlformats.org/drawingml/2006/main">
              <a:ext uri="{FF2B5EF4-FFF2-40B4-BE49-F238E27FC236}">
                <a16:creationId xmlns:a16="http://schemas.microsoft.com/office/drawing/2014/main" id="{AE66E167-0C26-4582-9A11-1BD9721DFB02}"/>
              </a:ext>
            </a:extLst>
          </p:cNvPr>
          <p:cNvSpPr>
            <a:spLocks xmlns:a="http://schemas.openxmlformats.org/drawingml/2006/main" noGrp="1"/>
          </p:cNvSpPr>
          <p:nvPr/>
        </p:nvSpPr>
        <p:spPr>
          <a:xfrm xmlns:a="http://schemas.openxmlformats.org/drawingml/2006/main">
            <a:off x="6286500" y="4381046"/>
            <a:ext cx="127635" cy="23720"/>
          </a:xfrm>
          <a:prstGeom xmlns:a="http://schemas.openxmlformats.org/drawingml/2006/main" prst="line">
            <a:avLst/>
          </a:prstGeom>
          <a:ln xmlns:a="http://schemas.openxmlformats.org/drawingml/2006/main" w="38100">
            <a:solidFill>
              <a:srgbClr val="2A5B84"/>
            </a:solidFill>
          </a:ln>
        </p:spPr>
      </p:sp>
      <p:sp>
        <p:nvSpPr>
          <p:cNvPr id="100" name="Connector 100">
            <a:extLst xmlns:a="http://schemas.openxmlformats.org/drawingml/2006/main">
              <a:ext uri="{FF2B5EF4-FFF2-40B4-BE49-F238E27FC236}">
                <a16:creationId xmlns:a16="http://schemas.microsoft.com/office/drawing/2014/main" id="{A16D7C18-458C-474C-8CBD-BD301812DE97}"/>
              </a:ext>
            </a:extLst>
          </p:cNvPr>
          <p:cNvSpPr>
            <a:spLocks xmlns:a="http://schemas.openxmlformats.org/drawingml/2006/main" noGrp="1"/>
          </p:cNvSpPr>
          <p:nvPr/>
        </p:nvSpPr>
        <p:spPr>
          <a:xfrm xmlns:a="http://schemas.openxmlformats.org/drawingml/2006/main">
            <a:off x="6414135" y="4404766"/>
            <a:ext cx="127635" cy="22534"/>
          </a:xfrm>
          <a:prstGeom xmlns:a="http://schemas.openxmlformats.org/drawingml/2006/main" prst="line">
            <a:avLst/>
          </a:prstGeom>
          <a:ln xmlns:a="http://schemas.openxmlformats.org/drawingml/2006/main" w="38100">
            <a:solidFill>
              <a:srgbClr val="2A5B84"/>
            </a:solidFill>
          </a:ln>
        </p:spPr>
      </p:sp>
      <p:sp>
        <p:nvSpPr>
          <p:cNvPr id="101" name="Connector 101">
            <a:extLst xmlns:a="http://schemas.openxmlformats.org/drawingml/2006/main">
              <a:ext uri="{FF2B5EF4-FFF2-40B4-BE49-F238E27FC236}">
                <a16:creationId xmlns:a16="http://schemas.microsoft.com/office/drawing/2014/main" id="{A51209A1-FC95-4865-A8AB-5FED04BD18E3}"/>
              </a:ext>
            </a:extLst>
          </p:cNvPr>
          <p:cNvSpPr>
            <a:spLocks xmlns:a="http://schemas.openxmlformats.org/drawingml/2006/main" noGrp="1"/>
          </p:cNvSpPr>
          <p:nvPr/>
        </p:nvSpPr>
        <p:spPr>
          <a:xfrm xmlns:a="http://schemas.openxmlformats.org/drawingml/2006/main">
            <a:off x="6541770" y="4427300"/>
            <a:ext cx="127635" cy="21379"/>
          </a:xfrm>
          <a:prstGeom xmlns:a="http://schemas.openxmlformats.org/drawingml/2006/main" prst="line">
            <a:avLst/>
          </a:prstGeom>
          <a:ln xmlns:a="http://schemas.openxmlformats.org/drawingml/2006/main" w="38100">
            <a:solidFill>
              <a:srgbClr val="2A5B84"/>
            </a:solidFill>
          </a:ln>
        </p:spPr>
      </p:sp>
      <p:sp>
        <p:nvSpPr>
          <p:cNvPr id="102" name="Connector 102">
            <a:extLst xmlns:a="http://schemas.openxmlformats.org/drawingml/2006/main">
              <a:ext uri="{FF2B5EF4-FFF2-40B4-BE49-F238E27FC236}">
                <a16:creationId xmlns:a16="http://schemas.microsoft.com/office/drawing/2014/main" id="{1CF9081F-432C-4B84-8054-14B07DD682D9}"/>
              </a:ext>
            </a:extLst>
          </p:cNvPr>
          <p:cNvSpPr>
            <a:spLocks xmlns:a="http://schemas.openxmlformats.org/drawingml/2006/main" noGrp="1"/>
          </p:cNvSpPr>
          <p:nvPr/>
        </p:nvSpPr>
        <p:spPr>
          <a:xfrm xmlns:a="http://schemas.openxmlformats.org/drawingml/2006/main">
            <a:off x="6669405" y="4448679"/>
            <a:ext cx="127635" cy="20254"/>
          </a:xfrm>
          <a:prstGeom xmlns:a="http://schemas.openxmlformats.org/drawingml/2006/main" prst="line">
            <a:avLst/>
          </a:prstGeom>
          <a:ln xmlns:a="http://schemas.openxmlformats.org/drawingml/2006/main" w="38100">
            <a:solidFill>
              <a:srgbClr val="2A5B84"/>
            </a:solidFill>
          </a:ln>
        </p:spPr>
      </p:sp>
      <p:sp>
        <p:nvSpPr>
          <p:cNvPr id="103" name="Connector 103">
            <a:extLst xmlns:a="http://schemas.openxmlformats.org/drawingml/2006/main">
              <a:ext uri="{FF2B5EF4-FFF2-40B4-BE49-F238E27FC236}">
                <a16:creationId xmlns:a16="http://schemas.microsoft.com/office/drawing/2014/main" id="{78F06ED9-C61D-4936-BE69-13FC0069C25F}"/>
              </a:ext>
            </a:extLst>
          </p:cNvPr>
          <p:cNvSpPr>
            <a:spLocks xmlns:a="http://schemas.openxmlformats.org/drawingml/2006/main" noGrp="1"/>
          </p:cNvSpPr>
          <p:nvPr/>
        </p:nvSpPr>
        <p:spPr>
          <a:xfrm xmlns:a="http://schemas.openxmlformats.org/drawingml/2006/main">
            <a:off x="6797040" y="4468933"/>
            <a:ext cx="127635" cy="19159"/>
          </a:xfrm>
          <a:prstGeom xmlns:a="http://schemas.openxmlformats.org/drawingml/2006/main" prst="line">
            <a:avLst/>
          </a:prstGeom>
          <a:ln xmlns:a="http://schemas.openxmlformats.org/drawingml/2006/main" w="38100">
            <a:solidFill>
              <a:srgbClr val="2A5B84"/>
            </a:solidFill>
          </a:ln>
        </p:spPr>
      </p:sp>
      <p:sp>
        <p:nvSpPr>
          <p:cNvPr id="104" name="Connector 104">
            <a:extLst xmlns:a="http://schemas.openxmlformats.org/drawingml/2006/main">
              <a:ext uri="{FF2B5EF4-FFF2-40B4-BE49-F238E27FC236}">
                <a16:creationId xmlns:a16="http://schemas.microsoft.com/office/drawing/2014/main" id="{B025929D-DDD8-410F-A2A2-AC995E54B970}"/>
              </a:ext>
            </a:extLst>
          </p:cNvPr>
          <p:cNvSpPr>
            <a:spLocks xmlns:a="http://schemas.openxmlformats.org/drawingml/2006/main" noGrp="1"/>
          </p:cNvSpPr>
          <p:nvPr/>
        </p:nvSpPr>
        <p:spPr>
          <a:xfrm xmlns:a="http://schemas.openxmlformats.org/drawingml/2006/main">
            <a:off x="6924675" y="4488092"/>
            <a:ext cx="127635" cy="18095"/>
          </a:xfrm>
          <a:prstGeom xmlns:a="http://schemas.openxmlformats.org/drawingml/2006/main" prst="line">
            <a:avLst/>
          </a:prstGeom>
          <a:ln xmlns:a="http://schemas.openxmlformats.org/drawingml/2006/main" w="38100">
            <a:solidFill>
              <a:srgbClr val="2A5B84"/>
            </a:solidFill>
          </a:ln>
        </p:spPr>
      </p:sp>
      <p:sp>
        <p:nvSpPr>
          <p:cNvPr id="105" name="Connector 105">
            <a:extLst xmlns:a="http://schemas.openxmlformats.org/drawingml/2006/main">
              <a:ext uri="{FF2B5EF4-FFF2-40B4-BE49-F238E27FC236}">
                <a16:creationId xmlns:a16="http://schemas.microsoft.com/office/drawing/2014/main" id="{70171D1A-790D-4192-9E20-1D1333A6CA46}"/>
              </a:ext>
            </a:extLst>
          </p:cNvPr>
          <p:cNvSpPr>
            <a:spLocks xmlns:a="http://schemas.openxmlformats.org/drawingml/2006/main" noGrp="1"/>
          </p:cNvSpPr>
          <p:nvPr/>
        </p:nvSpPr>
        <p:spPr>
          <a:xfrm xmlns:a="http://schemas.openxmlformats.org/drawingml/2006/main">
            <a:off x="7052310" y="4506187"/>
            <a:ext cx="127635" cy="17061"/>
          </a:xfrm>
          <a:prstGeom xmlns:a="http://schemas.openxmlformats.org/drawingml/2006/main" prst="line">
            <a:avLst/>
          </a:prstGeom>
          <a:ln xmlns:a="http://schemas.openxmlformats.org/drawingml/2006/main" w="38100">
            <a:solidFill>
              <a:srgbClr val="2A5B84"/>
            </a:solidFill>
          </a:ln>
        </p:spPr>
      </p:sp>
      <p:sp>
        <p:nvSpPr>
          <p:cNvPr id="106" name="Connector 106">
            <a:extLst xmlns:a="http://schemas.openxmlformats.org/drawingml/2006/main">
              <a:ext uri="{FF2B5EF4-FFF2-40B4-BE49-F238E27FC236}">
                <a16:creationId xmlns:a16="http://schemas.microsoft.com/office/drawing/2014/main" id="{AAC40E25-6BAC-4C76-8A45-AE6CC975E6E5}"/>
              </a:ext>
            </a:extLst>
          </p:cNvPr>
          <p:cNvSpPr>
            <a:spLocks xmlns:a="http://schemas.openxmlformats.org/drawingml/2006/main" noGrp="1"/>
          </p:cNvSpPr>
          <p:nvPr/>
        </p:nvSpPr>
        <p:spPr>
          <a:xfrm xmlns:a="http://schemas.openxmlformats.org/drawingml/2006/main">
            <a:off x="7179945" y="4523248"/>
            <a:ext cx="127635" cy="16058"/>
          </a:xfrm>
          <a:prstGeom xmlns:a="http://schemas.openxmlformats.org/drawingml/2006/main" prst="line">
            <a:avLst/>
          </a:prstGeom>
          <a:ln xmlns:a="http://schemas.openxmlformats.org/drawingml/2006/main" w="38100">
            <a:solidFill>
              <a:srgbClr val="2A5B84"/>
            </a:solidFill>
          </a:ln>
        </p:spPr>
      </p:sp>
      <p:sp>
        <p:nvSpPr>
          <p:cNvPr id="107" name="Connector 107">
            <a:extLst xmlns:a="http://schemas.openxmlformats.org/drawingml/2006/main">
              <a:ext uri="{FF2B5EF4-FFF2-40B4-BE49-F238E27FC236}">
                <a16:creationId xmlns:a16="http://schemas.microsoft.com/office/drawing/2014/main" id="{8B25CFA4-0639-4B1A-AF66-344A1F3ED240}"/>
              </a:ext>
            </a:extLst>
          </p:cNvPr>
          <p:cNvSpPr>
            <a:spLocks xmlns:a="http://schemas.openxmlformats.org/drawingml/2006/main" noGrp="1"/>
          </p:cNvSpPr>
          <p:nvPr/>
        </p:nvSpPr>
        <p:spPr>
          <a:xfrm xmlns:a="http://schemas.openxmlformats.org/drawingml/2006/main">
            <a:off x="7307580" y="4539307"/>
            <a:ext cx="127635" cy="15085"/>
          </a:xfrm>
          <a:prstGeom xmlns:a="http://schemas.openxmlformats.org/drawingml/2006/main" prst="line">
            <a:avLst/>
          </a:prstGeom>
          <a:ln xmlns:a="http://schemas.openxmlformats.org/drawingml/2006/main" w="38100">
            <a:solidFill>
              <a:srgbClr val="2A5B84"/>
            </a:solidFill>
          </a:ln>
        </p:spPr>
      </p:sp>
      <p:sp>
        <p:nvSpPr>
          <p:cNvPr id="108" name="Connector 108">
            <a:extLst xmlns:a="http://schemas.openxmlformats.org/drawingml/2006/main">
              <a:ext uri="{FF2B5EF4-FFF2-40B4-BE49-F238E27FC236}">
                <a16:creationId xmlns:a16="http://schemas.microsoft.com/office/drawing/2014/main" id="{3183B599-2539-4586-A725-F603A6EEC83D}"/>
              </a:ext>
            </a:extLst>
          </p:cNvPr>
          <p:cNvSpPr>
            <a:spLocks xmlns:a="http://schemas.openxmlformats.org/drawingml/2006/main" noGrp="1"/>
          </p:cNvSpPr>
          <p:nvPr/>
        </p:nvSpPr>
        <p:spPr>
          <a:xfrm xmlns:a="http://schemas.openxmlformats.org/drawingml/2006/main">
            <a:off x="7435215" y="4554392"/>
            <a:ext cx="127635" cy="14143"/>
          </a:xfrm>
          <a:prstGeom xmlns:a="http://schemas.openxmlformats.org/drawingml/2006/main" prst="line">
            <a:avLst/>
          </a:prstGeom>
          <a:ln xmlns:a="http://schemas.openxmlformats.org/drawingml/2006/main" w="38100">
            <a:solidFill>
              <a:srgbClr val="2A5B84"/>
            </a:solidFill>
          </a:ln>
        </p:spPr>
      </p:sp>
      <p:sp>
        <p:nvSpPr>
          <p:cNvPr id="109" name="Connector 109">
            <a:extLst xmlns:a="http://schemas.openxmlformats.org/drawingml/2006/main">
              <a:ext uri="{FF2B5EF4-FFF2-40B4-BE49-F238E27FC236}">
                <a16:creationId xmlns:a16="http://schemas.microsoft.com/office/drawing/2014/main" id="{4E0357CD-F99F-472E-A889-230536707F7C}"/>
              </a:ext>
            </a:extLst>
          </p:cNvPr>
          <p:cNvSpPr>
            <a:spLocks xmlns:a="http://schemas.openxmlformats.org/drawingml/2006/main" noGrp="1"/>
          </p:cNvSpPr>
          <p:nvPr/>
        </p:nvSpPr>
        <p:spPr>
          <a:xfrm xmlns:a="http://schemas.openxmlformats.org/drawingml/2006/main">
            <a:off x="7562850" y="4568534"/>
            <a:ext cx="127635" cy="13231"/>
          </a:xfrm>
          <a:prstGeom xmlns:a="http://schemas.openxmlformats.org/drawingml/2006/main" prst="line">
            <a:avLst/>
          </a:prstGeom>
          <a:ln xmlns:a="http://schemas.openxmlformats.org/drawingml/2006/main" w="38100">
            <a:solidFill>
              <a:srgbClr val="2A5B84"/>
            </a:solidFill>
          </a:ln>
        </p:spPr>
      </p:sp>
      <p:sp>
        <p:nvSpPr>
          <p:cNvPr id="110" name="Connector 110">
            <a:extLst xmlns:a="http://schemas.openxmlformats.org/drawingml/2006/main">
              <a:ext uri="{FF2B5EF4-FFF2-40B4-BE49-F238E27FC236}">
                <a16:creationId xmlns:a16="http://schemas.microsoft.com/office/drawing/2014/main" id="{5BB871DD-BF41-4530-88DE-9E77C15FA31E}"/>
              </a:ext>
            </a:extLst>
          </p:cNvPr>
          <p:cNvSpPr>
            <a:spLocks xmlns:a="http://schemas.openxmlformats.org/drawingml/2006/main" noGrp="1"/>
          </p:cNvSpPr>
          <p:nvPr/>
        </p:nvSpPr>
        <p:spPr>
          <a:xfrm xmlns:a="http://schemas.openxmlformats.org/drawingml/2006/main">
            <a:off x="7690485" y="4581765"/>
            <a:ext cx="127635" cy="12349"/>
          </a:xfrm>
          <a:prstGeom xmlns:a="http://schemas.openxmlformats.org/drawingml/2006/main" prst="line">
            <a:avLst/>
          </a:prstGeom>
          <a:ln xmlns:a="http://schemas.openxmlformats.org/drawingml/2006/main" w="38100">
            <a:solidFill>
              <a:srgbClr val="2A5B84"/>
            </a:solidFill>
          </a:ln>
        </p:spPr>
      </p:sp>
      <p:sp>
        <p:nvSpPr>
          <p:cNvPr id="111" name="Connector 111">
            <a:extLst xmlns:a="http://schemas.openxmlformats.org/drawingml/2006/main">
              <a:ext uri="{FF2B5EF4-FFF2-40B4-BE49-F238E27FC236}">
                <a16:creationId xmlns:a16="http://schemas.microsoft.com/office/drawing/2014/main" id="{4EBE8BB4-F141-4C94-94F8-B67208DE2C02}"/>
              </a:ext>
            </a:extLst>
          </p:cNvPr>
          <p:cNvSpPr>
            <a:spLocks xmlns:a="http://schemas.openxmlformats.org/drawingml/2006/main" noGrp="1"/>
          </p:cNvSpPr>
          <p:nvPr/>
        </p:nvSpPr>
        <p:spPr>
          <a:xfrm xmlns:a="http://schemas.openxmlformats.org/drawingml/2006/main">
            <a:off x="7818120" y="4594114"/>
            <a:ext cx="127635" cy="11498"/>
          </a:xfrm>
          <a:prstGeom xmlns:a="http://schemas.openxmlformats.org/drawingml/2006/main" prst="line">
            <a:avLst/>
          </a:prstGeom>
          <a:ln xmlns:a="http://schemas.openxmlformats.org/drawingml/2006/main" w="38100">
            <a:solidFill>
              <a:srgbClr val="2A5B84"/>
            </a:solidFill>
          </a:ln>
        </p:spPr>
      </p:sp>
      <p:sp>
        <p:nvSpPr>
          <p:cNvPr id="112" name="Connector 112">
            <a:extLst xmlns:a="http://schemas.openxmlformats.org/drawingml/2006/main">
              <a:ext uri="{FF2B5EF4-FFF2-40B4-BE49-F238E27FC236}">
                <a16:creationId xmlns:a16="http://schemas.microsoft.com/office/drawing/2014/main" id="{2FBE51BC-FA2B-4A2D-A4A0-1C46FA37DF28}"/>
              </a:ext>
            </a:extLst>
          </p:cNvPr>
          <p:cNvSpPr>
            <a:spLocks xmlns:a="http://schemas.openxmlformats.org/drawingml/2006/main" noGrp="1"/>
          </p:cNvSpPr>
          <p:nvPr/>
        </p:nvSpPr>
        <p:spPr>
          <a:xfrm xmlns:a="http://schemas.openxmlformats.org/drawingml/2006/main">
            <a:off x="7945755" y="4605611"/>
            <a:ext cx="127635" cy="10677"/>
          </a:xfrm>
          <a:prstGeom xmlns:a="http://schemas.openxmlformats.org/drawingml/2006/main" prst="line">
            <a:avLst/>
          </a:prstGeom>
          <a:ln xmlns:a="http://schemas.openxmlformats.org/drawingml/2006/main" w="38100">
            <a:solidFill>
              <a:srgbClr val="2A5B84"/>
            </a:solidFill>
          </a:ln>
        </p:spPr>
      </p:sp>
      <p:sp>
        <p:nvSpPr>
          <p:cNvPr id="113" name="Connector 113">
            <a:extLst xmlns:a="http://schemas.openxmlformats.org/drawingml/2006/main">
              <a:ext uri="{FF2B5EF4-FFF2-40B4-BE49-F238E27FC236}">
                <a16:creationId xmlns:a16="http://schemas.microsoft.com/office/drawing/2014/main" id="{C94428E8-8002-41AC-9CDC-794A8F99604F}"/>
              </a:ext>
            </a:extLst>
          </p:cNvPr>
          <p:cNvSpPr>
            <a:spLocks xmlns:a="http://schemas.openxmlformats.org/drawingml/2006/main" noGrp="1"/>
          </p:cNvSpPr>
          <p:nvPr/>
        </p:nvSpPr>
        <p:spPr>
          <a:xfrm xmlns:a="http://schemas.openxmlformats.org/drawingml/2006/main">
            <a:off x="8073390" y="4616288"/>
            <a:ext cx="127635" cy="9886"/>
          </a:xfrm>
          <a:prstGeom xmlns:a="http://schemas.openxmlformats.org/drawingml/2006/main" prst="line">
            <a:avLst/>
          </a:prstGeom>
          <a:ln xmlns:a="http://schemas.openxmlformats.org/drawingml/2006/main" w="38100">
            <a:solidFill>
              <a:srgbClr val="2A5B84"/>
            </a:solidFill>
          </a:ln>
        </p:spPr>
      </p:sp>
      <p:sp>
        <p:nvSpPr>
          <p:cNvPr id="114" name="Connector 114">
            <a:extLst xmlns:a="http://schemas.openxmlformats.org/drawingml/2006/main">
              <a:ext uri="{FF2B5EF4-FFF2-40B4-BE49-F238E27FC236}">
                <a16:creationId xmlns:a16="http://schemas.microsoft.com/office/drawing/2014/main" id="{4704643F-6F6B-46F5-9884-189EB1743F61}"/>
              </a:ext>
            </a:extLst>
          </p:cNvPr>
          <p:cNvSpPr>
            <a:spLocks xmlns:a="http://schemas.openxmlformats.org/drawingml/2006/main" noGrp="1"/>
          </p:cNvSpPr>
          <p:nvPr/>
        </p:nvSpPr>
        <p:spPr>
          <a:xfrm xmlns:a="http://schemas.openxmlformats.org/drawingml/2006/main">
            <a:off x="8201025" y="4626174"/>
            <a:ext cx="127635" cy="9126"/>
          </a:xfrm>
          <a:prstGeom xmlns:a="http://schemas.openxmlformats.org/drawingml/2006/main" prst="line">
            <a:avLst/>
          </a:prstGeom>
          <a:ln xmlns:a="http://schemas.openxmlformats.org/drawingml/2006/main" w="38100">
            <a:solidFill>
              <a:srgbClr val="2A5B84"/>
            </a:solidFill>
          </a:ln>
        </p:spPr>
      </p:sp>
      <p:sp>
        <p:nvSpPr>
          <p:cNvPr id="115" name="Connector 115">
            <a:extLst xmlns:a="http://schemas.openxmlformats.org/drawingml/2006/main">
              <a:ext uri="{FF2B5EF4-FFF2-40B4-BE49-F238E27FC236}">
                <a16:creationId xmlns:a16="http://schemas.microsoft.com/office/drawing/2014/main" id="{CDB95536-59B1-4151-891C-BF67D7104FE5}"/>
              </a:ext>
            </a:extLst>
          </p:cNvPr>
          <p:cNvSpPr>
            <a:spLocks xmlns:a="http://schemas.openxmlformats.org/drawingml/2006/main" noGrp="1"/>
          </p:cNvSpPr>
          <p:nvPr/>
        </p:nvSpPr>
        <p:spPr>
          <a:xfrm xmlns:a="http://schemas.openxmlformats.org/drawingml/2006/main">
            <a:off x="8328660" y="4635300"/>
            <a:ext cx="127635" cy="8396"/>
          </a:xfrm>
          <a:prstGeom xmlns:a="http://schemas.openxmlformats.org/drawingml/2006/main" prst="line">
            <a:avLst/>
          </a:prstGeom>
          <a:ln xmlns:a="http://schemas.openxmlformats.org/drawingml/2006/main" w="38100">
            <a:solidFill>
              <a:srgbClr val="2A5B84"/>
            </a:solidFill>
          </a:ln>
        </p:spPr>
      </p:sp>
      <p:sp>
        <p:nvSpPr>
          <p:cNvPr id="116" name="Connector 116">
            <a:extLst xmlns:a="http://schemas.openxmlformats.org/drawingml/2006/main">
              <a:ext uri="{FF2B5EF4-FFF2-40B4-BE49-F238E27FC236}">
                <a16:creationId xmlns:a16="http://schemas.microsoft.com/office/drawing/2014/main" id="{A763B9EA-4468-43A8-8A07-D16D5F9D038F}"/>
              </a:ext>
            </a:extLst>
          </p:cNvPr>
          <p:cNvSpPr>
            <a:spLocks xmlns:a="http://schemas.openxmlformats.org/drawingml/2006/main" noGrp="1"/>
          </p:cNvSpPr>
          <p:nvPr/>
        </p:nvSpPr>
        <p:spPr>
          <a:xfrm xmlns:a="http://schemas.openxmlformats.org/drawingml/2006/main">
            <a:off x="8456295" y="4643697"/>
            <a:ext cx="127635" cy="7697"/>
          </a:xfrm>
          <a:prstGeom xmlns:a="http://schemas.openxmlformats.org/drawingml/2006/main" prst="line">
            <a:avLst/>
          </a:prstGeom>
          <a:ln xmlns:a="http://schemas.openxmlformats.org/drawingml/2006/main" w="38100">
            <a:solidFill>
              <a:srgbClr val="2A5B84"/>
            </a:solidFill>
          </a:ln>
        </p:spPr>
      </p:sp>
      <p:sp>
        <p:nvSpPr>
          <p:cNvPr id="117" name="Connector 117">
            <a:extLst xmlns:a="http://schemas.openxmlformats.org/drawingml/2006/main">
              <a:ext uri="{FF2B5EF4-FFF2-40B4-BE49-F238E27FC236}">
                <a16:creationId xmlns:a16="http://schemas.microsoft.com/office/drawing/2014/main" id="{13E0E261-BF8B-4F0B-82E6-716D79845291}"/>
              </a:ext>
            </a:extLst>
          </p:cNvPr>
          <p:cNvSpPr>
            <a:spLocks xmlns:a="http://schemas.openxmlformats.org/drawingml/2006/main" noGrp="1"/>
          </p:cNvSpPr>
          <p:nvPr/>
        </p:nvSpPr>
        <p:spPr>
          <a:xfrm xmlns:a="http://schemas.openxmlformats.org/drawingml/2006/main">
            <a:off x="8583930" y="4651394"/>
            <a:ext cx="127635" cy="7028"/>
          </a:xfrm>
          <a:prstGeom xmlns:a="http://schemas.openxmlformats.org/drawingml/2006/main" prst="line">
            <a:avLst/>
          </a:prstGeom>
          <a:ln xmlns:a="http://schemas.openxmlformats.org/drawingml/2006/main" w="38100">
            <a:solidFill>
              <a:srgbClr val="2A5B84"/>
            </a:solidFill>
          </a:ln>
        </p:spPr>
      </p:sp>
      <p:sp>
        <p:nvSpPr>
          <p:cNvPr id="118" name="Connector 118">
            <a:extLst xmlns:a="http://schemas.openxmlformats.org/drawingml/2006/main">
              <a:ext uri="{FF2B5EF4-FFF2-40B4-BE49-F238E27FC236}">
                <a16:creationId xmlns:a16="http://schemas.microsoft.com/office/drawing/2014/main" id="{FC51638D-A15F-4068-B79F-B500ECD1D1C3}"/>
              </a:ext>
            </a:extLst>
          </p:cNvPr>
          <p:cNvSpPr>
            <a:spLocks xmlns:a="http://schemas.openxmlformats.org/drawingml/2006/main" noGrp="1"/>
          </p:cNvSpPr>
          <p:nvPr/>
        </p:nvSpPr>
        <p:spPr>
          <a:xfrm xmlns:a="http://schemas.openxmlformats.org/drawingml/2006/main">
            <a:off x="8711565" y="4658422"/>
            <a:ext cx="127635" cy="6390"/>
          </a:xfrm>
          <a:prstGeom xmlns:a="http://schemas.openxmlformats.org/drawingml/2006/main" prst="line">
            <a:avLst/>
          </a:prstGeom>
          <a:ln xmlns:a="http://schemas.openxmlformats.org/drawingml/2006/main" w="38100">
            <a:solidFill>
              <a:srgbClr val="2A5B84"/>
            </a:solidFill>
          </a:ln>
        </p:spPr>
      </p:sp>
      <p:sp>
        <p:nvSpPr>
          <p:cNvPr id="119" name="Connector 119">
            <a:extLst xmlns:a="http://schemas.openxmlformats.org/drawingml/2006/main">
              <a:ext uri="{FF2B5EF4-FFF2-40B4-BE49-F238E27FC236}">
                <a16:creationId xmlns:a16="http://schemas.microsoft.com/office/drawing/2014/main" id="{C64EE171-3AFB-4CE6-96E3-E3707C804DD5}"/>
              </a:ext>
            </a:extLst>
          </p:cNvPr>
          <p:cNvSpPr>
            <a:spLocks xmlns:a="http://schemas.openxmlformats.org/drawingml/2006/main" noGrp="1"/>
          </p:cNvSpPr>
          <p:nvPr/>
        </p:nvSpPr>
        <p:spPr>
          <a:xfrm xmlns:a="http://schemas.openxmlformats.org/drawingml/2006/main">
            <a:off x="8839200" y="4664812"/>
            <a:ext cx="127635" cy="5782"/>
          </a:xfrm>
          <a:prstGeom xmlns:a="http://schemas.openxmlformats.org/drawingml/2006/main" prst="line">
            <a:avLst/>
          </a:prstGeom>
          <a:ln xmlns:a="http://schemas.openxmlformats.org/drawingml/2006/main" w="38100">
            <a:solidFill>
              <a:srgbClr val="2A5B84"/>
            </a:solidFill>
          </a:ln>
        </p:spPr>
      </p:sp>
      <p:sp>
        <p:nvSpPr>
          <p:cNvPr id="120" name="Connector 120">
            <a:extLst xmlns:a="http://schemas.openxmlformats.org/drawingml/2006/main">
              <a:ext uri="{FF2B5EF4-FFF2-40B4-BE49-F238E27FC236}">
                <a16:creationId xmlns:a16="http://schemas.microsoft.com/office/drawing/2014/main" id="{58D4CE95-F62F-4423-B017-29233DA3724C}"/>
              </a:ext>
            </a:extLst>
          </p:cNvPr>
          <p:cNvSpPr>
            <a:spLocks xmlns:a="http://schemas.openxmlformats.org/drawingml/2006/main" noGrp="1"/>
          </p:cNvSpPr>
          <p:nvPr/>
        </p:nvSpPr>
        <p:spPr>
          <a:xfrm xmlns:a="http://schemas.openxmlformats.org/drawingml/2006/main">
            <a:off x="8966835" y="4670594"/>
            <a:ext cx="127635" cy="5204"/>
          </a:xfrm>
          <a:prstGeom xmlns:a="http://schemas.openxmlformats.org/drawingml/2006/main" prst="line">
            <a:avLst/>
          </a:prstGeom>
          <a:ln xmlns:a="http://schemas.openxmlformats.org/drawingml/2006/main" w="38100">
            <a:solidFill>
              <a:srgbClr val="2A5B84"/>
            </a:solidFill>
          </a:ln>
        </p:spPr>
      </p:sp>
      <p:sp>
        <p:nvSpPr>
          <p:cNvPr id="121" name="Connector 121">
            <a:extLst xmlns:a="http://schemas.openxmlformats.org/drawingml/2006/main">
              <a:ext uri="{FF2B5EF4-FFF2-40B4-BE49-F238E27FC236}">
                <a16:creationId xmlns:a16="http://schemas.microsoft.com/office/drawing/2014/main" id="{1AF92DA4-F367-4BF2-9A9E-5A8F20D84D0F}"/>
              </a:ext>
            </a:extLst>
          </p:cNvPr>
          <p:cNvSpPr>
            <a:spLocks xmlns:a="http://schemas.openxmlformats.org/drawingml/2006/main" noGrp="1"/>
          </p:cNvSpPr>
          <p:nvPr/>
        </p:nvSpPr>
        <p:spPr>
          <a:xfrm xmlns:a="http://schemas.openxmlformats.org/drawingml/2006/main">
            <a:off x="9094470" y="4675798"/>
            <a:ext cx="127635" cy="4657"/>
          </a:xfrm>
          <a:prstGeom xmlns:a="http://schemas.openxmlformats.org/drawingml/2006/main" prst="line">
            <a:avLst/>
          </a:prstGeom>
          <a:ln xmlns:a="http://schemas.openxmlformats.org/drawingml/2006/main" w="38100">
            <a:solidFill>
              <a:srgbClr val="2A5B84"/>
            </a:solidFill>
          </a:ln>
        </p:spPr>
      </p:sp>
      <p:sp>
        <p:nvSpPr>
          <p:cNvPr id="122" name="Connector 122">
            <a:extLst xmlns:a="http://schemas.openxmlformats.org/drawingml/2006/main">
              <a:ext uri="{FF2B5EF4-FFF2-40B4-BE49-F238E27FC236}">
                <a16:creationId xmlns:a16="http://schemas.microsoft.com/office/drawing/2014/main" id="{ACBC26DC-63C5-4B14-A4B5-2F7DA92C612C}"/>
              </a:ext>
            </a:extLst>
          </p:cNvPr>
          <p:cNvSpPr>
            <a:spLocks xmlns:a="http://schemas.openxmlformats.org/drawingml/2006/main" noGrp="1"/>
          </p:cNvSpPr>
          <p:nvPr/>
        </p:nvSpPr>
        <p:spPr>
          <a:xfrm xmlns:a="http://schemas.openxmlformats.org/drawingml/2006/main">
            <a:off x="9222105" y="4680455"/>
            <a:ext cx="127635" cy="4140"/>
          </a:xfrm>
          <a:prstGeom xmlns:a="http://schemas.openxmlformats.org/drawingml/2006/main" prst="line">
            <a:avLst/>
          </a:prstGeom>
          <a:ln xmlns:a="http://schemas.openxmlformats.org/drawingml/2006/main" w="38100">
            <a:solidFill>
              <a:srgbClr val="2A5B84"/>
            </a:solidFill>
          </a:ln>
        </p:spPr>
      </p:sp>
      <p:sp>
        <p:nvSpPr>
          <p:cNvPr id="123" name="Connector 123">
            <a:extLst xmlns:a="http://schemas.openxmlformats.org/drawingml/2006/main">
              <a:ext uri="{FF2B5EF4-FFF2-40B4-BE49-F238E27FC236}">
                <a16:creationId xmlns:a16="http://schemas.microsoft.com/office/drawing/2014/main" id="{A0FBC87C-7905-47CC-BBD4-48FFCF4DD0DB}"/>
              </a:ext>
            </a:extLst>
          </p:cNvPr>
          <p:cNvSpPr>
            <a:spLocks xmlns:a="http://schemas.openxmlformats.org/drawingml/2006/main" noGrp="1"/>
          </p:cNvSpPr>
          <p:nvPr/>
        </p:nvSpPr>
        <p:spPr>
          <a:xfrm xmlns:a="http://schemas.openxmlformats.org/drawingml/2006/main">
            <a:off x="9349740" y="4684595"/>
            <a:ext cx="127635" cy="3653"/>
          </a:xfrm>
          <a:prstGeom xmlns:a="http://schemas.openxmlformats.org/drawingml/2006/main" prst="line">
            <a:avLst/>
          </a:prstGeom>
          <a:ln xmlns:a="http://schemas.openxmlformats.org/drawingml/2006/main" w="38100">
            <a:solidFill>
              <a:srgbClr val="2A5B84"/>
            </a:solidFill>
          </a:ln>
        </p:spPr>
      </p:sp>
      <p:sp>
        <p:nvSpPr>
          <p:cNvPr id="124" name="Connector 124">
            <a:extLst xmlns:a="http://schemas.openxmlformats.org/drawingml/2006/main">
              <a:ext uri="{FF2B5EF4-FFF2-40B4-BE49-F238E27FC236}">
                <a16:creationId xmlns:a16="http://schemas.microsoft.com/office/drawing/2014/main" id="{73DA0DB7-3FFA-426B-A5B8-4BDB5DBA563F}"/>
              </a:ext>
            </a:extLst>
          </p:cNvPr>
          <p:cNvSpPr>
            <a:spLocks xmlns:a="http://schemas.openxmlformats.org/drawingml/2006/main" noGrp="1"/>
          </p:cNvSpPr>
          <p:nvPr/>
        </p:nvSpPr>
        <p:spPr>
          <a:xfrm xmlns:a="http://schemas.openxmlformats.org/drawingml/2006/main">
            <a:off x="9477375" y="4688248"/>
            <a:ext cx="127635" cy="3197"/>
          </a:xfrm>
          <a:prstGeom xmlns:a="http://schemas.openxmlformats.org/drawingml/2006/main" prst="line">
            <a:avLst/>
          </a:prstGeom>
          <a:ln xmlns:a="http://schemas.openxmlformats.org/drawingml/2006/main" w="38100">
            <a:solidFill>
              <a:srgbClr val="2A5B84"/>
            </a:solidFill>
          </a:ln>
        </p:spPr>
      </p:sp>
      <p:sp>
        <p:nvSpPr>
          <p:cNvPr id="125" name="Connector 125">
            <a:extLst xmlns:a="http://schemas.openxmlformats.org/drawingml/2006/main">
              <a:ext uri="{FF2B5EF4-FFF2-40B4-BE49-F238E27FC236}">
                <a16:creationId xmlns:a16="http://schemas.microsoft.com/office/drawing/2014/main" id="{55BCED50-FBCF-48FE-924E-BBE2D61B8E16}"/>
              </a:ext>
            </a:extLst>
          </p:cNvPr>
          <p:cNvSpPr>
            <a:spLocks xmlns:a="http://schemas.openxmlformats.org/drawingml/2006/main" noGrp="1"/>
          </p:cNvSpPr>
          <p:nvPr/>
        </p:nvSpPr>
        <p:spPr>
          <a:xfrm xmlns:a="http://schemas.openxmlformats.org/drawingml/2006/main">
            <a:off x="9605010" y="4691445"/>
            <a:ext cx="127635" cy="2772"/>
          </a:xfrm>
          <a:prstGeom xmlns:a="http://schemas.openxmlformats.org/drawingml/2006/main" prst="line">
            <a:avLst/>
          </a:prstGeom>
          <a:ln xmlns:a="http://schemas.openxmlformats.org/drawingml/2006/main" w="38100">
            <a:solidFill>
              <a:srgbClr val="2A5B84"/>
            </a:solidFill>
          </a:ln>
        </p:spPr>
      </p:sp>
      <p:sp>
        <p:nvSpPr>
          <p:cNvPr id="126" name="Connector 126">
            <a:extLst xmlns:a="http://schemas.openxmlformats.org/drawingml/2006/main">
              <a:ext uri="{FF2B5EF4-FFF2-40B4-BE49-F238E27FC236}">
                <a16:creationId xmlns:a16="http://schemas.microsoft.com/office/drawing/2014/main" id="{7E4AB7FF-8AC4-426E-BE20-AAB6A818F84E}"/>
              </a:ext>
            </a:extLst>
          </p:cNvPr>
          <p:cNvSpPr>
            <a:spLocks xmlns:a="http://schemas.openxmlformats.org/drawingml/2006/main" noGrp="1"/>
          </p:cNvSpPr>
          <p:nvPr/>
        </p:nvSpPr>
        <p:spPr>
          <a:xfrm xmlns:a="http://schemas.openxmlformats.org/drawingml/2006/main">
            <a:off x="9732645" y="4694217"/>
            <a:ext cx="127635" cy="2377"/>
          </a:xfrm>
          <a:prstGeom xmlns:a="http://schemas.openxmlformats.org/drawingml/2006/main" prst="line">
            <a:avLst/>
          </a:prstGeom>
          <a:ln xmlns:a="http://schemas.openxmlformats.org/drawingml/2006/main" w="38100">
            <a:solidFill>
              <a:srgbClr val="2A5B84"/>
            </a:solidFill>
          </a:ln>
        </p:spPr>
      </p:sp>
      <p:sp>
        <p:nvSpPr>
          <p:cNvPr id="127" name="Connector 127">
            <a:extLst xmlns:a="http://schemas.openxmlformats.org/drawingml/2006/main">
              <a:ext uri="{FF2B5EF4-FFF2-40B4-BE49-F238E27FC236}">
                <a16:creationId xmlns:a16="http://schemas.microsoft.com/office/drawing/2014/main" id="{5CD1F89E-902A-47D1-94A9-19DF2C6E5686}"/>
              </a:ext>
            </a:extLst>
          </p:cNvPr>
          <p:cNvSpPr>
            <a:spLocks xmlns:a="http://schemas.openxmlformats.org/drawingml/2006/main" noGrp="1"/>
          </p:cNvSpPr>
          <p:nvPr/>
        </p:nvSpPr>
        <p:spPr>
          <a:xfrm xmlns:a="http://schemas.openxmlformats.org/drawingml/2006/main">
            <a:off x="9860280" y="4696594"/>
            <a:ext cx="127635" cy="2012"/>
          </a:xfrm>
          <a:prstGeom xmlns:a="http://schemas.openxmlformats.org/drawingml/2006/main" prst="line">
            <a:avLst/>
          </a:prstGeom>
          <a:ln xmlns:a="http://schemas.openxmlformats.org/drawingml/2006/main" w="38100">
            <a:solidFill>
              <a:srgbClr val="2A5B84"/>
            </a:solidFill>
          </a:ln>
        </p:spPr>
      </p:sp>
      <p:sp>
        <p:nvSpPr>
          <p:cNvPr id="128" name="Connector 128">
            <a:extLst xmlns:a="http://schemas.openxmlformats.org/drawingml/2006/main">
              <a:ext uri="{FF2B5EF4-FFF2-40B4-BE49-F238E27FC236}">
                <a16:creationId xmlns:a16="http://schemas.microsoft.com/office/drawing/2014/main" id="{A9379D00-4417-43E2-8F61-9E2CA22F7DC1}"/>
              </a:ext>
            </a:extLst>
          </p:cNvPr>
          <p:cNvSpPr>
            <a:spLocks xmlns:a="http://schemas.openxmlformats.org/drawingml/2006/main" noGrp="1"/>
          </p:cNvSpPr>
          <p:nvPr/>
        </p:nvSpPr>
        <p:spPr>
          <a:xfrm xmlns:a="http://schemas.openxmlformats.org/drawingml/2006/main">
            <a:off x="9987915" y="4698605"/>
            <a:ext cx="127635" cy="1677"/>
          </a:xfrm>
          <a:prstGeom xmlns:a="http://schemas.openxmlformats.org/drawingml/2006/main" prst="line">
            <a:avLst/>
          </a:prstGeom>
          <a:ln xmlns:a="http://schemas.openxmlformats.org/drawingml/2006/main" w="38100">
            <a:solidFill>
              <a:srgbClr val="2A5B84"/>
            </a:solidFill>
          </a:ln>
        </p:spPr>
      </p:sp>
      <p:sp>
        <p:nvSpPr>
          <p:cNvPr id="129" name="Connector 129">
            <a:extLst xmlns:a="http://schemas.openxmlformats.org/drawingml/2006/main">
              <a:ext uri="{FF2B5EF4-FFF2-40B4-BE49-F238E27FC236}">
                <a16:creationId xmlns:a16="http://schemas.microsoft.com/office/drawing/2014/main" id="{AE9E8E4E-C915-4D7C-92D3-4A98F9EF1030}"/>
              </a:ext>
            </a:extLst>
          </p:cNvPr>
          <p:cNvSpPr>
            <a:spLocks xmlns:a="http://schemas.openxmlformats.org/drawingml/2006/main" noGrp="1"/>
          </p:cNvSpPr>
          <p:nvPr/>
        </p:nvSpPr>
        <p:spPr>
          <a:xfrm xmlns:a="http://schemas.openxmlformats.org/drawingml/2006/main">
            <a:off x="10115550" y="4700283"/>
            <a:ext cx="127635" cy="1373"/>
          </a:xfrm>
          <a:prstGeom xmlns:a="http://schemas.openxmlformats.org/drawingml/2006/main" prst="line">
            <a:avLst/>
          </a:prstGeom>
          <a:ln xmlns:a="http://schemas.openxmlformats.org/drawingml/2006/main" w="38100">
            <a:solidFill>
              <a:srgbClr val="2A5B84"/>
            </a:solidFill>
          </a:ln>
        </p:spPr>
      </p:sp>
      <p:sp>
        <p:nvSpPr>
          <p:cNvPr id="130" name="Connector 130">
            <a:extLst xmlns:a="http://schemas.openxmlformats.org/drawingml/2006/main">
              <a:ext uri="{FF2B5EF4-FFF2-40B4-BE49-F238E27FC236}">
                <a16:creationId xmlns:a16="http://schemas.microsoft.com/office/drawing/2014/main" id="{EC4B605B-619A-4284-8766-98F3D6A5C155}"/>
              </a:ext>
            </a:extLst>
          </p:cNvPr>
          <p:cNvSpPr>
            <a:spLocks xmlns:a="http://schemas.openxmlformats.org/drawingml/2006/main" noGrp="1"/>
          </p:cNvSpPr>
          <p:nvPr/>
        </p:nvSpPr>
        <p:spPr>
          <a:xfrm xmlns:a="http://schemas.openxmlformats.org/drawingml/2006/main">
            <a:off x="10243185" y="4701656"/>
            <a:ext cx="127635" cy="1100"/>
          </a:xfrm>
          <a:prstGeom xmlns:a="http://schemas.openxmlformats.org/drawingml/2006/main" prst="line">
            <a:avLst/>
          </a:prstGeom>
          <a:ln xmlns:a="http://schemas.openxmlformats.org/drawingml/2006/main" w="38100">
            <a:solidFill>
              <a:srgbClr val="2A5B84"/>
            </a:solidFill>
          </a:ln>
        </p:spPr>
      </p:sp>
      <p:sp>
        <p:nvSpPr>
          <p:cNvPr id="131" name="Connector 131">
            <a:extLst xmlns:a="http://schemas.openxmlformats.org/drawingml/2006/main">
              <a:ext uri="{FF2B5EF4-FFF2-40B4-BE49-F238E27FC236}">
                <a16:creationId xmlns:a16="http://schemas.microsoft.com/office/drawing/2014/main" id="{E436F00A-6A74-4586-8AB8-E897BBDD19CF}"/>
              </a:ext>
            </a:extLst>
          </p:cNvPr>
          <p:cNvSpPr>
            <a:spLocks xmlns:a="http://schemas.openxmlformats.org/drawingml/2006/main" noGrp="1"/>
          </p:cNvSpPr>
          <p:nvPr/>
        </p:nvSpPr>
        <p:spPr>
          <a:xfrm xmlns:a="http://schemas.openxmlformats.org/drawingml/2006/main">
            <a:off x="10370820" y="4702756"/>
            <a:ext cx="127635" cy="856"/>
          </a:xfrm>
          <a:prstGeom xmlns:a="http://schemas.openxmlformats.org/drawingml/2006/main" prst="line">
            <a:avLst/>
          </a:prstGeom>
          <a:ln xmlns:a="http://schemas.openxmlformats.org/drawingml/2006/main" w="38100">
            <a:solidFill>
              <a:srgbClr val="2A5B84"/>
            </a:solidFill>
          </a:ln>
        </p:spPr>
      </p:sp>
      <p:sp>
        <p:nvSpPr>
          <p:cNvPr id="132" name="Connector 132">
            <a:extLst xmlns:a="http://schemas.openxmlformats.org/drawingml/2006/main">
              <a:ext uri="{FF2B5EF4-FFF2-40B4-BE49-F238E27FC236}">
                <a16:creationId xmlns:a16="http://schemas.microsoft.com/office/drawing/2014/main" id="{287ABCFC-34B7-4011-AA83-B37AA5750976}"/>
              </a:ext>
            </a:extLst>
          </p:cNvPr>
          <p:cNvSpPr>
            <a:spLocks xmlns:a="http://schemas.openxmlformats.org/drawingml/2006/main" noGrp="1"/>
          </p:cNvSpPr>
          <p:nvPr/>
        </p:nvSpPr>
        <p:spPr>
          <a:xfrm xmlns:a="http://schemas.openxmlformats.org/drawingml/2006/main">
            <a:off x="10498455" y="4703612"/>
            <a:ext cx="127635" cy="644"/>
          </a:xfrm>
          <a:prstGeom xmlns:a="http://schemas.openxmlformats.org/drawingml/2006/main" prst="line">
            <a:avLst/>
          </a:prstGeom>
          <a:ln xmlns:a="http://schemas.openxmlformats.org/drawingml/2006/main" w="38100">
            <a:solidFill>
              <a:srgbClr val="2A5B84"/>
            </a:solidFill>
          </a:ln>
        </p:spPr>
      </p:sp>
      <p:sp>
        <p:nvSpPr>
          <p:cNvPr id="133" name="Connector 133">
            <a:extLst xmlns:a="http://schemas.openxmlformats.org/drawingml/2006/main">
              <a:ext uri="{FF2B5EF4-FFF2-40B4-BE49-F238E27FC236}">
                <a16:creationId xmlns:a16="http://schemas.microsoft.com/office/drawing/2014/main" id="{438CE8F6-F942-425F-995D-24CD6F9484E1}"/>
              </a:ext>
            </a:extLst>
          </p:cNvPr>
          <p:cNvSpPr>
            <a:spLocks xmlns:a="http://schemas.openxmlformats.org/drawingml/2006/main" noGrp="1"/>
          </p:cNvSpPr>
          <p:nvPr/>
        </p:nvSpPr>
        <p:spPr>
          <a:xfrm xmlns:a="http://schemas.openxmlformats.org/drawingml/2006/main">
            <a:off x="10626090" y="4704255"/>
            <a:ext cx="127635" cy="461"/>
          </a:xfrm>
          <a:prstGeom xmlns:a="http://schemas.openxmlformats.org/drawingml/2006/main" prst="line">
            <a:avLst/>
          </a:prstGeom>
          <a:ln xmlns:a="http://schemas.openxmlformats.org/drawingml/2006/main" w="38100">
            <a:solidFill>
              <a:srgbClr val="2A5B84"/>
            </a:solidFill>
          </a:ln>
        </p:spPr>
      </p:sp>
      <p:sp>
        <p:nvSpPr>
          <p:cNvPr id="134" name="Connector 134">
            <a:extLst xmlns:a="http://schemas.openxmlformats.org/drawingml/2006/main">
              <a:ext uri="{FF2B5EF4-FFF2-40B4-BE49-F238E27FC236}">
                <a16:creationId xmlns:a16="http://schemas.microsoft.com/office/drawing/2014/main" id="{E0165C93-D693-479E-AD7A-CF2388A531B8}"/>
              </a:ext>
            </a:extLst>
          </p:cNvPr>
          <p:cNvSpPr>
            <a:spLocks xmlns:a="http://schemas.openxmlformats.org/drawingml/2006/main" noGrp="1"/>
          </p:cNvSpPr>
          <p:nvPr/>
        </p:nvSpPr>
        <p:spPr>
          <a:xfrm xmlns:a="http://schemas.openxmlformats.org/drawingml/2006/main">
            <a:off x="10753725" y="4704717"/>
            <a:ext cx="127635" cy="309"/>
          </a:xfrm>
          <a:prstGeom xmlns:a="http://schemas.openxmlformats.org/drawingml/2006/main" prst="line">
            <a:avLst/>
          </a:prstGeom>
          <a:ln xmlns:a="http://schemas.openxmlformats.org/drawingml/2006/main" w="38100">
            <a:solidFill>
              <a:srgbClr val="2A5B84"/>
            </a:solidFill>
          </a:ln>
        </p:spPr>
      </p:sp>
      <p:sp>
        <p:nvSpPr>
          <p:cNvPr id="135" name="Connector 135">
            <a:extLst xmlns:a="http://schemas.openxmlformats.org/drawingml/2006/main">
              <a:ext uri="{FF2B5EF4-FFF2-40B4-BE49-F238E27FC236}">
                <a16:creationId xmlns:a16="http://schemas.microsoft.com/office/drawing/2014/main" id="{E5256834-934B-4B95-A096-EDD877C9E241}"/>
              </a:ext>
            </a:extLst>
          </p:cNvPr>
          <p:cNvSpPr>
            <a:spLocks xmlns:a="http://schemas.openxmlformats.org/drawingml/2006/main" noGrp="1"/>
          </p:cNvSpPr>
          <p:nvPr/>
        </p:nvSpPr>
        <p:spPr>
          <a:xfrm xmlns:a="http://schemas.openxmlformats.org/drawingml/2006/main">
            <a:off x="10881360" y="4705026"/>
            <a:ext cx="127635" cy="187"/>
          </a:xfrm>
          <a:prstGeom xmlns:a="http://schemas.openxmlformats.org/drawingml/2006/main" prst="line">
            <a:avLst/>
          </a:prstGeom>
          <a:ln xmlns:a="http://schemas.openxmlformats.org/drawingml/2006/main" w="38100">
            <a:solidFill>
              <a:srgbClr val="2A5B84"/>
            </a:solidFill>
          </a:ln>
        </p:spPr>
      </p:sp>
      <p:sp>
        <p:nvSpPr>
          <p:cNvPr id="136" name="Connector 136">
            <a:extLst xmlns:a="http://schemas.openxmlformats.org/drawingml/2006/main">
              <a:ext uri="{FF2B5EF4-FFF2-40B4-BE49-F238E27FC236}">
                <a16:creationId xmlns:a16="http://schemas.microsoft.com/office/drawing/2014/main" id="{1A9E1032-C1F9-4746-BAE5-3D0E9844477A}"/>
              </a:ext>
            </a:extLst>
          </p:cNvPr>
          <p:cNvSpPr>
            <a:spLocks xmlns:a="http://schemas.openxmlformats.org/drawingml/2006/main" noGrp="1"/>
          </p:cNvSpPr>
          <p:nvPr/>
        </p:nvSpPr>
        <p:spPr>
          <a:xfrm xmlns:a="http://schemas.openxmlformats.org/drawingml/2006/main">
            <a:off x="11008995" y="4705213"/>
            <a:ext cx="127635" cy="96"/>
          </a:xfrm>
          <a:prstGeom xmlns:a="http://schemas.openxmlformats.org/drawingml/2006/main" prst="line">
            <a:avLst/>
          </a:prstGeom>
          <a:ln xmlns:a="http://schemas.openxmlformats.org/drawingml/2006/main" w="38100">
            <a:solidFill>
              <a:srgbClr val="2A5B84"/>
            </a:solidFill>
          </a:ln>
        </p:spPr>
      </p:sp>
      <p:sp>
        <p:nvSpPr>
          <p:cNvPr id="137" name="Connector 137">
            <a:extLst xmlns:a="http://schemas.openxmlformats.org/drawingml/2006/main">
              <a:ext uri="{FF2B5EF4-FFF2-40B4-BE49-F238E27FC236}">
                <a16:creationId xmlns:a16="http://schemas.microsoft.com/office/drawing/2014/main" id="{518DC1DA-E05C-4015-BBB1-E5AFEB09EBA0}"/>
              </a:ext>
            </a:extLst>
          </p:cNvPr>
          <p:cNvSpPr>
            <a:spLocks xmlns:a="http://schemas.openxmlformats.org/drawingml/2006/main" noGrp="1"/>
          </p:cNvSpPr>
          <p:nvPr/>
        </p:nvSpPr>
        <p:spPr>
          <a:xfrm xmlns:a="http://schemas.openxmlformats.org/drawingml/2006/main">
            <a:off x="11136630" y="4705309"/>
            <a:ext cx="127635" cy="35"/>
          </a:xfrm>
          <a:prstGeom xmlns:a="http://schemas.openxmlformats.org/drawingml/2006/main" prst="line">
            <a:avLst/>
          </a:prstGeom>
          <a:ln xmlns:a="http://schemas.openxmlformats.org/drawingml/2006/main" w="38100">
            <a:solidFill>
              <a:srgbClr val="2A5B84"/>
            </a:solidFill>
          </a:ln>
        </p:spPr>
      </p:sp>
      <p:sp>
        <p:nvSpPr>
          <p:cNvPr id="138" name="Connector 138">
            <a:extLst xmlns:a="http://schemas.openxmlformats.org/drawingml/2006/main">
              <a:ext uri="{FF2B5EF4-FFF2-40B4-BE49-F238E27FC236}">
                <a16:creationId xmlns:a16="http://schemas.microsoft.com/office/drawing/2014/main" id="{7C287D4C-EC17-4C8C-8B0B-D577D870E4A4}"/>
              </a:ext>
            </a:extLst>
          </p:cNvPr>
          <p:cNvSpPr>
            <a:spLocks xmlns:a="http://schemas.openxmlformats.org/drawingml/2006/main" noGrp="1"/>
          </p:cNvSpPr>
          <p:nvPr/>
        </p:nvSpPr>
        <p:spPr>
          <a:xfrm xmlns:a="http://schemas.openxmlformats.org/drawingml/2006/main">
            <a:off x="11264265" y="4705345"/>
            <a:ext cx="127635" cy="5"/>
          </a:xfrm>
          <a:prstGeom xmlns:a="http://schemas.openxmlformats.org/drawingml/2006/main" prst="line">
            <a:avLst/>
          </a:prstGeom>
          <a:ln xmlns:a="http://schemas.openxmlformats.org/drawingml/2006/main" w="38100">
            <a:solidFill>
              <a:srgbClr val="2A5B84"/>
            </a:solidFill>
          </a:ln>
        </p:spPr>
      </p:sp>
      <p:sp>
        <p:nvSpPr>
          <p:cNvPr id="139" name="Connector 139">
            <a:extLst xmlns:a="http://schemas.openxmlformats.org/drawingml/2006/main">
              <a:ext uri="{FF2B5EF4-FFF2-40B4-BE49-F238E27FC236}">
                <a16:creationId xmlns:a16="http://schemas.microsoft.com/office/drawing/2014/main" id="{642526B2-0942-49A5-809E-FA2900AEB226}"/>
              </a:ext>
            </a:extLst>
          </p:cNvPr>
          <p:cNvSpPr>
            <a:spLocks xmlns:a="http://schemas.openxmlformats.org/drawingml/2006/main" noGrp="1"/>
          </p:cNvSpPr>
          <p:nvPr/>
        </p:nvSpPr>
        <p:spPr>
          <a:xfrm xmlns:a="http://schemas.openxmlformats.org/drawingml/2006/main" flipV="1">
            <a:off x="1181100" y="4705013"/>
            <a:ext cx="127635" cy="337"/>
          </a:xfrm>
          <a:prstGeom xmlns:a="http://schemas.openxmlformats.org/drawingml/2006/main" prst="line">
            <a:avLst/>
          </a:prstGeom>
          <a:ln xmlns:a="http://schemas.openxmlformats.org/drawingml/2006/main" w="50800">
            <a:solidFill>
              <a:srgbClr val="D71920"/>
            </a:solidFill>
          </a:ln>
        </p:spPr>
      </p:sp>
      <p:sp>
        <p:nvSpPr>
          <p:cNvPr id="140" name="Connector 140">
            <a:extLst xmlns:a="http://schemas.openxmlformats.org/drawingml/2006/main">
              <a:ext uri="{FF2B5EF4-FFF2-40B4-BE49-F238E27FC236}">
                <a16:creationId xmlns:a16="http://schemas.microsoft.com/office/drawing/2014/main" id="{3F2F841D-2252-48BD-B456-83C14656CFBA}"/>
              </a:ext>
            </a:extLst>
          </p:cNvPr>
          <p:cNvSpPr>
            <a:spLocks xmlns:a="http://schemas.openxmlformats.org/drawingml/2006/main" noGrp="1"/>
          </p:cNvSpPr>
          <p:nvPr/>
        </p:nvSpPr>
        <p:spPr>
          <a:xfrm xmlns:a="http://schemas.openxmlformats.org/drawingml/2006/main" flipV="1">
            <a:off x="1308735" y="4702786"/>
            <a:ext cx="127635" cy="2227"/>
          </a:xfrm>
          <a:prstGeom xmlns:a="http://schemas.openxmlformats.org/drawingml/2006/main" prst="line">
            <a:avLst/>
          </a:prstGeom>
          <a:ln xmlns:a="http://schemas.openxmlformats.org/drawingml/2006/main" w="50800">
            <a:solidFill>
              <a:srgbClr val="D71920"/>
            </a:solidFill>
          </a:ln>
        </p:spPr>
      </p:sp>
      <p:sp>
        <p:nvSpPr>
          <p:cNvPr id="141" name="Connector 141">
            <a:extLst xmlns:a="http://schemas.openxmlformats.org/drawingml/2006/main">
              <a:ext uri="{FF2B5EF4-FFF2-40B4-BE49-F238E27FC236}">
                <a16:creationId xmlns:a16="http://schemas.microsoft.com/office/drawing/2014/main" id="{165912FA-45F3-4D7E-BA1D-666E05CA58C7}"/>
              </a:ext>
            </a:extLst>
          </p:cNvPr>
          <p:cNvSpPr>
            <a:spLocks xmlns:a="http://schemas.openxmlformats.org/drawingml/2006/main" noGrp="1"/>
          </p:cNvSpPr>
          <p:nvPr/>
        </p:nvSpPr>
        <p:spPr>
          <a:xfrm xmlns:a="http://schemas.openxmlformats.org/drawingml/2006/main" flipV="1">
            <a:off x="1436370" y="4697131"/>
            <a:ext cx="127635" cy="5655"/>
          </a:xfrm>
          <a:prstGeom xmlns:a="http://schemas.openxmlformats.org/drawingml/2006/main" prst="line">
            <a:avLst/>
          </a:prstGeom>
          <a:ln xmlns:a="http://schemas.openxmlformats.org/drawingml/2006/main" w="50800">
            <a:solidFill>
              <a:srgbClr val="D71920"/>
            </a:solidFill>
          </a:ln>
        </p:spPr>
      </p:sp>
      <p:sp>
        <p:nvSpPr>
          <p:cNvPr id="142" name="Connector 142">
            <a:extLst xmlns:a="http://schemas.openxmlformats.org/drawingml/2006/main">
              <a:ext uri="{FF2B5EF4-FFF2-40B4-BE49-F238E27FC236}">
                <a16:creationId xmlns:a16="http://schemas.microsoft.com/office/drawing/2014/main" id="{21B6590F-70FE-49BE-9BAB-116D3ADDE47B}"/>
              </a:ext>
            </a:extLst>
          </p:cNvPr>
          <p:cNvSpPr>
            <a:spLocks xmlns:a="http://schemas.openxmlformats.org/drawingml/2006/main" noGrp="1"/>
          </p:cNvSpPr>
          <p:nvPr/>
        </p:nvSpPr>
        <p:spPr>
          <a:xfrm xmlns:a="http://schemas.openxmlformats.org/drawingml/2006/main" flipV="1">
            <a:off x="1564005" y="4686860"/>
            <a:ext cx="127635" cy="10271"/>
          </a:xfrm>
          <a:prstGeom xmlns:a="http://schemas.openxmlformats.org/drawingml/2006/main" prst="line">
            <a:avLst/>
          </a:prstGeom>
          <a:ln xmlns:a="http://schemas.openxmlformats.org/drawingml/2006/main" w="50800">
            <a:solidFill>
              <a:srgbClr val="D71920"/>
            </a:solidFill>
          </a:ln>
        </p:spPr>
      </p:sp>
      <p:sp>
        <p:nvSpPr>
          <p:cNvPr id="143" name="Connector 143">
            <a:extLst xmlns:a="http://schemas.openxmlformats.org/drawingml/2006/main">
              <a:ext uri="{FF2B5EF4-FFF2-40B4-BE49-F238E27FC236}">
                <a16:creationId xmlns:a16="http://schemas.microsoft.com/office/drawing/2014/main" id="{AD0FB0E1-AAFA-4EDA-BA89-6A312CE8402D}"/>
              </a:ext>
            </a:extLst>
          </p:cNvPr>
          <p:cNvSpPr>
            <a:spLocks xmlns:a="http://schemas.openxmlformats.org/drawingml/2006/main" noGrp="1"/>
          </p:cNvSpPr>
          <p:nvPr/>
        </p:nvSpPr>
        <p:spPr>
          <a:xfrm xmlns:a="http://schemas.openxmlformats.org/drawingml/2006/main" flipV="1">
            <a:off x="1691640" y="4671100"/>
            <a:ext cx="127635" cy="15760"/>
          </a:xfrm>
          <a:prstGeom xmlns:a="http://schemas.openxmlformats.org/drawingml/2006/main" prst="line">
            <a:avLst/>
          </a:prstGeom>
          <a:ln xmlns:a="http://schemas.openxmlformats.org/drawingml/2006/main" w="50800">
            <a:solidFill>
              <a:srgbClr val="D71920"/>
            </a:solidFill>
          </a:ln>
        </p:spPr>
      </p:sp>
      <p:sp>
        <p:nvSpPr>
          <p:cNvPr id="144" name="Connector 144">
            <a:extLst xmlns:a="http://schemas.openxmlformats.org/drawingml/2006/main">
              <a:ext uri="{FF2B5EF4-FFF2-40B4-BE49-F238E27FC236}">
                <a16:creationId xmlns:a16="http://schemas.microsoft.com/office/drawing/2014/main" id="{16E1BF7A-8645-498E-A1CE-0725FAB3F6BD}"/>
              </a:ext>
            </a:extLst>
          </p:cNvPr>
          <p:cNvSpPr>
            <a:spLocks xmlns:a="http://schemas.openxmlformats.org/drawingml/2006/main" noGrp="1"/>
          </p:cNvSpPr>
          <p:nvPr/>
        </p:nvSpPr>
        <p:spPr>
          <a:xfrm xmlns:a="http://schemas.openxmlformats.org/drawingml/2006/main" flipV="1">
            <a:off x="1819275" y="4649259"/>
            <a:ext cx="127635" cy="21840"/>
          </a:xfrm>
          <a:prstGeom xmlns:a="http://schemas.openxmlformats.org/drawingml/2006/main" prst="line">
            <a:avLst/>
          </a:prstGeom>
          <a:ln xmlns:a="http://schemas.openxmlformats.org/drawingml/2006/main" w="50800">
            <a:solidFill>
              <a:srgbClr val="D71920"/>
            </a:solidFill>
          </a:ln>
        </p:spPr>
      </p:sp>
      <p:sp>
        <p:nvSpPr>
          <p:cNvPr id="145" name="Connector 145">
            <a:extLst xmlns:a="http://schemas.openxmlformats.org/drawingml/2006/main">
              <a:ext uri="{FF2B5EF4-FFF2-40B4-BE49-F238E27FC236}">
                <a16:creationId xmlns:a16="http://schemas.microsoft.com/office/drawing/2014/main" id="{FB64F716-68A4-43BC-861E-96023F2FC4F2}"/>
              </a:ext>
            </a:extLst>
          </p:cNvPr>
          <p:cNvSpPr>
            <a:spLocks xmlns:a="http://schemas.openxmlformats.org/drawingml/2006/main" noGrp="1"/>
          </p:cNvSpPr>
          <p:nvPr/>
        </p:nvSpPr>
        <p:spPr>
          <a:xfrm xmlns:a="http://schemas.openxmlformats.org/drawingml/2006/main" flipV="1">
            <a:off x="1946910" y="4620998"/>
            <a:ext cx="127635" cy="28261"/>
          </a:xfrm>
          <a:prstGeom xmlns:a="http://schemas.openxmlformats.org/drawingml/2006/main" prst="line">
            <a:avLst/>
          </a:prstGeom>
          <a:ln xmlns:a="http://schemas.openxmlformats.org/drawingml/2006/main" w="50800">
            <a:solidFill>
              <a:srgbClr val="D71920"/>
            </a:solidFill>
          </a:ln>
        </p:spPr>
      </p:sp>
      <p:sp>
        <p:nvSpPr>
          <p:cNvPr id="146" name="Connector 146">
            <a:extLst xmlns:a="http://schemas.openxmlformats.org/drawingml/2006/main">
              <a:ext uri="{FF2B5EF4-FFF2-40B4-BE49-F238E27FC236}">
                <a16:creationId xmlns:a16="http://schemas.microsoft.com/office/drawing/2014/main" id="{464647B8-8B4A-4C79-9832-52FB2FC962CC}"/>
              </a:ext>
            </a:extLst>
          </p:cNvPr>
          <p:cNvSpPr>
            <a:spLocks xmlns:a="http://schemas.openxmlformats.org/drawingml/2006/main" noGrp="1"/>
          </p:cNvSpPr>
          <p:nvPr/>
        </p:nvSpPr>
        <p:spPr>
          <a:xfrm xmlns:a="http://schemas.openxmlformats.org/drawingml/2006/main" flipV="1">
            <a:off x="2074545" y="4586196"/>
            <a:ext cx="127635" cy="34802"/>
          </a:xfrm>
          <a:prstGeom xmlns:a="http://schemas.openxmlformats.org/drawingml/2006/main" prst="line">
            <a:avLst/>
          </a:prstGeom>
          <a:ln xmlns:a="http://schemas.openxmlformats.org/drawingml/2006/main" w="50800">
            <a:solidFill>
              <a:srgbClr val="D71920"/>
            </a:solidFill>
          </a:ln>
        </p:spPr>
      </p:sp>
      <p:sp>
        <p:nvSpPr>
          <p:cNvPr id="147" name="Connector 147">
            <a:extLst xmlns:a="http://schemas.openxmlformats.org/drawingml/2006/main">
              <a:ext uri="{FF2B5EF4-FFF2-40B4-BE49-F238E27FC236}">
                <a16:creationId xmlns:a16="http://schemas.microsoft.com/office/drawing/2014/main" id="{1733C542-91A7-4B9E-AE74-DD4560E841E7}"/>
              </a:ext>
            </a:extLst>
          </p:cNvPr>
          <p:cNvSpPr>
            <a:spLocks xmlns:a="http://schemas.openxmlformats.org/drawingml/2006/main" noGrp="1"/>
          </p:cNvSpPr>
          <p:nvPr/>
        </p:nvSpPr>
        <p:spPr>
          <a:xfrm xmlns:a="http://schemas.openxmlformats.org/drawingml/2006/main" flipV="1">
            <a:off x="2202180" y="4544925"/>
            <a:ext cx="127635" cy="41270"/>
          </a:xfrm>
          <a:prstGeom xmlns:a="http://schemas.openxmlformats.org/drawingml/2006/main" prst="line">
            <a:avLst/>
          </a:prstGeom>
          <a:ln xmlns:a="http://schemas.openxmlformats.org/drawingml/2006/main" w="50800">
            <a:solidFill>
              <a:srgbClr val="D71920"/>
            </a:solidFill>
          </a:ln>
        </p:spPr>
      </p:sp>
      <p:sp>
        <p:nvSpPr>
          <p:cNvPr id="148" name="Connector 148">
            <a:extLst xmlns:a="http://schemas.openxmlformats.org/drawingml/2006/main">
              <a:ext uri="{FF2B5EF4-FFF2-40B4-BE49-F238E27FC236}">
                <a16:creationId xmlns:a16="http://schemas.microsoft.com/office/drawing/2014/main" id="{2BED07F8-EA57-4B5C-920C-12E8ECE50962}"/>
              </a:ext>
            </a:extLst>
          </p:cNvPr>
          <p:cNvSpPr>
            <a:spLocks xmlns:a="http://schemas.openxmlformats.org/drawingml/2006/main" noGrp="1"/>
          </p:cNvSpPr>
          <p:nvPr/>
        </p:nvSpPr>
        <p:spPr>
          <a:xfrm xmlns:a="http://schemas.openxmlformats.org/drawingml/2006/main" flipV="1">
            <a:off x="2329815" y="4497427"/>
            <a:ext cx="127635" cy="47498"/>
          </a:xfrm>
          <a:prstGeom xmlns:a="http://schemas.openxmlformats.org/drawingml/2006/main" prst="line">
            <a:avLst/>
          </a:prstGeom>
          <a:ln xmlns:a="http://schemas.openxmlformats.org/drawingml/2006/main" w="50800">
            <a:solidFill>
              <a:srgbClr val="D71920"/>
            </a:solidFill>
          </a:ln>
        </p:spPr>
      </p:sp>
      <p:sp>
        <p:nvSpPr>
          <p:cNvPr id="149" name="Connector 149">
            <a:extLst xmlns:a="http://schemas.openxmlformats.org/drawingml/2006/main">
              <a:ext uri="{FF2B5EF4-FFF2-40B4-BE49-F238E27FC236}">
                <a16:creationId xmlns:a16="http://schemas.microsoft.com/office/drawing/2014/main" id="{5846E16E-06DB-4719-AD9A-76A620E5B73A}"/>
              </a:ext>
            </a:extLst>
          </p:cNvPr>
          <p:cNvSpPr>
            <a:spLocks xmlns:a="http://schemas.openxmlformats.org/drawingml/2006/main" noGrp="1"/>
          </p:cNvSpPr>
          <p:nvPr/>
        </p:nvSpPr>
        <p:spPr>
          <a:xfrm xmlns:a="http://schemas.openxmlformats.org/drawingml/2006/main" flipV="1">
            <a:off x="2457450" y="4444083"/>
            <a:ext cx="127635" cy="53344"/>
          </a:xfrm>
          <a:prstGeom xmlns:a="http://schemas.openxmlformats.org/drawingml/2006/main" prst="line">
            <a:avLst/>
          </a:prstGeom>
          <a:ln xmlns:a="http://schemas.openxmlformats.org/drawingml/2006/main" w="50800">
            <a:solidFill>
              <a:srgbClr val="D71920"/>
            </a:solidFill>
          </a:ln>
        </p:spPr>
      </p:sp>
      <p:sp>
        <p:nvSpPr>
          <p:cNvPr id="150" name="Connector 150">
            <a:extLst xmlns:a="http://schemas.openxmlformats.org/drawingml/2006/main">
              <a:ext uri="{FF2B5EF4-FFF2-40B4-BE49-F238E27FC236}">
                <a16:creationId xmlns:a16="http://schemas.microsoft.com/office/drawing/2014/main" id="{8F351723-022C-48FE-BD7A-D445A4038114}"/>
              </a:ext>
            </a:extLst>
          </p:cNvPr>
          <p:cNvSpPr>
            <a:spLocks xmlns:a="http://schemas.openxmlformats.org/drawingml/2006/main" noGrp="1"/>
          </p:cNvSpPr>
          <p:nvPr/>
        </p:nvSpPr>
        <p:spPr>
          <a:xfrm xmlns:a="http://schemas.openxmlformats.org/drawingml/2006/main" flipV="1">
            <a:off x="2585085" y="4385395"/>
            <a:ext cx="127635" cy="58688"/>
          </a:xfrm>
          <a:prstGeom xmlns:a="http://schemas.openxmlformats.org/drawingml/2006/main" prst="line">
            <a:avLst/>
          </a:prstGeom>
          <a:ln xmlns:a="http://schemas.openxmlformats.org/drawingml/2006/main" w="50800">
            <a:solidFill>
              <a:srgbClr val="D71920"/>
            </a:solidFill>
          </a:ln>
        </p:spPr>
      </p:sp>
      <p:sp>
        <p:nvSpPr>
          <p:cNvPr id="151" name="Connector 151">
            <a:extLst xmlns:a="http://schemas.openxmlformats.org/drawingml/2006/main">
              <a:ext uri="{FF2B5EF4-FFF2-40B4-BE49-F238E27FC236}">
                <a16:creationId xmlns:a16="http://schemas.microsoft.com/office/drawing/2014/main" id="{5AFC260A-1F90-48B1-9AAE-529013DFC3B7}"/>
              </a:ext>
            </a:extLst>
          </p:cNvPr>
          <p:cNvSpPr>
            <a:spLocks xmlns:a="http://schemas.openxmlformats.org/drawingml/2006/main" noGrp="1"/>
          </p:cNvSpPr>
          <p:nvPr/>
        </p:nvSpPr>
        <p:spPr>
          <a:xfrm xmlns:a="http://schemas.openxmlformats.org/drawingml/2006/main" flipV="1">
            <a:off x="2712720" y="4321961"/>
            <a:ext cx="127635" cy="63433"/>
          </a:xfrm>
          <a:prstGeom xmlns:a="http://schemas.openxmlformats.org/drawingml/2006/main" prst="line">
            <a:avLst/>
          </a:prstGeom>
          <a:ln xmlns:a="http://schemas.openxmlformats.org/drawingml/2006/main" w="50800">
            <a:solidFill>
              <a:srgbClr val="D71920"/>
            </a:solidFill>
          </a:ln>
        </p:spPr>
      </p:sp>
      <p:sp>
        <p:nvSpPr>
          <p:cNvPr id="152" name="Connector 152">
            <a:extLst xmlns:a="http://schemas.openxmlformats.org/drawingml/2006/main">
              <a:ext uri="{FF2B5EF4-FFF2-40B4-BE49-F238E27FC236}">
                <a16:creationId xmlns:a16="http://schemas.microsoft.com/office/drawing/2014/main" id="{E91A35CB-4CEB-4294-8A16-8D6299888E3F}"/>
              </a:ext>
            </a:extLst>
          </p:cNvPr>
          <p:cNvSpPr>
            <a:spLocks xmlns:a="http://schemas.openxmlformats.org/drawingml/2006/main" noGrp="1"/>
          </p:cNvSpPr>
          <p:nvPr/>
        </p:nvSpPr>
        <p:spPr>
          <a:xfrm xmlns:a="http://schemas.openxmlformats.org/drawingml/2006/main" flipV="1">
            <a:off x="2840355" y="4254461"/>
            <a:ext cx="127635" cy="67501"/>
          </a:xfrm>
          <a:prstGeom xmlns:a="http://schemas.openxmlformats.org/drawingml/2006/main" prst="line">
            <a:avLst/>
          </a:prstGeom>
          <a:ln xmlns:a="http://schemas.openxmlformats.org/drawingml/2006/main" w="50800">
            <a:solidFill>
              <a:srgbClr val="D71920"/>
            </a:solidFill>
          </a:ln>
        </p:spPr>
      </p:sp>
      <p:sp>
        <p:nvSpPr>
          <p:cNvPr id="153" name="Connector 153">
            <a:extLst xmlns:a="http://schemas.openxmlformats.org/drawingml/2006/main">
              <a:ext uri="{FF2B5EF4-FFF2-40B4-BE49-F238E27FC236}">
                <a16:creationId xmlns:a16="http://schemas.microsoft.com/office/drawing/2014/main" id="{183F3CDD-428A-41F4-90BA-83CD7E7B9D7A}"/>
              </a:ext>
            </a:extLst>
          </p:cNvPr>
          <p:cNvSpPr>
            <a:spLocks xmlns:a="http://schemas.openxmlformats.org/drawingml/2006/main" noGrp="1"/>
          </p:cNvSpPr>
          <p:nvPr/>
        </p:nvSpPr>
        <p:spPr>
          <a:xfrm xmlns:a="http://schemas.openxmlformats.org/drawingml/2006/main" flipV="1">
            <a:off x="2967990" y="4183631"/>
            <a:ext cx="127635" cy="70830"/>
          </a:xfrm>
          <a:prstGeom xmlns:a="http://schemas.openxmlformats.org/drawingml/2006/main" prst="line">
            <a:avLst/>
          </a:prstGeom>
          <a:ln xmlns:a="http://schemas.openxmlformats.org/drawingml/2006/main" w="50800">
            <a:solidFill>
              <a:srgbClr val="D71920"/>
            </a:solidFill>
          </a:ln>
        </p:spPr>
      </p:sp>
      <p:sp>
        <p:nvSpPr>
          <p:cNvPr id="154" name="Connector 154">
            <a:extLst xmlns:a="http://schemas.openxmlformats.org/drawingml/2006/main">
              <a:ext uri="{FF2B5EF4-FFF2-40B4-BE49-F238E27FC236}">
                <a16:creationId xmlns:a16="http://schemas.microsoft.com/office/drawing/2014/main" id="{3D1ABB34-4DEE-42BB-9BF6-F841F8964093}"/>
              </a:ext>
            </a:extLst>
          </p:cNvPr>
          <p:cNvSpPr>
            <a:spLocks xmlns:a="http://schemas.openxmlformats.org/drawingml/2006/main" noGrp="1"/>
          </p:cNvSpPr>
          <p:nvPr/>
        </p:nvSpPr>
        <p:spPr>
          <a:xfrm xmlns:a="http://schemas.openxmlformats.org/drawingml/2006/main" flipV="1">
            <a:off x="3095625" y="4110250"/>
            <a:ext cx="127635" cy="73380"/>
          </a:xfrm>
          <a:prstGeom xmlns:a="http://schemas.openxmlformats.org/drawingml/2006/main" prst="line">
            <a:avLst/>
          </a:prstGeom>
          <a:ln xmlns:a="http://schemas.openxmlformats.org/drawingml/2006/main" w="50800">
            <a:solidFill>
              <a:srgbClr val="D71920"/>
            </a:solidFill>
          </a:ln>
        </p:spPr>
      </p:sp>
      <p:sp>
        <p:nvSpPr>
          <p:cNvPr id="155" name="Connector 155">
            <a:extLst xmlns:a="http://schemas.openxmlformats.org/drawingml/2006/main">
              <a:ext uri="{FF2B5EF4-FFF2-40B4-BE49-F238E27FC236}">
                <a16:creationId xmlns:a16="http://schemas.microsoft.com/office/drawing/2014/main" id="{17589111-276C-40CA-9CCE-8FF1A5BC9F51}"/>
              </a:ext>
            </a:extLst>
          </p:cNvPr>
          <p:cNvSpPr>
            <a:spLocks xmlns:a="http://schemas.openxmlformats.org/drawingml/2006/main" noGrp="1"/>
          </p:cNvSpPr>
          <p:nvPr/>
        </p:nvSpPr>
        <p:spPr>
          <a:xfrm xmlns:a="http://schemas.openxmlformats.org/drawingml/2006/main" flipV="1">
            <a:off x="3223260" y="4035128"/>
            <a:ext cx="127635" cy="75123"/>
          </a:xfrm>
          <a:prstGeom xmlns:a="http://schemas.openxmlformats.org/drawingml/2006/main" prst="line">
            <a:avLst/>
          </a:prstGeom>
          <a:ln xmlns:a="http://schemas.openxmlformats.org/drawingml/2006/main" w="50800">
            <a:solidFill>
              <a:srgbClr val="D71920"/>
            </a:solidFill>
          </a:ln>
        </p:spPr>
      </p:sp>
      <p:sp>
        <p:nvSpPr>
          <p:cNvPr id="156" name="Connector 156">
            <a:extLst xmlns:a="http://schemas.openxmlformats.org/drawingml/2006/main">
              <a:ext uri="{FF2B5EF4-FFF2-40B4-BE49-F238E27FC236}">
                <a16:creationId xmlns:a16="http://schemas.microsoft.com/office/drawing/2014/main" id="{16045775-BF2C-4FA8-8DA1-83CB72BCD432}"/>
              </a:ext>
            </a:extLst>
          </p:cNvPr>
          <p:cNvSpPr>
            <a:spLocks xmlns:a="http://schemas.openxmlformats.org/drawingml/2006/main" noGrp="1"/>
          </p:cNvSpPr>
          <p:nvPr/>
        </p:nvSpPr>
        <p:spPr>
          <a:xfrm xmlns:a="http://schemas.openxmlformats.org/drawingml/2006/main" flipV="1">
            <a:off x="3350895" y="3959083"/>
            <a:ext cx="127635" cy="76045"/>
          </a:xfrm>
          <a:prstGeom xmlns:a="http://schemas.openxmlformats.org/drawingml/2006/main" prst="line">
            <a:avLst/>
          </a:prstGeom>
          <a:ln xmlns:a="http://schemas.openxmlformats.org/drawingml/2006/main" w="50800">
            <a:solidFill>
              <a:srgbClr val="D71920"/>
            </a:solidFill>
          </a:ln>
        </p:spPr>
      </p:sp>
      <p:sp>
        <p:nvSpPr>
          <p:cNvPr id="157" name="Connector 157">
            <a:extLst xmlns:a="http://schemas.openxmlformats.org/drawingml/2006/main">
              <a:ext uri="{FF2B5EF4-FFF2-40B4-BE49-F238E27FC236}">
                <a16:creationId xmlns:a16="http://schemas.microsoft.com/office/drawing/2014/main" id="{DA8E3DBC-B736-4901-8DEE-7F7432854A11}"/>
              </a:ext>
            </a:extLst>
          </p:cNvPr>
          <p:cNvSpPr>
            <a:spLocks xmlns:a="http://schemas.openxmlformats.org/drawingml/2006/main" noGrp="1"/>
          </p:cNvSpPr>
          <p:nvPr/>
        </p:nvSpPr>
        <p:spPr>
          <a:xfrm xmlns:a="http://schemas.openxmlformats.org/drawingml/2006/main" flipV="1">
            <a:off x="3478530" y="3882937"/>
            <a:ext cx="127635" cy="76146"/>
          </a:xfrm>
          <a:prstGeom xmlns:a="http://schemas.openxmlformats.org/drawingml/2006/main" prst="line">
            <a:avLst/>
          </a:prstGeom>
          <a:ln xmlns:a="http://schemas.openxmlformats.org/drawingml/2006/main" w="50800">
            <a:solidFill>
              <a:srgbClr val="D71920"/>
            </a:solidFill>
          </a:ln>
        </p:spPr>
      </p:sp>
      <p:sp>
        <p:nvSpPr>
          <p:cNvPr id="158" name="Connector 158">
            <a:extLst xmlns:a="http://schemas.openxmlformats.org/drawingml/2006/main">
              <a:ext uri="{FF2B5EF4-FFF2-40B4-BE49-F238E27FC236}">
                <a16:creationId xmlns:a16="http://schemas.microsoft.com/office/drawing/2014/main" id="{A7133366-E422-4428-A138-090198231418}"/>
              </a:ext>
            </a:extLst>
          </p:cNvPr>
          <p:cNvSpPr>
            <a:spLocks xmlns:a="http://schemas.openxmlformats.org/drawingml/2006/main" noGrp="1"/>
          </p:cNvSpPr>
          <p:nvPr/>
        </p:nvSpPr>
        <p:spPr>
          <a:xfrm xmlns:a="http://schemas.openxmlformats.org/drawingml/2006/main" flipV="1">
            <a:off x="3606165" y="3807498"/>
            <a:ext cx="127635" cy="75439"/>
          </a:xfrm>
          <a:prstGeom xmlns:a="http://schemas.openxmlformats.org/drawingml/2006/main" prst="line">
            <a:avLst/>
          </a:prstGeom>
          <a:ln xmlns:a="http://schemas.openxmlformats.org/drawingml/2006/main" w="50800">
            <a:solidFill>
              <a:srgbClr val="D71920"/>
            </a:solidFill>
          </a:ln>
        </p:spPr>
      </p:sp>
      <p:sp>
        <p:nvSpPr>
          <p:cNvPr id="159" name="Connector 159">
            <a:extLst xmlns:a="http://schemas.openxmlformats.org/drawingml/2006/main">
              <a:ext uri="{FF2B5EF4-FFF2-40B4-BE49-F238E27FC236}">
                <a16:creationId xmlns:a16="http://schemas.microsoft.com/office/drawing/2014/main" id="{9093409A-B29F-4022-B821-09A735C5DD3B}"/>
              </a:ext>
            </a:extLst>
          </p:cNvPr>
          <p:cNvSpPr>
            <a:spLocks xmlns:a="http://schemas.openxmlformats.org/drawingml/2006/main" noGrp="1"/>
          </p:cNvSpPr>
          <p:nvPr/>
        </p:nvSpPr>
        <p:spPr>
          <a:xfrm xmlns:a="http://schemas.openxmlformats.org/drawingml/2006/main" flipV="1">
            <a:off x="3733800" y="3733552"/>
            <a:ext cx="127635" cy="73945"/>
          </a:xfrm>
          <a:prstGeom xmlns:a="http://schemas.openxmlformats.org/drawingml/2006/main" prst="line">
            <a:avLst/>
          </a:prstGeom>
          <a:ln xmlns:a="http://schemas.openxmlformats.org/drawingml/2006/main" w="50800">
            <a:solidFill>
              <a:srgbClr val="D71920"/>
            </a:solidFill>
          </a:ln>
        </p:spPr>
      </p:sp>
      <p:sp>
        <p:nvSpPr>
          <p:cNvPr id="160" name="Connector 160">
            <a:extLst xmlns:a="http://schemas.openxmlformats.org/drawingml/2006/main">
              <a:ext uri="{FF2B5EF4-FFF2-40B4-BE49-F238E27FC236}">
                <a16:creationId xmlns:a16="http://schemas.microsoft.com/office/drawing/2014/main" id="{DBDBF227-C792-4BE6-B2E9-729C87601370}"/>
              </a:ext>
            </a:extLst>
          </p:cNvPr>
          <p:cNvSpPr>
            <a:spLocks xmlns:a="http://schemas.openxmlformats.org/drawingml/2006/main" noGrp="1"/>
          </p:cNvSpPr>
          <p:nvPr/>
        </p:nvSpPr>
        <p:spPr>
          <a:xfrm xmlns:a="http://schemas.openxmlformats.org/drawingml/2006/main" flipV="1">
            <a:off x="3861435" y="3661856"/>
            <a:ext cx="127635" cy="71696"/>
          </a:xfrm>
          <a:prstGeom xmlns:a="http://schemas.openxmlformats.org/drawingml/2006/main" prst="line">
            <a:avLst/>
          </a:prstGeom>
          <a:ln xmlns:a="http://schemas.openxmlformats.org/drawingml/2006/main" w="50800">
            <a:solidFill>
              <a:srgbClr val="D71920"/>
            </a:solidFill>
          </a:ln>
        </p:spPr>
      </p:sp>
      <p:sp>
        <p:nvSpPr>
          <p:cNvPr id="161" name="Connector 161">
            <a:extLst xmlns:a="http://schemas.openxmlformats.org/drawingml/2006/main">
              <a:ext uri="{FF2B5EF4-FFF2-40B4-BE49-F238E27FC236}">
                <a16:creationId xmlns:a16="http://schemas.microsoft.com/office/drawing/2014/main" id="{10ADFAB2-C106-42F8-BE07-81CE4E6D6A2D}"/>
              </a:ext>
            </a:extLst>
          </p:cNvPr>
          <p:cNvSpPr>
            <a:spLocks xmlns:a="http://schemas.openxmlformats.org/drawingml/2006/main" noGrp="1"/>
          </p:cNvSpPr>
          <p:nvPr/>
        </p:nvSpPr>
        <p:spPr>
          <a:xfrm xmlns:a="http://schemas.openxmlformats.org/drawingml/2006/main" flipV="1">
            <a:off x="3989070" y="3593125"/>
            <a:ext cx="127635" cy="68732"/>
          </a:xfrm>
          <a:prstGeom xmlns:a="http://schemas.openxmlformats.org/drawingml/2006/main" prst="line">
            <a:avLst/>
          </a:prstGeom>
          <a:ln xmlns:a="http://schemas.openxmlformats.org/drawingml/2006/main" w="50800">
            <a:solidFill>
              <a:srgbClr val="D71920"/>
            </a:solidFill>
          </a:ln>
        </p:spPr>
      </p:sp>
      <p:sp>
        <p:nvSpPr>
          <p:cNvPr id="162" name="Connector 162">
            <a:extLst xmlns:a="http://schemas.openxmlformats.org/drawingml/2006/main">
              <a:ext uri="{FF2B5EF4-FFF2-40B4-BE49-F238E27FC236}">
                <a16:creationId xmlns:a16="http://schemas.microsoft.com/office/drawing/2014/main" id="{6972EF7A-DE46-4D3A-A4C5-69CF6FE16344}"/>
              </a:ext>
            </a:extLst>
          </p:cNvPr>
          <p:cNvSpPr>
            <a:spLocks xmlns:a="http://schemas.openxmlformats.org/drawingml/2006/main" noGrp="1"/>
          </p:cNvSpPr>
          <p:nvPr/>
        </p:nvSpPr>
        <p:spPr>
          <a:xfrm xmlns:a="http://schemas.openxmlformats.org/drawingml/2006/main" flipV="1">
            <a:off x="4116705" y="3528027"/>
            <a:ext cx="127635" cy="65098"/>
          </a:xfrm>
          <a:prstGeom xmlns:a="http://schemas.openxmlformats.org/drawingml/2006/main" prst="line">
            <a:avLst/>
          </a:prstGeom>
          <a:ln xmlns:a="http://schemas.openxmlformats.org/drawingml/2006/main" w="50800">
            <a:solidFill>
              <a:srgbClr val="D71920"/>
            </a:solidFill>
          </a:ln>
        </p:spPr>
      </p:sp>
      <p:sp>
        <p:nvSpPr>
          <p:cNvPr id="163" name="Connector 163">
            <a:extLst xmlns:a="http://schemas.openxmlformats.org/drawingml/2006/main">
              <a:ext uri="{FF2B5EF4-FFF2-40B4-BE49-F238E27FC236}">
                <a16:creationId xmlns:a16="http://schemas.microsoft.com/office/drawing/2014/main" id="{41CA8A71-2630-47BF-A9D2-8E379F2F366F}"/>
              </a:ext>
            </a:extLst>
          </p:cNvPr>
          <p:cNvSpPr>
            <a:spLocks xmlns:a="http://schemas.openxmlformats.org/drawingml/2006/main" noGrp="1"/>
          </p:cNvSpPr>
          <p:nvPr/>
        </p:nvSpPr>
        <p:spPr>
          <a:xfrm xmlns:a="http://schemas.openxmlformats.org/drawingml/2006/main" flipV="1">
            <a:off x="4244340" y="3467179"/>
            <a:ext cx="127635" cy="60848"/>
          </a:xfrm>
          <a:prstGeom xmlns:a="http://schemas.openxmlformats.org/drawingml/2006/main" prst="line">
            <a:avLst/>
          </a:prstGeom>
          <a:ln xmlns:a="http://schemas.openxmlformats.org/drawingml/2006/main" w="50800">
            <a:solidFill>
              <a:srgbClr val="D71920"/>
            </a:solidFill>
          </a:ln>
        </p:spPr>
      </p:sp>
      <p:sp>
        <p:nvSpPr>
          <p:cNvPr id="164" name="Connector 164">
            <a:extLst xmlns:a="http://schemas.openxmlformats.org/drawingml/2006/main">
              <a:ext uri="{FF2B5EF4-FFF2-40B4-BE49-F238E27FC236}">
                <a16:creationId xmlns:a16="http://schemas.microsoft.com/office/drawing/2014/main" id="{B0AE01D3-8EC7-4C65-A856-CC0B857D4883}"/>
              </a:ext>
            </a:extLst>
          </p:cNvPr>
          <p:cNvSpPr>
            <a:spLocks xmlns:a="http://schemas.openxmlformats.org/drawingml/2006/main" noGrp="1"/>
          </p:cNvSpPr>
          <p:nvPr/>
        </p:nvSpPr>
        <p:spPr>
          <a:xfrm xmlns:a="http://schemas.openxmlformats.org/drawingml/2006/main" flipV="1">
            <a:off x="4371975" y="3411139"/>
            <a:ext cx="127635" cy="56040"/>
          </a:xfrm>
          <a:prstGeom xmlns:a="http://schemas.openxmlformats.org/drawingml/2006/main" prst="line">
            <a:avLst/>
          </a:prstGeom>
          <a:ln xmlns:a="http://schemas.openxmlformats.org/drawingml/2006/main" w="50800">
            <a:solidFill>
              <a:srgbClr val="D71920"/>
            </a:solidFill>
          </a:ln>
        </p:spPr>
      </p:sp>
      <p:sp>
        <p:nvSpPr>
          <p:cNvPr id="165" name="Connector 165">
            <a:extLst xmlns:a="http://schemas.openxmlformats.org/drawingml/2006/main">
              <a:ext uri="{FF2B5EF4-FFF2-40B4-BE49-F238E27FC236}">
                <a16:creationId xmlns:a16="http://schemas.microsoft.com/office/drawing/2014/main" id="{FB0E0DD7-26AC-4982-B996-9A1C7833CE25}"/>
              </a:ext>
            </a:extLst>
          </p:cNvPr>
          <p:cNvSpPr>
            <a:spLocks xmlns:a="http://schemas.openxmlformats.org/drawingml/2006/main" noGrp="1"/>
          </p:cNvSpPr>
          <p:nvPr/>
        </p:nvSpPr>
        <p:spPr>
          <a:xfrm xmlns:a="http://schemas.openxmlformats.org/drawingml/2006/main" flipV="1">
            <a:off x="4499610" y="3360405"/>
            <a:ext cx="127635" cy="50735"/>
          </a:xfrm>
          <a:prstGeom xmlns:a="http://schemas.openxmlformats.org/drawingml/2006/main" prst="line">
            <a:avLst/>
          </a:prstGeom>
          <a:ln xmlns:a="http://schemas.openxmlformats.org/drawingml/2006/main" w="50800">
            <a:solidFill>
              <a:srgbClr val="D71920"/>
            </a:solidFill>
          </a:ln>
        </p:spPr>
      </p:sp>
      <p:sp>
        <p:nvSpPr>
          <p:cNvPr id="166" name="Connector 166">
            <a:extLst xmlns:a="http://schemas.openxmlformats.org/drawingml/2006/main">
              <a:ext uri="{FF2B5EF4-FFF2-40B4-BE49-F238E27FC236}">
                <a16:creationId xmlns:a16="http://schemas.microsoft.com/office/drawing/2014/main" id="{2A144AF1-0F7E-4713-9755-714083D581AA}"/>
              </a:ext>
            </a:extLst>
          </p:cNvPr>
          <p:cNvSpPr>
            <a:spLocks xmlns:a="http://schemas.openxmlformats.org/drawingml/2006/main" noGrp="1"/>
          </p:cNvSpPr>
          <p:nvPr/>
        </p:nvSpPr>
        <p:spPr>
          <a:xfrm xmlns:a="http://schemas.openxmlformats.org/drawingml/2006/main" flipV="1">
            <a:off x="4627245" y="3315406"/>
            <a:ext cx="127635" cy="44999"/>
          </a:xfrm>
          <a:prstGeom xmlns:a="http://schemas.openxmlformats.org/drawingml/2006/main" prst="line">
            <a:avLst/>
          </a:prstGeom>
          <a:ln xmlns:a="http://schemas.openxmlformats.org/drawingml/2006/main" w="50800">
            <a:solidFill>
              <a:srgbClr val="D71920"/>
            </a:solidFill>
          </a:ln>
        </p:spPr>
      </p:sp>
      <p:sp>
        <p:nvSpPr>
          <p:cNvPr id="167" name="Connector 167">
            <a:extLst xmlns:a="http://schemas.openxmlformats.org/drawingml/2006/main">
              <a:ext uri="{FF2B5EF4-FFF2-40B4-BE49-F238E27FC236}">
                <a16:creationId xmlns:a16="http://schemas.microsoft.com/office/drawing/2014/main" id="{9B150281-CD76-46D7-984C-6C9B81C5DF74}"/>
              </a:ext>
            </a:extLst>
          </p:cNvPr>
          <p:cNvSpPr>
            <a:spLocks xmlns:a="http://schemas.openxmlformats.org/drawingml/2006/main" noGrp="1"/>
          </p:cNvSpPr>
          <p:nvPr/>
        </p:nvSpPr>
        <p:spPr>
          <a:xfrm xmlns:a="http://schemas.openxmlformats.org/drawingml/2006/main" flipV="1">
            <a:off x="4754880" y="3276507"/>
            <a:ext cx="127635" cy="38899"/>
          </a:xfrm>
          <a:prstGeom xmlns:a="http://schemas.openxmlformats.org/drawingml/2006/main" prst="line">
            <a:avLst/>
          </a:prstGeom>
          <a:ln xmlns:a="http://schemas.openxmlformats.org/drawingml/2006/main" w="50800">
            <a:solidFill>
              <a:srgbClr val="D71920"/>
            </a:solidFill>
          </a:ln>
        </p:spPr>
      </p:sp>
      <p:sp>
        <p:nvSpPr>
          <p:cNvPr id="168" name="Connector 168">
            <a:extLst xmlns:a="http://schemas.openxmlformats.org/drawingml/2006/main">
              <a:ext uri="{FF2B5EF4-FFF2-40B4-BE49-F238E27FC236}">
                <a16:creationId xmlns:a16="http://schemas.microsoft.com/office/drawing/2014/main" id="{3C66CCF3-042F-40A9-B71F-BAD34AED3D1C}"/>
              </a:ext>
            </a:extLst>
          </p:cNvPr>
          <p:cNvSpPr>
            <a:spLocks xmlns:a="http://schemas.openxmlformats.org/drawingml/2006/main" noGrp="1"/>
          </p:cNvSpPr>
          <p:nvPr/>
        </p:nvSpPr>
        <p:spPr>
          <a:xfrm xmlns:a="http://schemas.openxmlformats.org/drawingml/2006/main" flipV="1">
            <a:off x="4882515" y="3244002"/>
            <a:ext cx="127635" cy="32505"/>
          </a:xfrm>
          <a:prstGeom xmlns:a="http://schemas.openxmlformats.org/drawingml/2006/main" prst="line">
            <a:avLst/>
          </a:prstGeom>
          <a:ln xmlns:a="http://schemas.openxmlformats.org/drawingml/2006/main" w="50800">
            <a:solidFill>
              <a:srgbClr val="D71920"/>
            </a:solidFill>
          </a:ln>
        </p:spPr>
      </p:sp>
      <p:sp>
        <p:nvSpPr>
          <p:cNvPr id="169" name="Connector 169">
            <a:extLst xmlns:a="http://schemas.openxmlformats.org/drawingml/2006/main">
              <a:ext uri="{FF2B5EF4-FFF2-40B4-BE49-F238E27FC236}">
                <a16:creationId xmlns:a16="http://schemas.microsoft.com/office/drawing/2014/main" id="{D1BF5D99-250E-4767-A8B9-FA24B40E2E4C}"/>
              </a:ext>
            </a:extLst>
          </p:cNvPr>
          <p:cNvSpPr>
            <a:spLocks xmlns:a="http://schemas.openxmlformats.org/drawingml/2006/main" noGrp="1"/>
          </p:cNvSpPr>
          <p:nvPr/>
        </p:nvSpPr>
        <p:spPr>
          <a:xfrm xmlns:a="http://schemas.openxmlformats.org/drawingml/2006/main" flipV="1">
            <a:off x="5010150" y="3218116"/>
            <a:ext cx="127635" cy="25886"/>
          </a:xfrm>
          <a:prstGeom xmlns:a="http://schemas.openxmlformats.org/drawingml/2006/main" prst="line">
            <a:avLst/>
          </a:prstGeom>
          <a:ln xmlns:a="http://schemas.openxmlformats.org/drawingml/2006/main" w="50800">
            <a:solidFill>
              <a:srgbClr val="D71920"/>
            </a:solidFill>
          </a:ln>
        </p:spPr>
      </p:sp>
      <p:sp>
        <p:nvSpPr>
          <p:cNvPr id="170" name="Connector 170">
            <a:extLst xmlns:a="http://schemas.openxmlformats.org/drawingml/2006/main">
              <a:ext uri="{FF2B5EF4-FFF2-40B4-BE49-F238E27FC236}">
                <a16:creationId xmlns:a16="http://schemas.microsoft.com/office/drawing/2014/main" id="{2A8A50AD-F4ED-4279-AC10-3420EB4D4BFC}"/>
              </a:ext>
            </a:extLst>
          </p:cNvPr>
          <p:cNvSpPr>
            <a:spLocks xmlns:a="http://schemas.openxmlformats.org/drawingml/2006/main" noGrp="1"/>
          </p:cNvSpPr>
          <p:nvPr/>
        </p:nvSpPr>
        <p:spPr>
          <a:xfrm xmlns:a="http://schemas.openxmlformats.org/drawingml/2006/main" flipV="1">
            <a:off x="5137785" y="3199004"/>
            <a:ext cx="127635" cy="19112"/>
          </a:xfrm>
          <a:prstGeom xmlns:a="http://schemas.openxmlformats.org/drawingml/2006/main" prst="line">
            <a:avLst/>
          </a:prstGeom>
          <a:ln xmlns:a="http://schemas.openxmlformats.org/drawingml/2006/main" w="50800">
            <a:solidFill>
              <a:srgbClr val="D71920"/>
            </a:solidFill>
          </a:ln>
        </p:spPr>
      </p:sp>
      <p:sp>
        <p:nvSpPr>
          <p:cNvPr id="171" name="Connector 171">
            <a:extLst xmlns:a="http://schemas.openxmlformats.org/drawingml/2006/main">
              <a:ext uri="{FF2B5EF4-FFF2-40B4-BE49-F238E27FC236}">
                <a16:creationId xmlns:a16="http://schemas.microsoft.com/office/drawing/2014/main" id="{60975517-583A-4FCD-A09E-CECEFEE6ED02}"/>
              </a:ext>
            </a:extLst>
          </p:cNvPr>
          <p:cNvSpPr>
            <a:spLocks xmlns:a="http://schemas.openxmlformats.org/drawingml/2006/main" noGrp="1"/>
          </p:cNvSpPr>
          <p:nvPr/>
        </p:nvSpPr>
        <p:spPr>
          <a:xfrm xmlns:a="http://schemas.openxmlformats.org/drawingml/2006/main" flipV="1">
            <a:off x="5265420" y="3186751"/>
            <a:ext cx="127635" cy="12253"/>
          </a:xfrm>
          <a:prstGeom xmlns:a="http://schemas.openxmlformats.org/drawingml/2006/main" prst="line">
            <a:avLst/>
          </a:prstGeom>
          <a:ln xmlns:a="http://schemas.openxmlformats.org/drawingml/2006/main" w="50800">
            <a:solidFill>
              <a:srgbClr val="D71920"/>
            </a:solidFill>
          </a:ln>
        </p:spPr>
      </p:sp>
      <p:sp>
        <p:nvSpPr>
          <p:cNvPr id="172" name="Connector 172">
            <a:extLst xmlns:a="http://schemas.openxmlformats.org/drawingml/2006/main">
              <a:ext uri="{FF2B5EF4-FFF2-40B4-BE49-F238E27FC236}">
                <a16:creationId xmlns:a16="http://schemas.microsoft.com/office/drawing/2014/main" id="{A6482834-69A9-4609-85DB-05A8A77047E1}"/>
              </a:ext>
            </a:extLst>
          </p:cNvPr>
          <p:cNvSpPr>
            <a:spLocks xmlns:a="http://schemas.openxmlformats.org/drawingml/2006/main" noGrp="1"/>
          </p:cNvSpPr>
          <p:nvPr/>
        </p:nvSpPr>
        <p:spPr>
          <a:xfrm xmlns:a="http://schemas.openxmlformats.org/drawingml/2006/main" flipV="1">
            <a:off x="5393055" y="3181375"/>
            <a:ext cx="127635" cy="5376"/>
          </a:xfrm>
          <a:prstGeom xmlns:a="http://schemas.openxmlformats.org/drawingml/2006/main" prst="line">
            <a:avLst/>
          </a:prstGeom>
          <a:ln xmlns:a="http://schemas.openxmlformats.org/drawingml/2006/main" w="50800">
            <a:solidFill>
              <a:srgbClr val="D71920"/>
            </a:solidFill>
          </a:ln>
        </p:spPr>
      </p:sp>
      <p:sp>
        <p:nvSpPr>
          <p:cNvPr id="173" name="Connector 173">
            <a:extLst xmlns:a="http://schemas.openxmlformats.org/drawingml/2006/main">
              <a:ext uri="{FF2B5EF4-FFF2-40B4-BE49-F238E27FC236}">
                <a16:creationId xmlns:a16="http://schemas.microsoft.com/office/drawing/2014/main" id="{9A41A6AC-E90D-4DA2-831E-2F5365BCDF7E}"/>
              </a:ext>
            </a:extLst>
          </p:cNvPr>
          <p:cNvSpPr>
            <a:spLocks xmlns:a="http://schemas.openxmlformats.org/drawingml/2006/main" noGrp="1"/>
          </p:cNvSpPr>
          <p:nvPr/>
        </p:nvSpPr>
        <p:spPr>
          <a:xfrm xmlns:a="http://schemas.openxmlformats.org/drawingml/2006/main">
            <a:off x="5520690" y="3181375"/>
            <a:ext cx="127635" cy="1452"/>
          </a:xfrm>
          <a:prstGeom xmlns:a="http://schemas.openxmlformats.org/drawingml/2006/main" prst="line">
            <a:avLst/>
          </a:prstGeom>
          <a:ln xmlns:a="http://schemas.openxmlformats.org/drawingml/2006/main" w="50800">
            <a:solidFill>
              <a:srgbClr val="D71920"/>
            </a:solidFill>
          </a:ln>
        </p:spPr>
      </p:sp>
      <p:sp>
        <p:nvSpPr>
          <p:cNvPr id="174" name="Connector 174">
            <a:extLst xmlns:a="http://schemas.openxmlformats.org/drawingml/2006/main">
              <a:ext uri="{FF2B5EF4-FFF2-40B4-BE49-F238E27FC236}">
                <a16:creationId xmlns:a16="http://schemas.microsoft.com/office/drawing/2014/main" id="{F594B3F5-EAA8-499D-B9C6-C8B602180C77}"/>
              </a:ext>
            </a:extLst>
          </p:cNvPr>
          <p:cNvSpPr>
            <a:spLocks xmlns:a="http://schemas.openxmlformats.org/drawingml/2006/main" noGrp="1"/>
          </p:cNvSpPr>
          <p:nvPr/>
        </p:nvSpPr>
        <p:spPr>
          <a:xfrm xmlns:a="http://schemas.openxmlformats.org/drawingml/2006/main">
            <a:off x="5648325" y="3182826"/>
            <a:ext cx="127635" cy="8167"/>
          </a:xfrm>
          <a:prstGeom xmlns:a="http://schemas.openxmlformats.org/drawingml/2006/main" prst="line">
            <a:avLst/>
          </a:prstGeom>
          <a:ln xmlns:a="http://schemas.openxmlformats.org/drawingml/2006/main" w="50800">
            <a:solidFill>
              <a:srgbClr val="D71920"/>
            </a:solidFill>
          </a:ln>
        </p:spPr>
      </p:sp>
      <p:sp>
        <p:nvSpPr>
          <p:cNvPr id="175" name="Connector 175">
            <a:extLst xmlns:a="http://schemas.openxmlformats.org/drawingml/2006/main">
              <a:ext uri="{FF2B5EF4-FFF2-40B4-BE49-F238E27FC236}">
                <a16:creationId xmlns:a16="http://schemas.microsoft.com/office/drawing/2014/main" id="{B6CA27EF-17A9-49EB-BAF1-CA3C7D92E1D3}"/>
              </a:ext>
            </a:extLst>
          </p:cNvPr>
          <p:cNvSpPr>
            <a:spLocks xmlns:a="http://schemas.openxmlformats.org/drawingml/2006/main" noGrp="1"/>
          </p:cNvSpPr>
          <p:nvPr/>
        </p:nvSpPr>
        <p:spPr>
          <a:xfrm xmlns:a="http://schemas.openxmlformats.org/drawingml/2006/main">
            <a:off x="5775960" y="3190994"/>
            <a:ext cx="127635" cy="14710"/>
          </a:xfrm>
          <a:prstGeom xmlns:a="http://schemas.openxmlformats.org/drawingml/2006/main" prst="line">
            <a:avLst/>
          </a:prstGeom>
          <a:ln xmlns:a="http://schemas.openxmlformats.org/drawingml/2006/main" w="50800">
            <a:solidFill>
              <a:srgbClr val="D71920"/>
            </a:solidFill>
          </a:ln>
        </p:spPr>
      </p:sp>
      <p:sp>
        <p:nvSpPr>
          <p:cNvPr id="176" name="Connector 176">
            <a:extLst xmlns:a="http://schemas.openxmlformats.org/drawingml/2006/main">
              <a:ext uri="{FF2B5EF4-FFF2-40B4-BE49-F238E27FC236}">
                <a16:creationId xmlns:a16="http://schemas.microsoft.com/office/drawing/2014/main" id="{1A8390BF-AD77-47CE-A762-092757C1583C}"/>
              </a:ext>
            </a:extLst>
          </p:cNvPr>
          <p:cNvSpPr>
            <a:spLocks xmlns:a="http://schemas.openxmlformats.org/drawingml/2006/main" noGrp="1"/>
          </p:cNvSpPr>
          <p:nvPr/>
        </p:nvSpPr>
        <p:spPr>
          <a:xfrm xmlns:a="http://schemas.openxmlformats.org/drawingml/2006/main">
            <a:off x="5903595" y="3205704"/>
            <a:ext cx="127635" cy="21022"/>
          </a:xfrm>
          <a:prstGeom xmlns:a="http://schemas.openxmlformats.org/drawingml/2006/main" prst="line">
            <a:avLst/>
          </a:prstGeom>
          <a:ln xmlns:a="http://schemas.openxmlformats.org/drawingml/2006/main" w="50800">
            <a:solidFill>
              <a:srgbClr val="D71920"/>
            </a:solidFill>
          </a:ln>
        </p:spPr>
      </p:sp>
      <p:sp>
        <p:nvSpPr>
          <p:cNvPr id="177" name="Connector 177">
            <a:extLst xmlns:a="http://schemas.openxmlformats.org/drawingml/2006/main">
              <a:ext uri="{FF2B5EF4-FFF2-40B4-BE49-F238E27FC236}">
                <a16:creationId xmlns:a16="http://schemas.microsoft.com/office/drawing/2014/main" id="{A070DB75-16F1-46E2-BC7D-ED006C3AAFEB}"/>
              </a:ext>
            </a:extLst>
          </p:cNvPr>
          <p:cNvSpPr>
            <a:spLocks xmlns:a="http://schemas.openxmlformats.org/drawingml/2006/main" noGrp="1"/>
          </p:cNvSpPr>
          <p:nvPr/>
        </p:nvSpPr>
        <p:spPr>
          <a:xfrm xmlns:a="http://schemas.openxmlformats.org/drawingml/2006/main">
            <a:off x="6031230" y="3226726"/>
            <a:ext cx="127635" cy="27050"/>
          </a:xfrm>
          <a:prstGeom xmlns:a="http://schemas.openxmlformats.org/drawingml/2006/main" prst="line">
            <a:avLst/>
          </a:prstGeom>
          <a:ln xmlns:a="http://schemas.openxmlformats.org/drawingml/2006/main" w="50800">
            <a:solidFill>
              <a:srgbClr val="D71920"/>
            </a:solidFill>
          </a:ln>
        </p:spPr>
      </p:sp>
      <p:sp>
        <p:nvSpPr>
          <p:cNvPr id="178" name="Connector 178">
            <a:extLst xmlns:a="http://schemas.openxmlformats.org/drawingml/2006/main">
              <a:ext uri="{FF2B5EF4-FFF2-40B4-BE49-F238E27FC236}">
                <a16:creationId xmlns:a16="http://schemas.microsoft.com/office/drawing/2014/main" id="{72B989D1-3D04-4CC4-B36A-CEC7A846617C}"/>
              </a:ext>
            </a:extLst>
          </p:cNvPr>
          <p:cNvSpPr>
            <a:spLocks xmlns:a="http://schemas.openxmlformats.org/drawingml/2006/main" noGrp="1"/>
          </p:cNvSpPr>
          <p:nvPr/>
        </p:nvSpPr>
        <p:spPr>
          <a:xfrm xmlns:a="http://schemas.openxmlformats.org/drawingml/2006/main">
            <a:off x="6158865" y="3253776"/>
            <a:ext cx="127635" cy="32746"/>
          </a:xfrm>
          <a:prstGeom xmlns:a="http://schemas.openxmlformats.org/drawingml/2006/main" prst="line">
            <a:avLst/>
          </a:prstGeom>
          <a:ln xmlns:a="http://schemas.openxmlformats.org/drawingml/2006/main" w="50800">
            <a:solidFill>
              <a:srgbClr val="D71920"/>
            </a:solidFill>
          </a:ln>
        </p:spPr>
      </p:sp>
      <p:sp>
        <p:nvSpPr>
          <p:cNvPr id="179" name="Connector 179">
            <a:extLst xmlns:a="http://schemas.openxmlformats.org/drawingml/2006/main">
              <a:ext uri="{FF2B5EF4-FFF2-40B4-BE49-F238E27FC236}">
                <a16:creationId xmlns:a16="http://schemas.microsoft.com/office/drawing/2014/main" id="{62184B45-F5D4-42C2-8DC4-1C7032BB4E3E}"/>
              </a:ext>
            </a:extLst>
          </p:cNvPr>
          <p:cNvSpPr>
            <a:spLocks xmlns:a="http://schemas.openxmlformats.org/drawingml/2006/main" noGrp="1"/>
          </p:cNvSpPr>
          <p:nvPr/>
        </p:nvSpPr>
        <p:spPr>
          <a:xfrm xmlns:a="http://schemas.openxmlformats.org/drawingml/2006/main">
            <a:off x="6286500" y="3286522"/>
            <a:ext cx="127635" cy="38063"/>
          </a:xfrm>
          <a:prstGeom xmlns:a="http://schemas.openxmlformats.org/drawingml/2006/main" prst="line">
            <a:avLst/>
          </a:prstGeom>
          <a:ln xmlns:a="http://schemas.openxmlformats.org/drawingml/2006/main" w="50800">
            <a:solidFill>
              <a:srgbClr val="D71920"/>
            </a:solidFill>
          </a:ln>
        </p:spPr>
      </p:sp>
      <p:sp>
        <p:nvSpPr>
          <p:cNvPr id="180" name="Connector 180">
            <a:extLst xmlns:a="http://schemas.openxmlformats.org/drawingml/2006/main">
              <a:ext uri="{FF2B5EF4-FFF2-40B4-BE49-F238E27FC236}">
                <a16:creationId xmlns:a16="http://schemas.microsoft.com/office/drawing/2014/main" id="{F5CE330B-CAA3-4F20-94B7-709A65BC8E00}"/>
              </a:ext>
            </a:extLst>
          </p:cNvPr>
          <p:cNvSpPr>
            <a:spLocks xmlns:a="http://schemas.openxmlformats.org/drawingml/2006/main" noGrp="1"/>
          </p:cNvSpPr>
          <p:nvPr/>
        </p:nvSpPr>
        <p:spPr>
          <a:xfrm xmlns:a="http://schemas.openxmlformats.org/drawingml/2006/main">
            <a:off x="6414135" y="3324585"/>
            <a:ext cx="127635" cy="42962"/>
          </a:xfrm>
          <a:prstGeom xmlns:a="http://schemas.openxmlformats.org/drawingml/2006/main" prst="line">
            <a:avLst/>
          </a:prstGeom>
          <a:ln xmlns:a="http://schemas.openxmlformats.org/drawingml/2006/main" w="50800">
            <a:solidFill>
              <a:srgbClr val="D71920"/>
            </a:solidFill>
          </a:ln>
        </p:spPr>
      </p:sp>
      <p:sp>
        <p:nvSpPr>
          <p:cNvPr id="181" name="Connector 181">
            <a:extLst xmlns:a="http://schemas.openxmlformats.org/drawingml/2006/main">
              <a:ext uri="{FF2B5EF4-FFF2-40B4-BE49-F238E27FC236}">
                <a16:creationId xmlns:a16="http://schemas.microsoft.com/office/drawing/2014/main" id="{FA98E6F9-F238-481C-BBEB-4A69DB6360F0}"/>
              </a:ext>
            </a:extLst>
          </p:cNvPr>
          <p:cNvSpPr>
            <a:spLocks xmlns:a="http://schemas.openxmlformats.org/drawingml/2006/main" noGrp="1"/>
          </p:cNvSpPr>
          <p:nvPr/>
        </p:nvSpPr>
        <p:spPr>
          <a:xfrm xmlns:a="http://schemas.openxmlformats.org/drawingml/2006/main">
            <a:off x="6541770" y="3367547"/>
            <a:ext cx="127635" cy="47409"/>
          </a:xfrm>
          <a:prstGeom xmlns:a="http://schemas.openxmlformats.org/drawingml/2006/main" prst="line">
            <a:avLst/>
          </a:prstGeom>
          <a:ln xmlns:a="http://schemas.openxmlformats.org/drawingml/2006/main" w="50800">
            <a:solidFill>
              <a:srgbClr val="D71920"/>
            </a:solidFill>
          </a:ln>
        </p:spPr>
      </p:sp>
      <p:sp>
        <p:nvSpPr>
          <p:cNvPr id="182" name="Connector 182">
            <a:extLst xmlns:a="http://schemas.openxmlformats.org/drawingml/2006/main">
              <a:ext uri="{FF2B5EF4-FFF2-40B4-BE49-F238E27FC236}">
                <a16:creationId xmlns:a16="http://schemas.microsoft.com/office/drawing/2014/main" id="{7C2B7C9C-8F51-4B0A-9579-8A5DF7EBB2A7}"/>
              </a:ext>
            </a:extLst>
          </p:cNvPr>
          <p:cNvSpPr>
            <a:spLocks xmlns:a="http://schemas.openxmlformats.org/drawingml/2006/main" noGrp="1"/>
          </p:cNvSpPr>
          <p:nvPr/>
        </p:nvSpPr>
        <p:spPr>
          <a:xfrm xmlns:a="http://schemas.openxmlformats.org/drawingml/2006/main">
            <a:off x="6669405" y="3414957"/>
            <a:ext cx="127635" cy="51375"/>
          </a:xfrm>
          <a:prstGeom xmlns:a="http://schemas.openxmlformats.org/drawingml/2006/main" prst="line">
            <a:avLst/>
          </a:prstGeom>
          <a:ln xmlns:a="http://schemas.openxmlformats.org/drawingml/2006/main" w="50800">
            <a:solidFill>
              <a:srgbClr val="D71920"/>
            </a:solidFill>
          </a:ln>
        </p:spPr>
      </p:sp>
      <p:sp>
        <p:nvSpPr>
          <p:cNvPr id="183" name="Connector 183">
            <a:extLst xmlns:a="http://schemas.openxmlformats.org/drawingml/2006/main">
              <a:ext uri="{FF2B5EF4-FFF2-40B4-BE49-F238E27FC236}">
                <a16:creationId xmlns:a16="http://schemas.microsoft.com/office/drawing/2014/main" id="{61426384-6022-4307-B13B-3CDE7F4F5D91}"/>
              </a:ext>
            </a:extLst>
          </p:cNvPr>
          <p:cNvSpPr>
            <a:spLocks xmlns:a="http://schemas.openxmlformats.org/drawingml/2006/main" noGrp="1"/>
          </p:cNvSpPr>
          <p:nvPr/>
        </p:nvSpPr>
        <p:spPr>
          <a:xfrm xmlns:a="http://schemas.openxmlformats.org/drawingml/2006/main">
            <a:off x="6797040" y="3466331"/>
            <a:ext cx="127635" cy="54834"/>
          </a:xfrm>
          <a:prstGeom xmlns:a="http://schemas.openxmlformats.org/drawingml/2006/main" prst="line">
            <a:avLst/>
          </a:prstGeom>
          <a:ln xmlns:a="http://schemas.openxmlformats.org/drawingml/2006/main" w="50800">
            <a:solidFill>
              <a:srgbClr val="D71920"/>
            </a:solidFill>
          </a:ln>
        </p:spPr>
      </p:sp>
      <p:sp>
        <p:nvSpPr>
          <p:cNvPr id="184" name="Connector 184">
            <a:extLst xmlns:a="http://schemas.openxmlformats.org/drawingml/2006/main">
              <a:ext uri="{FF2B5EF4-FFF2-40B4-BE49-F238E27FC236}">
                <a16:creationId xmlns:a16="http://schemas.microsoft.com/office/drawing/2014/main" id="{C69D648C-58EF-4411-B230-665BA08C4453}"/>
              </a:ext>
            </a:extLst>
          </p:cNvPr>
          <p:cNvSpPr>
            <a:spLocks xmlns:a="http://schemas.openxmlformats.org/drawingml/2006/main" noGrp="1"/>
          </p:cNvSpPr>
          <p:nvPr/>
        </p:nvSpPr>
        <p:spPr>
          <a:xfrm xmlns:a="http://schemas.openxmlformats.org/drawingml/2006/main">
            <a:off x="6924675" y="3521165"/>
            <a:ext cx="127635" cy="57769"/>
          </a:xfrm>
          <a:prstGeom xmlns:a="http://schemas.openxmlformats.org/drawingml/2006/main" prst="line">
            <a:avLst/>
          </a:prstGeom>
          <a:ln xmlns:a="http://schemas.openxmlformats.org/drawingml/2006/main" w="50800">
            <a:solidFill>
              <a:srgbClr val="D71920"/>
            </a:solidFill>
          </a:ln>
        </p:spPr>
      </p:sp>
      <p:sp>
        <p:nvSpPr>
          <p:cNvPr id="185" name="Connector 185">
            <a:extLst xmlns:a="http://schemas.openxmlformats.org/drawingml/2006/main">
              <a:ext uri="{FF2B5EF4-FFF2-40B4-BE49-F238E27FC236}">
                <a16:creationId xmlns:a16="http://schemas.microsoft.com/office/drawing/2014/main" id="{BB7052E7-44AE-4A96-B043-B8B19E97BEEA}"/>
              </a:ext>
            </a:extLst>
          </p:cNvPr>
          <p:cNvSpPr>
            <a:spLocks xmlns:a="http://schemas.openxmlformats.org/drawingml/2006/main" noGrp="1"/>
          </p:cNvSpPr>
          <p:nvPr/>
        </p:nvSpPr>
        <p:spPr>
          <a:xfrm xmlns:a="http://schemas.openxmlformats.org/drawingml/2006/main">
            <a:off x="7052310" y="3578933"/>
            <a:ext cx="127635" cy="60166"/>
          </a:xfrm>
          <a:prstGeom xmlns:a="http://schemas.openxmlformats.org/drawingml/2006/main" prst="line">
            <a:avLst/>
          </a:prstGeom>
          <a:ln xmlns:a="http://schemas.openxmlformats.org/drawingml/2006/main" w="50800">
            <a:solidFill>
              <a:srgbClr val="D71920"/>
            </a:solidFill>
          </a:ln>
        </p:spPr>
      </p:sp>
      <p:sp>
        <p:nvSpPr>
          <p:cNvPr id="186" name="Connector 186">
            <a:extLst xmlns:a="http://schemas.openxmlformats.org/drawingml/2006/main">
              <a:ext uri="{FF2B5EF4-FFF2-40B4-BE49-F238E27FC236}">
                <a16:creationId xmlns:a16="http://schemas.microsoft.com/office/drawing/2014/main" id="{53CBA951-D17E-47DF-94BB-B6E3600AFE63}"/>
              </a:ext>
            </a:extLst>
          </p:cNvPr>
          <p:cNvSpPr>
            <a:spLocks xmlns:a="http://schemas.openxmlformats.org/drawingml/2006/main" noGrp="1"/>
          </p:cNvSpPr>
          <p:nvPr/>
        </p:nvSpPr>
        <p:spPr>
          <a:xfrm xmlns:a="http://schemas.openxmlformats.org/drawingml/2006/main">
            <a:off x="7179945" y="3639100"/>
            <a:ext cx="127635" cy="62020"/>
          </a:xfrm>
          <a:prstGeom xmlns:a="http://schemas.openxmlformats.org/drawingml/2006/main" prst="line">
            <a:avLst/>
          </a:prstGeom>
          <a:ln xmlns:a="http://schemas.openxmlformats.org/drawingml/2006/main" w="50800">
            <a:solidFill>
              <a:srgbClr val="D71920"/>
            </a:solidFill>
          </a:ln>
        </p:spPr>
      </p:sp>
      <p:sp>
        <p:nvSpPr>
          <p:cNvPr id="187" name="Connector 187">
            <a:extLst xmlns:a="http://schemas.openxmlformats.org/drawingml/2006/main">
              <a:ext uri="{FF2B5EF4-FFF2-40B4-BE49-F238E27FC236}">
                <a16:creationId xmlns:a16="http://schemas.microsoft.com/office/drawing/2014/main" id="{081341EC-7BDD-4BB8-AEEF-11E39419241B}"/>
              </a:ext>
            </a:extLst>
          </p:cNvPr>
          <p:cNvSpPr>
            <a:spLocks xmlns:a="http://schemas.openxmlformats.org/drawingml/2006/main" noGrp="1"/>
          </p:cNvSpPr>
          <p:nvPr/>
        </p:nvSpPr>
        <p:spPr>
          <a:xfrm xmlns:a="http://schemas.openxmlformats.org/drawingml/2006/main">
            <a:off x="7307580" y="3701119"/>
            <a:ext cx="127635" cy="63328"/>
          </a:xfrm>
          <a:prstGeom xmlns:a="http://schemas.openxmlformats.org/drawingml/2006/main" prst="line">
            <a:avLst/>
          </a:prstGeom>
          <a:ln xmlns:a="http://schemas.openxmlformats.org/drawingml/2006/main" w="50800">
            <a:solidFill>
              <a:srgbClr val="D71920"/>
            </a:solidFill>
          </a:ln>
        </p:spPr>
      </p:sp>
      <p:sp>
        <p:nvSpPr>
          <p:cNvPr id="188" name="Connector 188">
            <a:extLst xmlns:a="http://schemas.openxmlformats.org/drawingml/2006/main">
              <a:ext uri="{FF2B5EF4-FFF2-40B4-BE49-F238E27FC236}">
                <a16:creationId xmlns:a16="http://schemas.microsoft.com/office/drawing/2014/main" id="{E5E739AE-6ED1-4EE4-BE29-3B0C5EB561AD}"/>
              </a:ext>
            </a:extLst>
          </p:cNvPr>
          <p:cNvSpPr>
            <a:spLocks xmlns:a="http://schemas.openxmlformats.org/drawingml/2006/main" noGrp="1"/>
          </p:cNvSpPr>
          <p:nvPr/>
        </p:nvSpPr>
        <p:spPr>
          <a:xfrm xmlns:a="http://schemas.openxmlformats.org/drawingml/2006/main">
            <a:off x="7435215" y="3764447"/>
            <a:ext cx="127635" cy="64094"/>
          </a:xfrm>
          <a:prstGeom xmlns:a="http://schemas.openxmlformats.org/drawingml/2006/main" prst="line">
            <a:avLst/>
          </a:prstGeom>
          <a:ln xmlns:a="http://schemas.openxmlformats.org/drawingml/2006/main" w="50800">
            <a:solidFill>
              <a:srgbClr val="D71920"/>
            </a:solidFill>
          </a:ln>
        </p:spPr>
      </p:sp>
      <p:sp>
        <p:nvSpPr>
          <p:cNvPr id="189" name="Connector 189">
            <a:extLst xmlns:a="http://schemas.openxmlformats.org/drawingml/2006/main">
              <a:ext uri="{FF2B5EF4-FFF2-40B4-BE49-F238E27FC236}">
                <a16:creationId xmlns:a16="http://schemas.microsoft.com/office/drawing/2014/main" id="{22C3C647-2B54-4E68-8DFC-4BDB7805964B}"/>
              </a:ext>
            </a:extLst>
          </p:cNvPr>
          <p:cNvSpPr>
            <a:spLocks xmlns:a="http://schemas.openxmlformats.org/drawingml/2006/main" noGrp="1"/>
          </p:cNvSpPr>
          <p:nvPr/>
        </p:nvSpPr>
        <p:spPr>
          <a:xfrm xmlns:a="http://schemas.openxmlformats.org/drawingml/2006/main">
            <a:off x="7562850" y="3828541"/>
            <a:ext cx="127635" cy="64329"/>
          </a:xfrm>
          <a:prstGeom xmlns:a="http://schemas.openxmlformats.org/drawingml/2006/main" prst="line">
            <a:avLst/>
          </a:prstGeom>
          <a:ln xmlns:a="http://schemas.openxmlformats.org/drawingml/2006/main" w="50800">
            <a:solidFill>
              <a:srgbClr val="D71920"/>
            </a:solidFill>
          </a:ln>
        </p:spPr>
      </p:sp>
      <p:sp>
        <p:nvSpPr>
          <p:cNvPr id="190" name="Connector 190">
            <a:extLst xmlns:a="http://schemas.openxmlformats.org/drawingml/2006/main">
              <a:ext uri="{FF2B5EF4-FFF2-40B4-BE49-F238E27FC236}">
                <a16:creationId xmlns:a16="http://schemas.microsoft.com/office/drawing/2014/main" id="{61043DEA-8D19-48F8-AE03-D136975EF5A1}"/>
              </a:ext>
            </a:extLst>
          </p:cNvPr>
          <p:cNvSpPr>
            <a:spLocks xmlns:a="http://schemas.openxmlformats.org/drawingml/2006/main" noGrp="1"/>
          </p:cNvSpPr>
          <p:nvPr/>
        </p:nvSpPr>
        <p:spPr>
          <a:xfrm xmlns:a="http://schemas.openxmlformats.org/drawingml/2006/main">
            <a:off x="7690485" y="3892871"/>
            <a:ext cx="127635" cy="64048"/>
          </a:xfrm>
          <a:prstGeom xmlns:a="http://schemas.openxmlformats.org/drawingml/2006/main" prst="line">
            <a:avLst/>
          </a:prstGeom>
          <a:ln xmlns:a="http://schemas.openxmlformats.org/drawingml/2006/main" w="50800">
            <a:solidFill>
              <a:srgbClr val="D71920"/>
            </a:solidFill>
          </a:ln>
        </p:spPr>
      </p:sp>
      <p:sp>
        <p:nvSpPr>
          <p:cNvPr id="191" name="Connector 191">
            <a:extLst xmlns:a="http://schemas.openxmlformats.org/drawingml/2006/main">
              <a:ext uri="{FF2B5EF4-FFF2-40B4-BE49-F238E27FC236}">
                <a16:creationId xmlns:a16="http://schemas.microsoft.com/office/drawing/2014/main" id="{1A48EB4D-DF7F-4167-8898-189F8B5AC594}"/>
              </a:ext>
            </a:extLst>
          </p:cNvPr>
          <p:cNvSpPr>
            <a:spLocks xmlns:a="http://schemas.openxmlformats.org/drawingml/2006/main" noGrp="1"/>
          </p:cNvSpPr>
          <p:nvPr/>
        </p:nvSpPr>
        <p:spPr>
          <a:xfrm xmlns:a="http://schemas.openxmlformats.org/drawingml/2006/main">
            <a:off x="7818120" y="3956919"/>
            <a:ext cx="127635" cy="63271"/>
          </a:xfrm>
          <a:prstGeom xmlns:a="http://schemas.openxmlformats.org/drawingml/2006/main" prst="line">
            <a:avLst/>
          </a:prstGeom>
          <a:ln xmlns:a="http://schemas.openxmlformats.org/drawingml/2006/main" w="50800">
            <a:solidFill>
              <a:srgbClr val="D71920"/>
            </a:solidFill>
          </a:ln>
        </p:spPr>
      </p:sp>
      <p:sp>
        <p:nvSpPr>
          <p:cNvPr id="192" name="Connector 192">
            <a:extLst xmlns:a="http://schemas.openxmlformats.org/drawingml/2006/main">
              <a:ext uri="{FF2B5EF4-FFF2-40B4-BE49-F238E27FC236}">
                <a16:creationId xmlns:a16="http://schemas.microsoft.com/office/drawing/2014/main" id="{3951F747-85E1-43D0-AD06-28B35B61D58A}"/>
              </a:ext>
            </a:extLst>
          </p:cNvPr>
          <p:cNvSpPr>
            <a:spLocks xmlns:a="http://schemas.openxmlformats.org/drawingml/2006/main" noGrp="1"/>
          </p:cNvSpPr>
          <p:nvPr/>
        </p:nvSpPr>
        <p:spPr>
          <a:xfrm xmlns:a="http://schemas.openxmlformats.org/drawingml/2006/main">
            <a:off x="7945755" y="4020189"/>
            <a:ext cx="127635" cy="62022"/>
          </a:xfrm>
          <a:prstGeom xmlns:a="http://schemas.openxmlformats.org/drawingml/2006/main" prst="line">
            <a:avLst/>
          </a:prstGeom>
          <a:ln xmlns:a="http://schemas.openxmlformats.org/drawingml/2006/main" w="50800">
            <a:solidFill>
              <a:srgbClr val="D71920"/>
            </a:solidFill>
          </a:ln>
        </p:spPr>
      </p:sp>
      <p:sp>
        <p:nvSpPr>
          <p:cNvPr id="193" name="Connector 193">
            <a:extLst xmlns:a="http://schemas.openxmlformats.org/drawingml/2006/main">
              <a:ext uri="{FF2B5EF4-FFF2-40B4-BE49-F238E27FC236}">
                <a16:creationId xmlns:a16="http://schemas.microsoft.com/office/drawing/2014/main" id="{66D69853-7742-41A3-9C77-6E66B9094588}"/>
              </a:ext>
            </a:extLst>
          </p:cNvPr>
          <p:cNvSpPr>
            <a:spLocks xmlns:a="http://schemas.openxmlformats.org/drawingml/2006/main" noGrp="1"/>
          </p:cNvSpPr>
          <p:nvPr/>
        </p:nvSpPr>
        <p:spPr>
          <a:xfrm xmlns:a="http://schemas.openxmlformats.org/drawingml/2006/main">
            <a:off x="8073390" y="4082212"/>
            <a:ext cx="127635" cy="60333"/>
          </a:xfrm>
          <a:prstGeom xmlns:a="http://schemas.openxmlformats.org/drawingml/2006/main" prst="line">
            <a:avLst/>
          </a:prstGeom>
          <a:ln xmlns:a="http://schemas.openxmlformats.org/drawingml/2006/main" w="50800">
            <a:solidFill>
              <a:srgbClr val="D71920"/>
            </a:solidFill>
          </a:ln>
        </p:spPr>
      </p:sp>
      <p:sp>
        <p:nvSpPr>
          <p:cNvPr id="194" name="Connector 194">
            <a:extLst xmlns:a="http://schemas.openxmlformats.org/drawingml/2006/main">
              <a:ext uri="{FF2B5EF4-FFF2-40B4-BE49-F238E27FC236}">
                <a16:creationId xmlns:a16="http://schemas.microsoft.com/office/drawing/2014/main" id="{7406C8A1-2924-49E0-BFBE-1D08C406832E}"/>
              </a:ext>
            </a:extLst>
          </p:cNvPr>
          <p:cNvSpPr>
            <a:spLocks xmlns:a="http://schemas.openxmlformats.org/drawingml/2006/main" noGrp="1"/>
          </p:cNvSpPr>
          <p:nvPr/>
        </p:nvSpPr>
        <p:spPr>
          <a:xfrm xmlns:a="http://schemas.openxmlformats.org/drawingml/2006/main">
            <a:off x="8201025" y="4142545"/>
            <a:ext cx="127635" cy="58238"/>
          </a:xfrm>
          <a:prstGeom xmlns:a="http://schemas.openxmlformats.org/drawingml/2006/main" prst="line">
            <a:avLst/>
          </a:prstGeom>
          <a:ln xmlns:a="http://schemas.openxmlformats.org/drawingml/2006/main" w="50800">
            <a:solidFill>
              <a:srgbClr val="D71920"/>
            </a:solidFill>
          </a:ln>
        </p:spPr>
      </p:sp>
      <p:sp>
        <p:nvSpPr>
          <p:cNvPr id="195" name="Connector 195">
            <a:extLst xmlns:a="http://schemas.openxmlformats.org/drawingml/2006/main">
              <a:ext uri="{FF2B5EF4-FFF2-40B4-BE49-F238E27FC236}">
                <a16:creationId xmlns:a16="http://schemas.microsoft.com/office/drawing/2014/main" id="{368A22DC-6AA1-4F6B-B2AE-5C65DC8929C1}"/>
              </a:ext>
            </a:extLst>
          </p:cNvPr>
          <p:cNvSpPr>
            <a:spLocks xmlns:a="http://schemas.openxmlformats.org/drawingml/2006/main" noGrp="1"/>
          </p:cNvSpPr>
          <p:nvPr/>
        </p:nvSpPr>
        <p:spPr>
          <a:xfrm xmlns:a="http://schemas.openxmlformats.org/drawingml/2006/main">
            <a:off x="8328660" y="4200783"/>
            <a:ext cx="127635" cy="55774"/>
          </a:xfrm>
          <a:prstGeom xmlns:a="http://schemas.openxmlformats.org/drawingml/2006/main" prst="line">
            <a:avLst/>
          </a:prstGeom>
          <a:ln xmlns:a="http://schemas.openxmlformats.org/drawingml/2006/main" w="50800">
            <a:solidFill>
              <a:srgbClr val="D71920"/>
            </a:solidFill>
          </a:ln>
        </p:spPr>
      </p:sp>
      <p:sp>
        <p:nvSpPr>
          <p:cNvPr id="196" name="Connector 196">
            <a:extLst xmlns:a="http://schemas.openxmlformats.org/drawingml/2006/main">
              <a:ext uri="{FF2B5EF4-FFF2-40B4-BE49-F238E27FC236}">
                <a16:creationId xmlns:a16="http://schemas.microsoft.com/office/drawing/2014/main" id="{37358316-D5A3-441A-A685-9D9BC91F2FF4}"/>
              </a:ext>
            </a:extLst>
          </p:cNvPr>
          <p:cNvSpPr>
            <a:spLocks xmlns:a="http://schemas.openxmlformats.org/drawingml/2006/main" noGrp="1"/>
          </p:cNvSpPr>
          <p:nvPr/>
        </p:nvSpPr>
        <p:spPr>
          <a:xfrm xmlns:a="http://schemas.openxmlformats.org/drawingml/2006/main">
            <a:off x="8456295" y="4256557"/>
            <a:ext cx="127635" cy="52985"/>
          </a:xfrm>
          <a:prstGeom xmlns:a="http://schemas.openxmlformats.org/drawingml/2006/main" prst="line">
            <a:avLst/>
          </a:prstGeom>
          <a:ln xmlns:a="http://schemas.openxmlformats.org/drawingml/2006/main" w="50800">
            <a:solidFill>
              <a:srgbClr val="D71920"/>
            </a:solidFill>
          </a:ln>
        </p:spPr>
      </p:sp>
      <p:sp>
        <p:nvSpPr>
          <p:cNvPr id="197" name="Connector 197">
            <a:extLst xmlns:a="http://schemas.openxmlformats.org/drawingml/2006/main">
              <a:ext uri="{FF2B5EF4-FFF2-40B4-BE49-F238E27FC236}">
                <a16:creationId xmlns:a16="http://schemas.microsoft.com/office/drawing/2014/main" id="{FFEE5D0E-5CB2-4D3F-B684-247C17D8E0E7}"/>
              </a:ext>
            </a:extLst>
          </p:cNvPr>
          <p:cNvSpPr>
            <a:spLocks xmlns:a="http://schemas.openxmlformats.org/drawingml/2006/main" noGrp="1"/>
          </p:cNvSpPr>
          <p:nvPr/>
        </p:nvSpPr>
        <p:spPr>
          <a:xfrm xmlns:a="http://schemas.openxmlformats.org/drawingml/2006/main">
            <a:off x="8583930" y="4309542"/>
            <a:ext cx="127635" cy="49914"/>
          </a:xfrm>
          <a:prstGeom xmlns:a="http://schemas.openxmlformats.org/drawingml/2006/main" prst="line">
            <a:avLst/>
          </a:prstGeom>
          <a:ln xmlns:a="http://schemas.openxmlformats.org/drawingml/2006/main" w="50800">
            <a:solidFill>
              <a:srgbClr val="D71920"/>
            </a:solidFill>
          </a:ln>
        </p:spPr>
      </p:sp>
      <p:sp>
        <p:nvSpPr>
          <p:cNvPr id="198" name="Connector 198">
            <a:extLst xmlns:a="http://schemas.openxmlformats.org/drawingml/2006/main">
              <a:ext uri="{FF2B5EF4-FFF2-40B4-BE49-F238E27FC236}">
                <a16:creationId xmlns:a16="http://schemas.microsoft.com/office/drawing/2014/main" id="{D70F1CD4-ED92-4BEF-B01A-A1337F8C4B2B}"/>
              </a:ext>
            </a:extLst>
          </p:cNvPr>
          <p:cNvSpPr>
            <a:spLocks xmlns:a="http://schemas.openxmlformats.org/drawingml/2006/main" noGrp="1"/>
          </p:cNvSpPr>
          <p:nvPr/>
        </p:nvSpPr>
        <p:spPr>
          <a:xfrm xmlns:a="http://schemas.openxmlformats.org/drawingml/2006/main">
            <a:off x="8711565" y="4359456"/>
            <a:ext cx="127635" cy="46610"/>
          </a:xfrm>
          <a:prstGeom xmlns:a="http://schemas.openxmlformats.org/drawingml/2006/main" prst="line">
            <a:avLst/>
          </a:prstGeom>
          <a:ln xmlns:a="http://schemas.openxmlformats.org/drawingml/2006/main" w="50800">
            <a:solidFill>
              <a:srgbClr val="D71920"/>
            </a:solidFill>
          </a:ln>
        </p:spPr>
      </p:sp>
      <p:sp>
        <p:nvSpPr>
          <p:cNvPr id="199" name="Connector 199">
            <a:extLst xmlns:a="http://schemas.openxmlformats.org/drawingml/2006/main">
              <a:ext uri="{FF2B5EF4-FFF2-40B4-BE49-F238E27FC236}">
                <a16:creationId xmlns:a16="http://schemas.microsoft.com/office/drawing/2014/main" id="{AC2FB4CE-8820-4084-B58D-8AAD9EDCFF14}"/>
              </a:ext>
            </a:extLst>
          </p:cNvPr>
          <p:cNvSpPr>
            <a:spLocks xmlns:a="http://schemas.openxmlformats.org/drawingml/2006/main" noGrp="1"/>
          </p:cNvSpPr>
          <p:nvPr/>
        </p:nvSpPr>
        <p:spPr>
          <a:xfrm xmlns:a="http://schemas.openxmlformats.org/drawingml/2006/main">
            <a:off x="8839200" y="4406066"/>
            <a:ext cx="127635" cy="43123"/>
          </a:xfrm>
          <a:prstGeom xmlns:a="http://schemas.openxmlformats.org/drawingml/2006/main" prst="line">
            <a:avLst/>
          </a:prstGeom>
          <a:ln xmlns:a="http://schemas.openxmlformats.org/drawingml/2006/main" w="50800">
            <a:solidFill>
              <a:srgbClr val="D71920"/>
            </a:solidFill>
          </a:ln>
        </p:spPr>
      </p:sp>
      <p:sp>
        <p:nvSpPr>
          <p:cNvPr id="200" name="Connector 200">
            <a:extLst xmlns:a="http://schemas.openxmlformats.org/drawingml/2006/main">
              <a:ext uri="{FF2B5EF4-FFF2-40B4-BE49-F238E27FC236}">
                <a16:creationId xmlns:a16="http://schemas.microsoft.com/office/drawing/2014/main" id="{F6D54001-4798-4615-9FF0-9DD0033016DD}"/>
              </a:ext>
            </a:extLst>
          </p:cNvPr>
          <p:cNvSpPr>
            <a:spLocks xmlns:a="http://schemas.openxmlformats.org/drawingml/2006/main" noGrp="1"/>
          </p:cNvSpPr>
          <p:nvPr/>
        </p:nvSpPr>
        <p:spPr>
          <a:xfrm xmlns:a="http://schemas.openxmlformats.org/drawingml/2006/main">
            <a:off x="8966835" y="4449189"/>
            <a:ext cx="127635" cy="39503"/>
          </a:xfrm>
          <a:prstGeom xmlns:a="http://schemas.openxmlformats.org/drawingml/2006/main" prst="line">
            <a:avLst/>
          </a:prstGeom>
          <a:ln xmlns:a="http://schemas.openxmlformats.org/drawingml/2006/main" w="50800">
            <a:solidFill>
              <a:srgbClr val="D71920"/>
            </a:solidFill>
          </a:ln>
        </p:spPr>
      </p:sp>
      <p:sp>
        <p:nvSpPr>
          <p:cNvPr id="201" name="Connector 201">
            <a:extLst xmlns:a="http://schemas.openxmlformats.org/drawingml/2006/main">
              <a:ext uri="{FF2B5EF4-FFF2-40B4-BE49-F238E27FC236}">
                <a16:creationId xmlns:a16="http://schemas.microsoft.com/office/drawing/2014/main" id="{5324349E-9FDF-4644-BAB2-40B1782B7D9F}"/>
              </a:ext>
            </a:extLst>
          </p:cNvPr>
          <p:cNvSpPr>
            <a:spLocks xmlns:a="http://schemas.openxmlformats.org/drawingml/2006/main" noGrp="1"/>
          </p:cNvSpPr>
          <p:nvPr/>
        </p:nvSpPr>
        <p:spPr>
          <a:xfrm xmlns:a="http://schemas.openxmlformats.org/drawingml/2006/main">
            <a:off x="9094470" y="4488692"/>
            <a:ext cx="127635" cy="35804"/>
          </a:xfrm>
          <a:prstGeom xmlns:a="http://schemas.openxmlformats.org/drawingml/2006/main" prst="line">
            <a:avLst/>
          </a:prstGeom>
          <a:ln xmlns:a="http://schemas.openxmlformats.org/drawingml/2006/main" w="50800">
            <a:solidFill>
              <a:srgbClr val="D71920"/>
            </a:solidFill>
          </a:ln>
        </p:spPr>
      </p:sp>
      <p:sp>
        <p:nvSpPr>
          <p:cNvPr id="202" name="Connector 202">
            <a:extLst xmlns:a="http://schemas.openxmlformats.org/drawingml/2006/main">
              <a:ext uri="{FF2B5EF4-FFF2-40B4-BE49-F238E27FC236}">
                <a16:creationId xmlns:a16="http://schemas.microsoft.com/office/drawing/2014/main" id="{AF3FC362-ED97-477F-8224-5946CEF9D121}"/>
              </a:ext>
            </a:extLst>
          </p:cNvPr>
          <p:cNvSpPr>
            <a:spLocks xmlns:a="http://schemas.openxmlformats.org/drawingml/2006/main" noGrp="1"/>
          </p:cNvSpPr>
          <p:nvPr/>
        </p:nvSpPr>
        <p:spPr>
          <a:xfrm xmlns:a="http://schemas.openxmlformats.org/drawingml/2006/main">
            <a:off x="9222105" y="4524496"/>
            <a:ext cx="127635" cy="32079"/>
          </a:xfrm>
          <a:prstGeom xmlns:a="http://schemas.openxmlformats.org/drawingml/2006/main" prst="line">
            <a:avLst/>
          </a:prstGeom>
          <a:ln xmlns:a="http://schemas.openxmlformats.org/drawingml/2006/main" w="50800">
            <a:solidFill>
              <a:srgbClr val="D71920"/>
            </a:solidFill>
          </a:ln>
        </p:spPr>
      </p:sp>
      <p:sp>
        <p:nvSpPr>
          <p:cNvPr id="203" name="Connector 203">
            <a:extLst xmlns:a="http://schemas.openxmlformats.org/drawingml/2006/main">
              <a:ext uri="{FF2B5EF4-FFF2-40B4-BE49-F238E27FC236}">
                <a16:creationId xmlns:a16="http://schemas.microsoft.com/office/drawing/2014/main" id="{5F5A0E4C-98A3-4ABD-B7AC-CD586A73BD97}"/>
              </a:ext>
            </a:extLst>
          </p:cNvPr>
          <p:cNvSpPr>
            <a:spLocks xmlns:a="http://schemas.openxmlformats.org/drawingml/2006/main" noGrp="1"/>
          </p:cNvSpPr>
          <p:nvPr/>
        </p:nvSpPr>
        <p:spPr>
          <a:xfrm xmlns:a="http://schemas.openxmlformats.org/drawingml/2006/main">
            <a:off x="9349740" y="4556575"/>
            <a:ext cx="127635" cy="28378"/>
          </a:xfrm>
          <a:prstGeom xmlns:a="http://schemas.openxmlformats.org/drawingml/2006/main" prst="line">
            <a:avLst/>
          </a:prstGeom>
          <a:ln xmlns:a="http://schemas.openxmlformats.org/drawingml/2006/main" w="50800">
            <a:solidFill>
              <a:srgbClr val="D71920"/>
            </a:solidFill>
          </a:ln>
        </p:spPr>
      </p:sp>
      <p:sp>
        <p:nvSpPr>
          <p:cNvPr id="204" name="Connector 204">
            <a:extLst xmlns:a="http://schemas.openxmlformats.org/drawingml/2006/main">
              <a:ext uri="{FF2B5EF4-FFF2-40B4-BE49-F238E27FC236}">
                <a16:creationId xmlns:a16="http://schemas.microsoft.com/office/drawing/2014/main" id="{4FA0B891-40AF-48D7-85B2-6BDA10F5CDD1}"/>
              </a:ext>
            </a:extLst>
          </p:cNvPr>
          <p:cNvSpPr>
            <a:spLocks xmlns:a="http://schemas.openxmlformats.org/drawingml/2006/main" noGrp="1"/>
          </p:cNvSpPr>
          <p:nvPr/>
        </p:nvSpPr>
        <p:spPr>
          <a:xfrm xmlns:a="http://schemas.openxmlformats.org/drawingml/2006/main">
            <a:off x="9477375" y="4584953"/>
            <a:ext cx="127635" cy="24754"/>
          </a:xfrm>
          <a:prstGeom xmlns:a="http://schemas.openxmlformats.org/drawingml/2006/main" prst="line">
            <a:avLst/>
          </a:prstGeom>
          <a:ln xmlns:a="http://schemas.openxmlformats.org/drawingml/2006/main" w="50800">
            <a:solidFill>
              <a:srgbClr val="D71920"/>
            </a:solidFill>
          </a:ln>
        </p:spPr>
      </p:sp>
      <p:sp>
        <p:nvSpPr>
          <p:cNvPr id="205" name="Connector 205">
            <a:extLst xmlns:a="http://schemas.openxmlformats.org/drawingml/2006/main">
              <a:ext uri="{FF2B5EF4-FFF2-40B4-BE49-F238E27FC236}">
                <a16:creationId xmlns:a16="http://schemas.microsoft.com/office/drawing/2014/main" id="{28FB9C6F-1226-43A7-A948-C729F54096A2}"/>
              </a:ext>
            </a:extLst>
          </p:cNvPr>
          <p:cNvSpPr>
            <a:spLocks xmlns:a="http://schemas.openxmlformats.org/drawingml/2006/main" noGrp="1"/>
          </p:cNvSpPr>
          <p:nvPr/>
        </p:nvSpPr>
        <p:spPr>
          <a:xfrm xmlns:a="http://schemas.openxmlformats.org/drawingml/2006/main">
            <a:off x="9605010" y="4609707"/>
            <a:ext cx="127635" cy="21254"/>
          </a:xfrm>
          <a:prstGeom xmlns:a="http://schemas.openxmlformats.org/drawingml/2006/main" prst="line">
            <a:avLst/>
          </a:prstGeom>
          <a:ln xmlns:a="http://schemas.openxmlformats.org/drawingml/2006/main" w="50800">
            <a:solidFill>
              <a:srgbClr val="D71920"/>
            </a:solidFill>
          </a:ln>
        </p:spPr>
      </p:sp>
      <p:sp>
        <p:nvSpPr>
          <p:cNvPr id="206" name="Connector 206">
            <a:extLst xmlns:a="http://schemas.openxmlformats.org/drawingml/2006/main">
              <a:ext uri="{FF2B5EF4-FFF2-40B4-BE49-F238E27FC236}">
                <a16:creationId xmlns:a16="http://schemas.microsoft.com/office/drawing/2014/main" id="{B193894E-5E08-42EF-BE9F-B112C7E361CD}"/>
              </a:ext>
            </a:extLst>
          </p:cNvPr>
          <p:cNvSpPr>
            <a:spLocks xmlns:a="http://schemas.openxmlformats.org/drawingml/2006/main" noGrp="1"/>
          </p:cNvSpPr>
          <p:nvPr/>
        </p:nvSpPr>
        <p:spPr>
          <a:xfrm xmlns:a="http://schemas.openxmlformats.org/drawingml/2006/main">
            <a:off x="9732645" y="4630961"/>
            <a:ext cx="127635" cy="17926"/>
          </a:xfrm>
          <a:prstGeom xmlns:a="http://schemas.openxmlformats.org/drawingml/2006/main" prst="line">
            <a:avLst/>
          </a:prstGeom>
          <a:ln xmlns:a="http://schemas.openxmlformats.org/drawingml/2006/main" w="50800">
            <a:solidFill>
              <a:srgbClr val="D71920"/>
            </a:solidFill>
          </a:ln>
        </p:spPr>
      </p:sp>
      <p:sp>
        <p:nvSpPr>
          <p:cNvPr id="207" name="Connector 207">
            <a:extLst xmlns:a="http://schemas.openxmlformats.org/drawingml/2006/main">
              <a:ext uri="{FF2B5EF4-FFF2-40B4-BE49-F238E27FC236}">
                <a16:creationId xmlns:a16="http://schemas.microsoft.com/office/drawing/2014/main" id="{5E51C05A-2B01-4D94-B9DE-EB774D2FED6A}"/>
              </a:ext>
            </a:extLst>
          </p:cNvPr>
          <p:cNvSpPr>
            <a:spLocks xmlns:a="http://schemas.openxmlformats.org/drawingml/2006/main" noGrp="1"/>
          </p:cNvSpPr>
          <p:nvPr/>
        </p:nvSpPr>
        <p:spPr>
          <a:xfrm xmlns:a="http://schemas.openxmlformats.org/drawingml/2006/main">
            <a:off x="9860280" y="4648887"/>
            <a:ext cx="127635" cy="14811"/>
          </a:xfrm>
          <a:prstGeom xmlns:a="http://schemas.openxmlformats.org/drawingml/2006/main" prst="line">
            <a:avLst/>
          </a:prstGeom>
          <a:ln xmlns:a="http://schemas.openxmlformats.org/drawingml/2006/main" w="50800">
            <a:solidFill>
              <a:srgbClr val="D71920"/>
            </a:solidFill>
          </a:ln>
        </p:spPr>
      </p:sp>
      <p:sp>
        <p:nvSpPr>
          <p:cNvPr id="208" name="Connector 208">
            <a:extLst xmlns:a="http://schemas.openxmlformats.org/drawingml/2006/main">
              <a:ext uri="{FF2B5EF4-FFF2-40B4-BE49-F238E27FC236}">
                <a16:creationId xmlns:a16="http://schemas.microsoft.com/office/drawing/2014/main" id="{1D7A91D6-FC69-4483-8970-41470EDBFE9D}"/>
              </a:ext>
            </a:extLst>
          </p:cNvPr>
          <p:cNvSpPr>
            <a:spLocks xmlns:a="http://schemas.openxmlformats.org/drawingml/2006/main" noGrp="1"/>
          </p:cNvSpPr>
          <p:nvPr/>
        </p:nvSpPr>
        <p:spPr>
          <a:xfrm xmlns:a="http://schemas.openxmlformats.org/drawingml/2006/main">
            <a:off x="9987915" y="4663699"/>
            <a:ext cx="127635" cy="11948"/>
          </a:xfrm>
          <a:prstGeom xmlns:a="http://schemas.openxmlformats.org/drawingml/2006/main" prst="line">
            <a:avLst/>
          </a:prstGeom>
          <a:ln xmlns:a="http://schemas.openxmlformats.org/drawingml/2006/main" w="50800">
            <a:solidFill>
              <a:srgbClr val="D71920"/>
            </a:solidFill>
          </a:ln>
        </p:spPr>
      </p:sp>
      <p:sp>
        <p:nvSpPr>
          <p:cNvPr id="209" name="Connector 209">
            <a:extLst xmlns:a="http://schemas.openxmlformats.org/drawingml/2006/main">
              <a:ext uri="{FF2B5EF4-FFF2-40B4-BE49-F238E27FC236}">
                <a16:creationId xmlns:a16="http://schemas.microsoft.com/office/drawing/2014/main" id="{D2801968-D9C9-4F44-B8C5-8D3D3A96C304}"/>
              </a:ext>
            </a:extLst>
          </p:cNvPr>
          <p:cNvSpPr>
            <a:spLocks xmlns:a="http://schemas.openxmlformats.org/drawingml/2006/main" noGrp="1"/>
          </p:cNvSpPr>
          <p:nvPr/>
        </p:nvSpPr>
        <p:spPr>
          <a:xfrm xmlns:a="http://schemas.openxmlformats.org/drawingml/2006/main">
            <a:off x="10115550" y="4675647"/>
            <a:ext cx="127635" cy="9368"/>
          </a:xfrm>
          <a:prstGeom xmlns:a="http://schemas.openxmlformats.org/drawingml/2006/main" prst="line">
            <a:avLst/>
          </a:prstGeom>
          <a:ln xmlns:a="http://schemas.openxmlformats.org/drawingml/2006/main" w="50800">
            <a:solidFill>
              <a:srgbClr val="D71920"/>
            </a:solidFill>
          </a:ln>
        </p:spPr>
      </p:sp>
      <p:sp>
        <p:nvSpPr>
          <p:cNvPr id="210" name="Connector 210">
            <a:extLst xmlns:a="http://schemas.openxmlformats.org/drawingml/2006/main">
              <a:ext uri="{FF2B5EF4-FFF2-40B4-BE49-F238E27FC236}">
                <a16:creationId xmlns:a16="http://schemas.microsoft.com/office/drawing/2014/main" id="{DD6F96A6-1BD9-4467-8DF3-6BF3A97F4896}"/>
              </a:ext>
            </a:extLst>
          </p:cNvPr>
          <p:cNvSpPr>
            <a:spLocks xmlns:a="http://schemas.openxmlformats.org/drawingml/2006/main" noGrp="1"/>
          </p:cNvSpPr>
          <p:nvPr/>
        </p:nvSpPr>
        <p:spPr>
          <a:xfrm xmlns:a="http://schemas.openxmlformats.org/drawingml/2006/main">
            <a:off x="10243185" y="4685014"/>
            <a:ext cx="127635" cy="7096"/>
          </a:xfrm>
          <a:prstGeom xmlns:a="http://schemas.openxmlformats.org/drawingml/2006/main" prst="line">
            <a:avLst/>
          </a:prstGeom>
          <a:ln xmlns:a="http://schemas.openxmlformats.org/drawingml/2006/main" w="50800">
            <a:solidFill>
              <a:srgbClr val="D71920"/>
            </a:solidFill>
          </a:ln>
        </p:spPr>
      </p:sp>
      <p:sp>
        <p:nvSpPr>
          <p:cNvPr id="211" name="Connector 211">
            <a:extLst xmlns:a="http://schemas.openxmlformats.org/drawingml/2006/main">
              <a:ext uri="{FF2B5EF4-FFF2-40B4-BE49-F238E27FC236}">
                <a16:creationId xmlns:a16="http://schemas.microsoft.com/office/drawing/2014/main" id="{2C844C18-F183-4B82-8986-150D43717773}"/>
              </a:ext>
            </a:extLst>
          </p:cNvPr>
          <p:cNvSpPr>
            <a:spLocks xmlns:a="http://schemas.openxmlformats.org/drawingml/2006/main" noGrp="1"/>
          </p:cNvSpPr>
          <p:nvPr/>
        </p:nvSpPr>
        <p:spPr>
          <a:xfrm xmlns:a="http://schemas.openxmlformats.org/drawingml/2006/main">
            <a:off x="10370820" y="4692111"/>
            <a:ext cx="127635" cy="5151"/>
          </a:xfrm>
          <a:prstGeom xmlns:a="http://schemas.openxmlformats.org/drawingml/2006/main" prst="line">
            <a:avLst/>
          </a:prstGeom>
          <a:ln xmlns:a="http://schemas.openxmlformats.org/drawingml/2006/main" w="50800">
            <a:solidFill>
              <a:srgbClr val="D71920"/>
            </a:solidFill>
          </a:ln>
        </p:spPr>
      </p:sp>
      <p:sp>
        <p:nvSpPr>
          <p:cNvPr id="212" name="Connector 212">
            <a:extLst xmlns:a="http://schemas.openxmlformats.org/drawingml/2006/main">
              <a:ext uri="{FF2B5EF4-FFF2-40B4-BE49-F238E27FC236}">
                <a16:creationId xmlns:a16="http://schemas.microsoft.com/office/drawing/2014/main" id="{03376B76-64BA-4A0E-A532-B0ACCDDE31CA}"/>
              </a:ext>
            </a:extLst>
          </p:cNvPr>
          <p:cNvSpPr>
            <a:spLocks xmlns:a="http://schemas.openxmlformats.org/drawingml/2006/main" noGrp="1"/>
          </p:cNvSpPr>
          <p:nvPr/>
        </p:nvSpPr>
        <p:spPr>
          <a:xfrm xmlns:a="http://schemas.openxmlformats.org/drawingml/2006/main">
            <a:off x="10498455" y="4697261"/>
            <a:ext cx="127635" cy="3541"/>
          </a:xfrm>
          <a:prstGeom xmlns:a="http://schemas.openxmlformats.org/drawingml/2006/main" prst="line">
            <a:avLst/>
          </a:prstGeom>
          <a:ln xmlns:a="http://schemas.openxmlformats.org/drawingml/2006/main" w="50800">
            <a:solidFill>
              <a:srgbClr val="D71920"/>
            </a:solidFill>
          </a:ln>
        </p:spPr>
      </p:sp>
      <p:sp>
        <p:nvSpPr>
          <p:cNvPr id="213" name="Connector 213">
            <a:extLst xmlns:a="http://schemas.openxmlformats.org/drawingml/2006/main">
              <a:ext uri="{FF2B5EF4-FFF2-40B4-BE49-F238E27FC236}">
                <a16:creationId xmlns:a16="http://schemas.microsoft.com/office/drawing/2014/main" id="{E34BD1C4-2B07-4E20-9473-0B3FFCE5CCD4}"/>
              </a:ext>
            </a:extLst>
          </p:cNvPr>
          <p:cNvSpPr>
            <a:spLocks xmlns:a="http://schemas.openxmlformats.org/drawingml/2006/main" noGrp="1"/>
          </p:cNvSpPr>
          <p:nvPr/>
        </p:nvSpPr>
        <p:spPr>
          <a:xfrm xmlns:a="http://schemas.openxmlformats.org/drawingml/2006/main">
            <a:off x="10626090" y="4700802"/>
            <a:ext cx="127635" cy="2265"/>
          </a:xfrm>
          <a:prstGeom xmlns:a="http://schemas.openxmlformats.org/drawingml/2006/main" prst="line">
            <a:avLst/>
          </a:prstGeom>
          <a:ln xmlns:a="http://schemas.openxmlformats.org/drawingml/2006/main" w="50800">
            <a:solidFill>
              <a:srgbClr val="D71920"/>
            </a:solidFill>
          </a:ln>
        </p:spPr>
      </p:sp>
      <p:sp>
        <p:nvSpPr>
          <p:cNvPr id="214" name="Connector 214">
            <a:extLst xmlns:a="http://schemas.openxmlformats.org/drawingml/2006/main">
              <a:ext uri="{FF2B5EF4-FFF2-40B4-BE49-F238E27FC236}">
                <a16:creationId xmlns:a16="http://schemas.microsoft.com/office/drawing/2014/main" id="{3CAB66D2-E98F-4A5D-AD51-3B834D8A6412}"/>
              </a:ext>
            </a:extLst>
          </p:cNvPr>
          <p:cNvSpPr>
            <a:spLocks xmlns:a="http://schemas.openxmlformats.org/drawingml/2006/main" noGrp="1"/>
          </p:cNvSpPr>
          <p:nvPr/>
        </p:nvSpPr>
        <p:spPr>
          <a:xfrm xmlns:a="http://schemas.openxmlformats.org/drawingml/2006/main">
            <a:off x="10753725" y="4703067"/>
            <a:ext cx="127635" cy="1310"/>
          </a:xfrm>
          <a:prstGeom xmlns:a="http://schemas.openxmlformats.org/drawingml/2006/main" prst="line">
            <a:avLst/>
          </a:prstGeom>
          <a:ln xmlns:a="http://schemas.openxmlformats.org/drawingml/2006/main" w="50800">
            <a:solidFill>
              <a:srgbClr val="D71920"/>
            </a:solidFill>
          </a:ln>
        </p:spPr>
      </p:sp>
      <p:sp>
        <p:nvSpPr>
          <p:cNvPr id="215" name="Connector 215">
            <a:extLst xmlns:a="http://schemas.openxmlformats.org/drawingml/2006/main">
              <a:ext uri="{FF2B5EF4-FFF2-40B4-BE49-F238E27FC236}">
                <a16:creationId xmlns:a16="http://schemas.microsoft.com/office/drawing/2014/main" id="{CB86ADE9-B3DF-4F8E-B21A-8A599FD64FFF}"/>
              </a:ext>
            </a:extLst>
          </p:cNvPr>
          <p:cNvSpPr>
            <a:spLocks xmlns:a="http://schemas.openxmlformats.org/drawingml/2006/main" noGrp="1"/>
          </p:cNvSpPr>
          <p:nvPr/>
        </p:nvSpPr>
        <p:spPr>
          <a:xfrm xmlns:a="http://schemas.openxmlformats.org/drawingml/2006/main">
            <a:off x="10881360" y="4704377"/>
            <a:ext cx="127635" cy="653"/>
          </a:xfrm>
          <a:prstGeom xmlns:a="http://schemas.openxmlformats.org/drawingml/2006/main" prst="line">
            <a:avLst/>
          </a:prstGeom>
          <a:ln xmlns:a="http://schemas.openxmlformats.org/drawingml/2006/main" w="50800">
            <a:solidFill>
              <a:srgbClr val="D71920"/>
            </a:solidFill>
          </a:ln>
        </p:spPr>
      </p:sp>
      <p:sp>
        <p:nvSpPr>
          <p:cNvPr id="216" name="Connector 216">
            <a:extLst xmlns:a="http://schemas.openxmlformats.org/drawingml/2006/main">
              <a:ext uri="{FF2B5EF4-FFF2-40B4-BE49-F238E27FC236}">
                <a16:creationId xmlns:a16="http://schemas.microsoft.com/office/drawing/2014/main" id="{368C89DE-E8CA-4F10-BE4A-641F621F39E1}"/>
              </a:ext>
            </a:extLst>
          </p:cNvPr>
          <p:cNvSpPr>
            <a:spLocks xmlns:a="http://schemas.openxmlformats.org/drawingml/2006/main" noGrp="1"/>
          </p:cNvSpPr>
          <p:nvPr/>
        </p:nvSpPr>
        <p:spPr>
          <a:xfrm xmlns:a="http://schemas.openxmlformats.org/drawingml/2006/main">
            <a:off x="11008995" y="4705030"/>
            <a:ext cx="127635" cy="254"/>
          </a:xfrm>
          <a:prstGeom xmlns:a="http://schemas.openxmlformats.org/drawingml/2006/main" prst="line">
            <a:avLst/>
          </a:prstGeom>
          <a:ln xmlns:a="http://schemas.openxmlformats.org/drawingml/2006/main" w="50800">
            <a:solidFill>
              <a:srgbClr val="D71920"/>
            </a:solidFill>
          </a:ln>
        </p:spPr>
      </p:sp>
      <p:sp>
        <p:nvSpPr>
          <p:cNvPr id="217" name="Connector 217">
            <a:extLst xmlns:a="http://schemas.openxmlformats.org/drawingml/2006/main">
              <a:ext uri="{FF2B5EF4-FFF2-40B4-BE49-F238E27FC236}">
                <a16:creationId xmlns:a16="http://schemas.microsoft.com/office/drawing/2014/main" id="{B707B1B5-FE68-4256-ABA6-7683DAC036E3}"/>
              </a:ext>
            </a:extLst>
          </p:cNvPr>
          <p:cNvSpPr>
            <a:spLocks xmlns:a="http://schemas.openxmlformats.org/drawingml/2006/main" noGrp="1"/>
          </p:cNvSpPr>
          <p:nvPr/>
        </p:nvSpPr>
        <p:spPr>
          <a:xfrm xmlns:a="http://schemas.openxmlformats.org/drawingml/2006/main">
            <a:off x="11136630" y="4705284"/>
            <a:ext cx="127635" cy="61"/>
          </a:xfrm>
          <a:prstGeom xmlns:a="http://schemas.openxmlformats.org/drawingml/2006/main" prst="line">
            <a:avLst/>
          </a:prstGeom>
          <a:ln xmlns:a="http://schemas.openxmlformats.org/drawingml/2006/main" w="50800">
            <a:solidFill>
              <a:srgbClr val="D71920"/>
            </a:solidFill>
          </a:ln>
        </p:spPr>
      </p:sp>
      <p:sp>
        <p:nvSpPr>
          <p:cNvPr id="218" name="Connector 218">
            <a:extLst xmlns:a="http://schemas.openxmlformats.org/drawingml/2006/main">
              <a:ext uri="{FF2B5EF4-FFF2-40B4-BE49-F238E27FC236}">
                <a16:creationId xmlns:a16="http://schemas.microsoft.com/office/drawing/2014/main" id="{FA54EA9F-27F7-4186-9938-95D395F71A0B}"/>
              </a:ext>
            </a:extLst>
          </p:cNvPr>
          <p:cNvSpPr>
            <a:spLocks xmlns:a="http://schemas.openxmlformats.org/drawingml/2006/main" noGrp="1"/>
          </p:cNvSpPr>
          <p:nvPr/>
        </p:nvSpPr>
        <p:spPr>
          <a:xfrm xmlns:a="http://schemas.openxmlformats.org/drawingml/2006/main">
            <a:off x="11264265" y="4705346"/>
            <a:ext cx="127635" cy="4"/>
          </a:xfrm>
          <a:prstGeom xmlns:a="http://schemas.openxmlformats.org/drawingml/2006/main" prst="line">
            <a:avLst/>
          </a:prstGeom>
          <a:ln xmlns:a="http://schemas.openxmlformats.org/drawingml/2006/main" w="50800">
            <a:solidFill>
              <a:srgbClr val="D71920"/>
            </a:solidFill>
          </a:ln>
        </p:spPr>
      </p:sp>
      <p:sp>
        <p:nvSpPr>
          <p:cNvPr id="219" name="Connector 219">
            <a:extLst xmlns:a="http://schemas.openxmlformats.org/drawingml/2006/main">
              <a:ext uri="{FF2B5EF4-FFF2-40B4-BE49-F238E27FC236}">
                <a16:creationId xmlns:a16="http://schemas.microsoft.com/office/drawing/2014/main" id="{02B8A187-B679-4F67-AED4-6D4C478D3E22}"/>
              </a:ext>
            </a:extLst>
          </p:cNvPr>
          <p:cNvSpPr>
            <a:spLocks xmlns:a="http://schemas.openxmlformats.org/drawingml/2006/main" noGrp="1"/>
          </p:cNvSpPr>
          <p:nvPr/>
        </p:nvSpPr>
        <p:spPr>
          <a:xfrm xmlns:a="http://schemas.openxmlformats.org/drawingml/2006/main">
            <a:off x="5265420" y="1981200"/>
            <a:ext cx="0" cy="2724150"/>
          </a:xfrm>
          <a:prstGeom xmlns:a="http://schemas.openxmlformats.org/drawingml/2006/main" prst="line">
            <a:avLst/>
          </a:prstGeom>
          <a:ln xmlns:a="http://schemas.openxmlformats.org/drawingml/2006/main" w="25400">
            <a:solidFill>
              <a:srgbClr val="B46B13"/>
            </a:solidFill>
          </a:ln>
        </p:spPr>
      </p:sp>
      <p:sp>
        <p:nvSpPr>
          <p:cNvPr id="220" name="Text 220">
            <a:extLst xmlns:a="http://schemas.openxmlformats.org/drawingml/2006/main">
              <a:ext uri="{FF2B5EF4-FFF2-40B4-BE49-F238E27FC236}">
                <a16:creationId xmlns:a16="http://schemas.microsoft.com/office/drawing/2014/main" id="{52D2827D-493C-445F-B024-1411DB362142}"/>
              </a:ext>
            </a:extLst>
          </p:cNvPr>
          <p:cNvSpPr>
            <a:spLocks xmlns:a="http://schemas.openxmlformats.org/drawingml/2006/main" noGrp="1"/>
          </p:cNvSpPr>
          <p:nvPr/>
        </p:nvSpPr>
        <p:spPr>
          <a:xfrm xmlns:a="http://schemas.openxmlformats.org/drawingml/2006/main">
            <a:off x="4541520" y="1714500"/>
            <a:ext cx="14478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B46B13"/>
                </a:solidFill>
                <a:latin typeface="Arial"/>
                <a:ea typeface="Arial"/>
                <a:cs typeface="Arial"/>
              </a:rPr>
              <a:t>reference p = 0.40</a:t>
            </a:r>
            <a:endParaRPr sz="1100"/>
          </a:p>
        </p:txBody>
      </p:sp>
      <p:sp>
        <p:nvSpPr>
          <p:cNvPr id="221" name="Text 221">
            <a:extLst xmlns:a="http://schemas.openxmlformats.org/drawingml/2006/main">
              <a:ext uri="{FF2B5EF4-FFF2-40B4-BE49-F238E27FC236}">
                <a16:creationId xmlns:a16="http://schemas.microsoft.com/office/drawing/2014/main" id="{69DA3263-AB1D-4DE5-8601-FC33D65CF408}"/>
              </a:ext>
            </a:extLst>
          </p:cNvPr>
          <p:cNvSpPr>
            <a:spLocks xmlns:a="http://schemas.openxmlformats.org/drawingml/2006/main" noGrp="1"/>
          </p:cNvSpPr>
          <p:nvPr/>
        </p:nvSpPr>
        <p:spPr>
          <a:xfrm xmlns:a="http://schemas.openxmlformats.org/drawingml/2006/main">
            <a:off x="1181100" y="1695450"/>
            <a:ext cx="18097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a:solidFill>
                  <a:srgbClr val="5D6873"/>
                </a:solidFill>
                <a:latin typeface="Arial"/>
                <a:ea typeface="Arial"/>
                <a:cs typeface="Arial"/>
              </a:rPr>
              <a:t>probability density f(p)</a:t>
            </a:r>
            <a:endParaRPr sz="1100"/>
          </a:p>
        </p:txBody>
      </p:sp>
      <p:sp>
        <p:nvSpPr>
          <p:cNvPr id="222" name="Text 222">
            <a:extLst xmlns:a="http://schemas.openxmlformats.org/drawingml/2006/main">
              <a:ext uri="{FF2B5EF4-FFF2-40B4-BE49-F238E27FC236}">
                <a16:creationId xmlns:a16="http://schemas.microsoft.com/office/drawing/2014/main" id="{E523D12C-2CC5-49C7-913B-22D11E7FDCC9}"/>
              </a:ext>
            </a:extLst>
          </p:cNvPr>
          <p:cNvSpPr>
            <a:spLocks xmlns:a="http://schemas.openxmlformats.org/drawingml/2006/main" noGrp="1"/>
          </p:cNvSpPr>
          <p:nvPr/>
        </p:nvSpPr>
        <p:spPr>
          <a:xfrm xmlns:a="http://schemas.openxmlformats.org/drawingml/2006/main">
            <a:off x="2705100" y="5086350"/>
            <a:ext cx="7162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200" b="1">
                <a:solidFill>
                  <a:srgbClr val="17212B"/>
                </a:solidFill>
                <a:latin typeface="Arial"/>
                <a:ea typeface="Arial"/>
                <a:cs typeface="Arial"/>
              </a:rPr>
              <a:t>latent review-elevated rate p</a:t>
            </a:r>
            <a:endParaRPr sz="1200"/>
          </a:p>
        </p:txBody>
      </p:sp>
      <p:sp>
        <p:nvSpPr>
          <p:cNvPr id="223" name="Connector 223">
            <a:extLst xmlns:a="http://schemas.openxmlformats.org/drawingml/2006/main">
              <a:ext uri="{FF2B5EF4-FFF2-40B4-BE49-F238E27FC236}">
                <a16:creationId xmlns:a16="http://schemas.microsoft.com/office/drawing/2014/main" id="{0D8907BD-17CF-49D7-AA57-9AFA78317FD5}"/>
              </a:ext>
            </a:extLst>
          </p:cNvPr>
          <p:cNvSpPr>
            <a:spLocks xmlns:a="http://schemas.openxmlformats.org/drawingml/2006/main" noGrp="1"/>
          </p:cNvSpPr>
          <p:nvPr/>
        </p:nvSpPr>
        <p:spPr>
          <a:xfrm xmlns:a="http://schemas.openxmlformats.org/drawingml/2006/main">
            <a:off x="1371600" y="2381250"/>
            <a:ext cx="323850" cy="0"/>
          </a:xfrm>
          <a:prstGeom xmlns:a="http://schemas.openxmlformats.org/drawingml/2006/main" prst="line">
            <a:avLst/>
          </a:prstGeom>
          <a:ln xmlns:a="http://schemas.openxmlformats.org/drawingml/2006/main" w="38100">
            <a:solidFill>
              <a:srgbClr val="2A5B84"/>
            </a:solidFill>
          </a:ln>
        </p:spPr>
      </p:sp>
      <p:sp>
        <p:nvSpPr>
          <p:cNvPr id="224" name="Text 224">
            <a:extLst xmlns:a="http://schemas.openxmlformats.org/drawingml/2006/main">
              <a:ext uri="{FF2B5EF4-FFF2-40B4-BE49-F238E27FC236}">
                <a16:creationId xmlns:a16="http://schemas.microsoft.com/office/drawing/2014/main" id="{6C9F9457-5AB2-4820-A515-DF371A82AB86}"/>
              </a:ext>
            </a:extLst>
          </p:cNvPr>
          <p:cNvSpPr>
            <a:spLocks xmlns:a="http://schemas.openxmlformats.org/drawingml/2006/main" noGrp="1"/>
          </p:cNvSpPr>
          <p:nvPr/>
        </p:nvSpPr>
        <p:spPr>
          <a:xfrm xmlns:a="http://schemas.openxmlformats.org/drawingml/2006/main">
            <a:off x="1771650" y="2266950"/>
            <a:ext cx="23812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2A5B84"/>
                </a:solidFill>
                <a:latin typeface="Arial"/>
                <a:ea typeface="Arial"/>
                <a:cs typeface="Arial"/>
              </a:rPr>
              <a:t>prior Beta(1, 4), mean 0.20</a:t>
            </a:r>
            <a:endParaRPr sz="1200"/>
          </a:p>
        </p:txBody>
      </p:sp>
      <p:sp>
        <p:nvSpPr>
          <p:cNvPr id="225" name="Connector 225">
            <a:extLst xmlns:a="http://schemas.openxmlformats.org/drawingml/2006/main">
              <a:ext uri="{FF2B5EF4-FFF2-40B4-BE49-F238E27FC236}">
                <a16:creationId xmlns:a16="http://schemas.microsoft.com/office/drawing/2014/main" id="{7066229E-8E34-41C0-B42D-D35C590FD316}"/>
              </a:ext>
            </a:extLst>
          </p:cNvPr>
          <p:cNvSpPr>
            <a:spLocks xmlns:a="http://schemas.openxmlformats.org/drawingml/2006/main" noGrp="1"/>
          </p:cNvSpPr>
          <p:nvPr/>
        </p:nvSpPr>
        <p:spPr>
          <a:xfrm xmlns:a="http://schemas.openxmlformats.org/drawingml/2006/main">
            <a:off x="1371600" y="2705100"/>
            <a:ext cx="323850" cy="0"/>
          </a:xfrm>
          <a:prstGeom xmlns:a="http://schemas.openxmlformats.org/drawingml/2006/main" prst="line">
            <a:avLst/>
          </a:prstGeom>
          <a:ln xmlns:a="http://schemas.openxmlformats.org/drawingml/2006/main" w="50800">
            <a:solidFill>
              <a:srgbClr val="D71920"/>
            </a:solidFill>
          </a:ln>
        </p:spPr>
      </p:sp>
      <p:sp>
        <p:nvSpPr>
          <p:cNvPr id="226" name="Text 226">
            <a:extLst xmlns:a="http://schemas.openxmlformats.org/drawingml/2006/main">
              <a:ext uri="{FF2B5EF4-FFF2-40B4-BE49-F238E27FC236}">
                <a16:creationId xmlns:a16="http://schemas.microsoft.com/office/drawing/2014/main" id="{249AB2A3-F693-4D3E-BCC5-96D8E7C016B3}"/>
              </a:ext>
            </a:extLst>
          </p:cNvPr>
          <p:cNvSpPr>
            <a:spLocks xmlns:a="http://schemas.openxmlformats.org/drawingml/2006/main" noGrp="1"/>
          </p:cNvSpPr>
          <p:nvPr/>
        </p:nvSpPr>
        <p:spPr>
          <a:xfrm xmlns:a="http://schemas.openxmlformats.org/drawingml/2006/main">
            <a:off x="1771650" y="2590800"/>
            <a:ext cx="285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981B1E"/>
                </a:solidFill>
                <a:latin typeface="Arial"/>
                <a:ea typeface="Arial"/>
                <a:cs typeface="Arial"/>
              </a:rPr>
              <a:t>posterior Beta(4, 5), mean 0.44</a:t>
            </a:r>
            <a:endParaRPr sz="1200"/>
          </a:p>
        </p:txBody>
      </p:sp>
      <p:sp>
        <p:nvSpPr>
          <p:cNvPr id="227" name="Text 227">
            <a:extLst xmlns:a="http://schemas.openxmlformats.org/drawingml/2006/main">
              <a:ext uri="{FF2B5EF4-FFF2-40B4-BE49-F238E27FC236}">
                <a16:creationId xmlns:a16="http://schemas.microsoft.com/office/drawing/2014/main" id="{EBE63453-E60B-46EF-A6EB-9A55C9E46F66}"/>
              </a:ext>
            </a:extLst>
          </p:cNvPr>
          <p:cNvSpPr>
            <a:spLocks xmlns:a="http://schemas.openxmlformats.org/drawingml/2006/main" noGrp="1"/>
          </p:cNvSpPr>
          <p:nvPr/>
        </p:nvSpPr>
        <p:spPr>
          <a:xfrm xmlns:a="http://schemas.openxmlformats.org/drawingml/2006/main">
            <a:off x="8124444" y="2647950"/>
            <a:ext cx="238125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981B1E"/>
                </a:solidFill>
                <a:latin typeface="Arial"/>
                <a:ea typeface="Arial"/>
                <a:cs typeface="Arial"/>
              </a:rPr>
              <a:t>shaded posterior mass</a:t>
            </a:r>
            <a:endParaRPr sz="1300"/>
          </a:p>
          <a:p xmlns:a="http://schemas.openxmlformats.org/drawingml/2006/main">
            <a:pPr algn="ctr">
              <a:buNone/>
            </a:pPr>
            <a:r>
              <a:rPr sz="1300" b="1">
                <a:solidFill>
                  <a:srgbClr val="981B1E"/>
                </a:solidFill>
                <a:latin typeface="Arial"/>
                <a:ea typeface="Arial"/>
                <a:cs typeface="Arial"/>
              </a:rPr>
              <a:t>P(p &gt; 0.40) = 0.594</a:t>
            </a:r>
            <a:endParaRPr sz="1300"/>
          </a:p>
        </p:txBody>
      </p:sp>
      <p:sp>
        <p:nvSpPr>
          <p:cNvPr id="228" name="Shape 228">
            <a:extLst xmlns:a="http://schemas.openxmlformats.org/drawingml/2006/main">
              <a:ext uri="{FF2B5EF4-FFF2-40B4-BE49-F238E27FC236}">
                <a16:creationId xmlns:a16="http://schemas.microsoft.com/office/drawing/2014/main" id="{7B9E4753-1EF4-4782-B5D7-BE30935CAE06}"/>
              </a:ext>
            </a:extLst>
          </p:cNvPr>
          <p:cNvSpPr>
            <a:spLocks xmlns:a="http://schemas.openxmlformats.org/drawingml/2006/main" noGrp="1"/>
          </p:cNvSpPr>
          <p:nvPr/>
        </p:nvSpPr>
        <p:spPr>
          <a:xfrm xmlns:a="http://schemas.openxmlformats.org/drawingml/2006/main">
            <a:off x="876300" y="5543550"/>
            <a:ext cx="10439400" cy="571500"/>
          </a:xfrm>
          <a:prstGeom xmlns:a="http://schemas.openxmlformats.org/drawingml/2006/main" prst="rect">
            <a:avLst/>
          </a:prstGeom>
          <a:solidFill xmlns:a="http://schemas.openxmlformats.org/drawingml/2006/main">
            <a:srgbClr val="F4F6F8"/>
          </a:solidFill>
          <a:ln xmlns:a="http://schemas.openxmlformats.org/drawingml/2006/main" w="12700">
            <a:solidFill>
              <a:srgbClr val="D9DEE3"/>
            </a:solidFill>
          </a:ln>
        </p:spPr>
      </p:sp>
      <p:sp>
        <p:nvSpPr>
          <p:cNvPr id="229" name="Text 229">
            <a:extLst xmlns:a="http://schemas.openxmlformats.org/drawingml/2006/main">
              <a:ext uri="{FF2B5EF4-FFF2-40B4-BE49-F238E27FC236}">
                <a16:creationId xmlns:a16="http://schemas.microsoft.com/office/drawing/2014/main" id="{C6B17291-364C-4B52-A170-DDE52A0B5EF3}"/>
              </a:ext>
            </a:extLst>
          </p:cNvPr>
          <p:cNvSpPr>
            <a:spLocks xmlns:a="http://schemas.openxmlformats.org/drawingml/2006/main" noGrp="1"/>
          </p:cNvSpPr>
          <p:nvPr/>
        </p:nvSpPr>
        <p:spPr>
          <a:xfrm xmlns:a="http://schemas.openxmlformats.org/drawingml/2006/main">
            <a:off x="1123950" y="5657850"/>
            <a:ext cx="99441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1">
                <a:solidFill>
                  <a:srgbClr val="981B1E"/>
                </a:solidFill>
                <a:latin typeface="Arial"/>
                <a:ea typeface="Arial"/>
                <a:cs typeface="Arial"/>
              </a:rPr>
              <a:t>The shaded tail is P(p &gt; 0.40), not a probability of fraud or money laundering</a:t>
            </a:r>
            <a:endParaRPr sz="1400"/>
          </a:p>
        </p:txBody>
      </p:sp>
      <p:sp>
        <p:nvSpPr>
          <p:cNvPr id="230" name="Connector 230">
            <a:extLst xmlns:a="http://schemas.openxmlformats.org/drawingml/2006/main">
              <a:ext uri="{FF2B5EF4-FFF2-40B4-BE49-F238E27FC236}">
                <a16:creationId xmlns:a16="http://schemas.microsoft.com/office/drawing/2014/main" id="{F561855B-116B-4B96-9017-B20EB1DC2853}"/>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231" name="Text 231">
            <a:extLst xmlns:a="http://schemas.openxmlformats.org/drawingml/2006/main">
              <a:ext uri="{FF2B5EF4-FFF2-40B4-BE49-F238E27FC236}">
                <a16:creationId xmlns:a16="http://schemas.microsoft.com/office/drawing/2014/main" id="{22120EAB-05F1-41F7-9A87-5EBD800950C5}"/>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232" name="Text 232">
            <a:extLst xmlns:a="http://schemas.openxmlformats.org/drawingml/2006/main">
              <a:ext uri="{FF2B5EF4-FFF2-40B4-BE49-F238E27FC236}">
                <a16:creationId xmlns:a16="http://schemas.microsoft.com/office/drawing/2014/main" id="{0BCF9230-3707-4722-8A2F-E39FD8B0C85E}"/>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C</a:t>
            </a:r>
            <a:endParaRPr sz="1000"/>
          </a:p>
        </p:txBody>
      </p:sp>
    </p:spTree>
    <p:extLst>
      <p:ext uri="{BB962C8B-B14F-4D97-AF65-F5344CB8AC3E}">
        <p14:creationId xmlns:p14="http://schemas.microsoft.com/office/powerpoint/2010/main" val="283633028"/>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F5A3D60B-A44A-4150-881D-4932DF6949F2}"/>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D · FUZZY INFERENCE</a:t>
            </a:r>
            <a:endParaRPr sz="1100"/>
          </a:p>
        </p:txBody>
      </p:sp>
      <p:sp>
        <p:nvSpPr>
          <p:cNvPr id="3" name="Text 3">
            <a:extLst xmlns:a="http://schemas.openxmlformats.org/drawingml/2006/main">
              <a:ext uri="{FF2B5EF4-FFF2-40B4-BE49-F238E27FC236}">
                <a16:creationId xmlns:a16="http://schemas.microsoft.com/office/drawing/2014/main" id="{63E86D96-9F44-42B1-B2B1-809F250CD7ED}"/>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One overlapping partition turns prior-adjusted ratios into graded activation</a:t>
            </a:r>
            <a:endParaRPr sz="3000"/>
          </a:p>
        </p:txBody>
      </p:sp>
      <p:sp>
        <p:nvSpPr>
          <p:cNvPr id="4" name="Connector 4">
            <a:extLst xmlns:a="http://schemas.openxmlformats.org/drawingml/2006/main">
              <a:ext uri="{FF2B5EF4-FFF2-40B4-BE49-F238E27FC236}">
                <a16:creationId xmlns:a16="http://schemas.microsoft.com/office/drawing/2014/main" id="{42574948-5BA7-4488-8CF1-525A22507C1D}"/>
              </a:ext>
            </a:extLst>
          </p:cNvPr>
          <p:cNvSpPr>
            <a:spLocks xmlns:a="http://schemas.openxmlformats.org/drawingml/2006/main" noGrp="1"/>
          </p:cNvSpPr>
          <p:nvPr/>
        </p:nvSpPr>
        <p:spPr>
          <a:xfrm xmlns:a="http://schemas.openxmlformats.org/drawingml/2006/main">
            <a:off x="1276350" y="1828800"/>
            <a:ext cx="0" cy="1181100"/>
          </a:xfrm>
          <a:prstGeom xmlns:a="http://schemas.openxmlformats.org/drawingml/2006/main" prst="line">
            <a:avLst/>
          </a:prstGeom>
          <a:ln xmlns:a="http://schemas.openxmlformats.org/drawingml/2006/main" w="12700">
            <a:solidFill>
              <a:srgbClr val="384754"/>
            </a:solidFill>
          </a:ln>
        </p:spPr>
      </p:sp>
      <p:sp>
        <p:nvSpPr>
          <p:cNvPr id="5" name="Connector 5">
            <a:extLst xmlns:a="http://schemas.openxmlformats.org/drawingml/2006/main">
              <a:ext uri="{FF2B5EF4-FFF2-40B4-BE49-F238E27FC236}">
                <a16:creationId xmlns:a16="http://schemas.microsoft.com/office/drawing/2014/main" id="{4F3E3D47-2B29-49E2-B0F7-62CD5D3A4E5A}"/>
              </a:ext>
            </a:extLst>
          </p:cNvPr>
          <p:cNvSpPr>
            <a:spLocks xmlns:a="http://schemas.openxmlformats.org/drawingml/2006/main" noGrp="1"/>
          </p:cNvSpPr>
          <p:nvPr/>
        </p:nvSpPr>
        <p:spPr>
          <a:xfrm xmlns:a="http://schemas.openxmlformats.org/drawingml/2006/main">
            <a:off x="1276350" y="3009900"/>
            <a:ext cx="10096500" cy="0"/>
          </a:xfrm>
          <a:prstGeom xmlns:a="http://schemas.openxmlformats.org/drawingml/2006/main" prst="line">
            <a:avLst/>
          </a:prstGeom>
          <a:ln xmlns:a="http://schemas.openxmlformats.org/drawingml/2006/main" w="12700">
            <a:solidFill>
              <a:srgbClr val="384754"/>
            </a:solidFill>
          </a:ln>
        </p:spPr>
      </p:sp>
      <p:sp>
        <p:nvSpPr>
          <p:cNvPr id="6" name="Text 6">
            <a:extLst xmlns:a="http://schemas.openxmlformats.org/drawingml/2006/main">
              <a:ext uri="{FF2B5EF4-FFF2-40B4-BE49-F238E27FC236}">
                <a16:creationId xmlns:a16="http://schemas.microsoft.com/office/drawing/2014/main" id="{AED4AFB4-2633-4E1C-B6EA-AF69119E613C}"/>
              </a:ext>
            </a:extLst>
          </p:cNvPr>
          <p:cNvSpPr>
            <a:spLocks xmlns:a="http://schemas.openxmlformats.org/drawingml/2006/main" noGrp="1"/>
          </p:cNvSpPr>
          <p:nvPr/>
        </p:nvSpPr>
        <p:spPr>
          <a:xfrm xmlns:a="http://schemas.openxmlformats.org/drawingml/2006/main">
            <a:off x="590550" y="1524000"/>
            <a:ext cx="11010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17212B"/>
                </a:solidFill>
                <a:latin typeface="Arial"/>
                <a:ea typeface="Arial"/>
                <a:cs typeface="Arial"/>
              </a:rPr>
              <a:t>Shared low / medium / high partition over every effective ratio</a:t>
            </a:r>
            <a:endParaRPr sz="1400"/>
          </a:p>
        </p:txBody>
      </p:sp>
      <p:sp>
        <p:nvSpPr>
          <p:cNvPr id="7" name="Text 7">
            <a:extLst xmlns:a="http://schemas.openxmlformats.org/drawingml/2006/main">
              <a:ext uri="{FF2B5EF4-FFF2-40B4-BE49-F238E27FC236}">
                <a16:creationId xmlns:a16="http://schemas.microsoft.com/office/drawing/2014/main" id="{E4B1E3A3-65E9-4CD9-BE1D-7C0416B2E5EA}"/>
              </a:ext>
            </a:extLst>
          </p:cNvPr>
          <p:cNvSpPr>
            <a:spLocks xmlns:a="http://schemas.openxmlformats.org/drawingml/2006/main" noGrp="1"/>
          </p:cNvSpPr>
          <p:nvPr/>
        </p:nvSpPr>
        <p:spPr>
          <a:xfrm xmlns:a="http://schemas.openxmlformats.org/drawingml/2006/main">
            <a:off x="781050" y="1752600"/>
            <a:ext cx="381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a:t>
            </a:r>
            <a:endParaRPr sz="1000"/>
          </a:p>
        </p:txBody>
      </p:sp>
      <p:sp>
        <p:nvSpPr>
          <p:cNvPr id="8" name="Text 8">
            <a:extLst xmlns:a="http://schemas.openxmlformats.org/drawingml/2006/main">
              <a:ext uri="{FF2B5EF4-FFF2-40B4-BE49-F238E27FC236}">
                <a16:creationId xmlns:a16="http://schemas.microsoft.com/office/drawing/2014/main" id="{B6DF6F7D-62E9-4DE8-9591-50359C67A136}"/>
              </a:ext>
            </a:extLst>
          </p:cNvPr>
          <p:cNvSpPr>
            <a:spLocks xmlns:a="http://schemas.openxmlformats.org/drawingml/2006/main" noGrp="1"/>
          </p:cNvSpPr>
          <p:nvPr/>
        </p:nvSpPr>
        <p:spPr>
          <a:xfrm xmlns:a="http://schemas.openxmlformats.org/drawingml/2006/main">
            <a:off x="781050" y="2933700"/>
            <a:ext cx="381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0</a:t>
            </a:r>
            <a:endParaRPr sz="1000"/>
          </a:p>
        </p:txBody>
      </p:sp>
      <p:sp>
        <p:nvSpPr>
          <p:cNvPr id="9" name="Connector 9">
            <a:extLst xmlns:a="http://schemas.openxmlformats.org/drawingml/2006/main">
              <a:ext uri="{FF2B5EF4-FFF2-40B4-BE49-F238E27FC236}">
                <a16:creationId xmlns:a16="http://schemas.microsoft.com/office/drawing/2014/main" id="{6A76C272-9479-4150-9AF2-B2720EF23F84}"/>
              </a:ext>
            </a:extLst>
          </p:cNvPr>
          <p:cNvSpPr>
            <a:spLocks xmlns:a="http://schemas.openxmlformats.org/drawingml/2006/main" noGrp="1"/>
          </p:cNvSpPr>
          <p:nvPr/>
        </p:nvSpPr>
        <p:spPr>
          <a:xfrm xmlns:a="http://schemas.openxmlformats.org/drawingml/2006/main">
            <a:off x="1276350" y="1828800"/>
            <a:ext cx="1009650" cy="0"/>
          </a:xfrm>
          <a:prstGeom xmlns:a="http://schemas.openxmlformats.org/drawingml/2006/main" prst="line">
            <a:avLst/>
          </a:prstGeom>
          <a:ln xmlns:a="http://schemas.openxmlformats.org/drawingml/2006/main" w="50800">
            <a:solidFill>
              <a:srgbClr val="2A5B84"/>
            </a:solidFill>
          </a:ln>
        </p:spPr>
      </p:sp>
      <p:sp>
        <p:nvSpPr>
          <p:cNvPr id="10" name="Connector 10">
            <a:extLst xmlns:a="http://schemas.openxmlformats.org/drawingml/2006/main">
              <a:ext uri="{FF2B5EF4-FFF2-40B4-BE49-F238E27FC236}">
                <a16:creationId xmlns:a16="http://schemas.microsoft.com/office/drawing/2014/main" id="{EBD0F0D4-4804-4727-A7D9-875ECAE3B15B}"/>
              </a:ext>
            </a:extLst>
          </p:cNvPr>
          <p:cNvSpPr>
            <a:spLocks xmlns:a="http://schemas.openxmlformats.org/drawingml/2006/main" noGrp="1"/>
          </p:cNvSpPr>
          <p:nvPr/>
        </p:nvSpPr>
        <p:spPr>
          <a:xfrm xmlns:a="http://schemas.openxmlformats.org/drawingml/2006/main">
            <a:off x="2286000" y="1828800"/>
            <a:ext cx="2019300" cy="1181100"/>
          </a:xfrm>
          <a:prstGeom xmlns:a="http://schemas.openxmlformats.org/drawingml/2006/main" prst="line">
            <a:avLst/>
          </a:prstGeom>
          <a:ln xmlns:a="http://schemas.openxmlformats.org/drawingml/2006/main" w="50800">
            <a:solidFill>
              <a:srgbClr val="2A5B84"/>
            </a:solidFill>
          </a:ln>
        </p:spPr>
      </p:sp>
      <p:sp>
        <p:nvSpPr>
          <p:cNvPr id="11" name="Connector 11">
            <a:extLst xmlns:a="http://schemas.openxmlformats.org/drawingml/2006/main">
              <a:ext uri="{FF2B5EF4-FFF2-40B4-BE49-F238E27FC236}">
                <a16:creationId xmlns:a16="http://schemas.microsoft.com/office/drawing/2014/main" id="{B87F560A-5A83-4294-BE8C-A6CC7F66225E}"/>
              </a:ext>
            </a:extLst>
          </p:cNvPr>
          <p:cNvSpPr>
            <a:spLocks xmlns:a="http://schemas.openxmlformats.org/drawingml/2006/main" noGrp="1"/>
          </p:cNvSpPr>
          <p:nvPr/>
        </p:nvSpPr>
        <p:spPr>
          <a:xfrm xmlns:a="http://schemas.openxmlformats.org/drawingml/2006/main" flipV="1">
            <a:off x="2286000" y="1828800"/>
            <a:ext cx="2019300" cy="1181100"/>
          </a:xfrm>
          <a:prstGeom xmlns:a="http://schemas.openxmlformats.org/drawingml/2006/main" prst="line">
            <a:avLst/>
          </a:prstGeom>
          <a:ln xmlns:a="http://schemas.openxmlformats.org/drawingml/2006/main" w="50800">
            <a:solidFill>
              <a:srgbClr val="B46B13"/>
            </a:solidFill>
          </a:ln>
        </p:spPr>
      </p:sp>
      <p:sp>
        <p:nvSpPr>
          <p:cNvPr id="12" name="Connector 12">
            <a:extLst xmlns:a="http://schemas.openxmlformats.org/drawingml/2006/main">
              <a:ext uri="{FF2B5EF4-FFF2-40B4-BE49-F238E27FC236}">
                <a16:creationId xmlns:a16="http://schemas.microsoft.com/office/drawing/2014/main" id="{F8513A00-57C1-4292-AC34-955D282918DD}"/>
              </a:ext>
            </a:extLst>
          </p:cNvPr>
          <p:cNvSpPr>
            <a:spLocks xmlns:a="http://schemas.openxmlformats.org/drawingml/2006/main" noGrp="1"/>
          </p:cNvSpPr>
          <p:nvPr/>
        </p:nvSpPr>
        <p:spPr>
          <a:xfrm xmlns:a="http://schemas.openxmlformats.org/drawingml/2006/main">
            <a:off x="4305300" y="1828800"/>
            <a:ext cx="3028950" cy="1181100"/>
          </a:xfrm>
          <a:prstGeom xmlns:a="http://schemas.openxmlformats.org/drawingml/2006/main" prst="line">
            <a:avLst/>
          </a:prstGeom>
          <a:ln xmlns:a="http://schemas.openxmlformats.org/drawingml/2006/main" w="50800">
            <a:solidFill>
              <a:srgbClr val="B46B13"/>
            </a:solidFill>
          </a:ln>
        </p:spPr>
      </p:sp>
      <p:sp>
        <p:nvSpPr>
          <p:cNvPr id="13" name="Connector 13">
            <a:extLst xmlns:a="http://schemas.openxmlformats.org/drawingml/2006/main">
              <a:ext uri="{FF2B5EF4-FFF2-40B4-BE49-F238E27FC236}">
                <a16:creationId xmlns:a16="http://schemas.microsoft.com/office/drawing/2014/main" id="{F6618A20-6D41-4009-A492-F1D3028CC817}"/>
              </a:ext>
            </a:extLst>
          </p:cNvPr>
          <p:cNvSpPr>
            <a:spLocks xmlns:a="http://schemas.openxmlformats.org/drawingml/2006/main" noGrp="1"/>
          </p:cNvSpPr>
          <p:nvPr/>
        </p:nvSpPr>
        <p:spPr>
          <a:xfrm xmlns:a="http://schemas.openxmlformats.org/drawingml/2006/main" flipV="1">
            <a:off x="4305300" y="1828800"/>
            <a:ext cx="3028950" cy="1181100"/>
          </a:xfrm>
          <a:prstGeom xmlns:a="http://schemas.openxmlformats.org/drawingml/2006/main" prst="line">
            <a:avLst/>
          </a:prstGeom>
          <a:ln xmlns:a="http://schemas.openxmlformats.org/drawingml/2006/main" w="50800">
            <a:solidFill>
              <a:srgbClr val="1F7A5A"/>
            </a:solidFill>
          </a:ln>
        </p:spPr>
      </p:sp>
      <p:sp>
        <p:nvSpPr>
          <p:cNvPr id="14" name="Connector 14">
            <a:extLst xmlns:a="http://schemas.openxmlformats.org/drawingml/2006/main">
              <a:ext uri="{FF2B5EF4-FFF2-40B4-BE49-F238E27FC236}">
                <a16:creationId xmlns:a16="http://schemas.microsoft.com/office/drawing/2014/main" id="{13AC3D65-52BF-490D-AEDF-33AF105E2C02}"/>
              </a:ext>
            </a:extLst>
          </p:cNvPr>
          <p:cNvSpPr>
            <a:spLocks xmlns:a="http://schemas.openxmlformats.org/drawingml/2006/main" noGrp="1"/>
          </p:cNvSpPr>
          <p:nvPr/>
        </p:nvSpPr>
        <p:spPr>
          <a:xfrm xmlns:a="http://schemas.openxmlformats.org/drawingml/2006/main">
            <a:off x="7334250" y="1828800"/>
            <a:ext cx="4038600" cy="0"/>
          </a:xfrm>
          <a:prstGeom xmlns:a="http://schemas.openxmlformats.org/drawingml/2006/main" prst="line">
            <a:avLst/>
          </a:prstGeom>
          <a:ln xmlns:a="http://schemas.openxmlformats.org/drawingml/2006/main" w="50800">
            <a:solidFill>
              <a:srgbClr val="1F7A5A"/>
            </a:solidFill>
          </a:ln>
        </p:spPr>
      </p:sp>
      <p:sp>
        <p:nvSpPr>
          <p:cNvPr id="15" name="Text 15">
            <a:extLst xmlns:a="http://schemas.openxmlformats.org/drawingml/2006/main">
              <a:ext uri="{FF2B5EF4-FFF2-40B4-BE49-F238E27FC236}">
                <a16:creationId xmlns:a16="http://schemas.microsoft.com/office/drawing/2014/main" id="{84FBF68B-9EA5-45FD-87D5-123EAAD24E33}"/>
              </a:ext>
            </a:extLst>
          </p:cNvPr>
          <p:cNvSpPr>
            <a:spLocks xmlns:a="http://schemas.openxmlformats.org/drawingml/2006/main" noGrp="1"/>
          </p:cNvSpPr>
          <p:nvPr/>
        </p:nvSpPr>
        <p:spPr>
          <a:xfrm xmlns:a="http://schemas.openxmlformats.org/drawingml/2006/main">
            <a:off x="1478280" y="1924050"/>
            <a:ext cx="9144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a:solidFill>
                  <a:srgbClr val="2A5B84"/>
                </a:solidFill>
                <a:latin typeface="Arial"/>
                <a:ea typeface="Arial"/>
                <a:cs typeface="Arial"/>
              </a:rPr>
              <a:t>LOW</a:t>
            </a:r>
            <a:endParaRPr sz="1100"/>
          </a:p>
        </p:txBody>
      </p:sp>
      <p:sp>
        <p:nvSpPr>
          <p:cNvPr id="16" name="Text 16">
            <a:extLst xmlns:a="http://schemas.openxmlformats.org/drawingml/2006/main">
              <a:ext uri="{FF2B5EF4-FFF2-40B4-BE49-F238E27FC236}">
                <a16:creationId xmlns:a16="http://schemas.microsoft.com/office/drawing/2014/main" id="{1DD81463-A8B2-4FD4-BDF2-0F38565FB669}"/>
              </a:ext>
            </a:extLst>
          </p:cNvPr>
          <p:cNvSpPr>
            <a:spLocks xmlns:a="http://schemas.openxmlformats.org/drawingml/2006/main" noGrp="1"/>
          </p:cNvSpPr>
          <p:nvPr/>
        </p:nvSpPr>
        <p:spPr>
          <a:xfrm xmlns:a="http://schemas.openxmlformats.org/drawingml/2006/main">
            <a:off x="3800475" y="1924050"/>
            <a:ext cx="12382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B46B13"/>
                </a:solidFill>
                <a:latin typeface="Arial"/>
                <a:ea typeface="Arial"/>
                <a:cs typeface="Arial"/>
              </a:rPr>
              <a:t>MEDIUM</a:t>
            </a:r>
            <a:endParaRPr sz="1100"/>
          </a:p>
        </p:txBody>
      </p:sp>
      <p:sp>
        <p:nvSpPr>
          <p:cNvPr id="17" name="Text 17">
            <a:extLst xmlns:a="http://schemas.openxmlformats.org/drawingml/2006/main">
              <a:ext uri="{FF2B5EF4-FFF2-40B4-BE49-F238E27FC236}">
                <a16:creationId xmlns:a16="http://schemas.microsoft.com/office/drawing/2014/main" id="{903407DD-A29E-497A-B181-FE5577A6EB33}"/>
              </a:ext>
            </a:extLst>
          </p:cNvPr>
          <p:cNvSpPr>
            <a:spLocks xmlns:a="http://schemas.openxmlformats.org/drawingml/2006/main" noGrp="1"/>
          </p:cNvSpPr>
          <p:nvPr/>
        </p:nvSpPr>
        <p:spPr>
          <a:xfrm xmlns:a="http://schemas.openxmlformats.org/drawingml/2006/main">
            <a:off x="8141970" y="1924050"/>
            <a:ext cx="9144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1F7A5A"/>
                </a:solidFill>
                <a:latin typeface="Arial"/>
                <a:ea typeface="Arial"/>
                <a:cs typeface="Arial"/>
              </a:rPr>
              <a:t>HIGH</a:t>
            </a:r>
            <a:endParaRPr sz="1100"/>
          </a:p>
        </p:txBody>
      </p:sp>
      <p:sp>
        <p:nvSpPr>
          <p:cNvPr id="18" name="Connector 18">
            <a:extLst xmlns:a="http://schemas.openxmlformats.org/drawingml/2006/main">
              <a:ext uri="{FF2B5EF4-FFF2-40B4-BE49-F238E27FC236}">
                <a16:creationId xmlns:a16="http://schemas.microsoft.com/office/drawing/2014/main" id="{178B34FA-8FDB-4695-B002-D2D28015C881}"/>
              </a:ext>
            </a:extLst>
          </p:cNvPr>
          <p:cNvSpPr>
            <a:spLocks xmlns:a="http://schemas.openxmlformats.org/drawingml/2006/main" noGrp="1"/>
          </p:cNvSpPr>
          <p:nvPr/>
        </p:nvSpPr>
        <p:spPr>
          <a:xfrm xmlns:a="http://schemas.openxmlformats.org/drawingml/2006/main">
            <a:off x="1276350" y="3009900"/>
            <a:ext cx="0" cy="66675"/>
          </a:xfrm>
          <a:prstGeom xmlns:a="http://schemas.openxmlformats.org/drawingml/2006/main" prst="line">
            <a:avLst/>
          </a:prstGeom>
          <a:ln xmlns:a="http://schemas.openxmlformats.org/drawingml/2006/main" w="12700">
            <a:solidFill>
              <a:srgbClr val="384754"/>
            </a:solidFill>
          </a:ln>
        </p:spPr>
      </p:sp>
      <p:sp>
        <p:nvSpPr>
          <p:cNvPr id="19" name="Text 19">
            <a:extLst xmlns:a="http://schemas.openxmlformats.org/drawingml/2006/main">
              <a:ext uri="{FF2B5EF4-FFF2-40B4-BE49-F238E27FC236}">
                <a16:creationId xmlns:a16="http://schemas.microsoft.com/office/drawing/2014/main" id="{9EA00B7D-8495-446D-BAA0-9F864F82DCF0}"/>
              </a:ext>
            </a:extLst>
          </p:cNvPr>
          <p:cNvSpPr>
            <a:spLocks xmlns:a="http://schemas.openxmlformats.org/drawingml/2006/main" noGrp="1"/>
          </p:cNvSpPr>
          <p:nvPr/>
        </p:nvSpPr>
        <p:spPr>
          <a:xfrm xmlns:a="http://schemas.openxmlformats.org/drawingml/2006/main">
            <a:off x="990600" y="31051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0.00</a:t>
            </a:r>
            <a:endParaRPr sz="900"/>
          </a:p>
        </p:txBody>
      </p:sp>
      <p:sp>
        <p:nvSpPr>
          <p:cNvPr id="20" name="Connector 20">
            <a:extLst xmlns:a="http://schemas.openxmlformats.org/drawingml/2006/main">
              <a:ext uri="{FF2B5EF4-FFF2-40B4-BE49-F238E27FC236}">
                <a16:creationId xmlns:a16="http://schemas.microsoft.com/office/drawing/2014/main" id="{84F77E26-A2D2-4F70-AB84-F470909B984A}"/>
              </a:ext>
            </a:extLst>
          </p:cNvPr>
          <p:cNvSpPr>
            <a:spLocks xmlns:a="http://schemas.openxmlformats.org/drawingml/2006/main" noGrp="1"/>
          </p:cNvSpPr>
          <p:nvPr/>
        </p:nvSpPr>
        <p:spPr>
          <a:xfrm xmlns:a="http://schemas.openxmlformats.org/drawingml/2006/main">
            <a:off x="2286000" y="3009900"/>
            <a:ext cx="0" cy="66675"/>
          </a:xfrm>
          <a:prstGeom xmlns:a="http://schemas.openxmlformats.org/drawingml/2006/main" prst="line">
            <a:avLst/>
          </a:prstGeom>
          <a:ln xmlns:a="http://schemas.openxmlformats.org/drawingml/2006/main" w="12700">
            <a:solidFill>
              <a:srgbClr val="384754"/>
            </a:solidFill>
          </a:ln>
        </p:spPr>
      </p:sp>
      <p:sp>
        <p:nvSpPr>
          <p:cNvPr id="21" name="Text 21">
            <a:extLst xmlns:a="http://schemas.openxmlformats.org/drawingml/2006/main">
              <a:ext uri="{FF2B5EF4-FFF2-40B4-BE49-F238E27FC236}">
                <a16:creationId xmlns:a16="http://schemas.microsoft.com/office/drawing/2014/main" id="{27AA0BCB-91F2-4267-A732-28AD71C87D52}"/>
              </a:ext>
            </a:extLst>
          </p:cNvPr>
          <p:cNvSpPr>
            <a:spLocks xmlns:a="http://schemas.openxmlformats.org/drawingml/2006/main" noGrp="1"/>
          </p:cNvSpPr>
          <p:nvPr/>
        </p:nvSpPr>
        <p:spPr>
          <a:xfrm xmlns:a="http://schemas.openxmlformats.org/drawingml/2006/main">
            <a:off x="2000250" y="31051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0.10</a:t>
            </a:r>
            <a:endParaRPr sz="900"/>
          </a:p>
        </p:txBody>
      </p:sp>
      <p:sp>
        <p:nvSpPr>
          <p:cNvPr id="22" name="Connector 22">
            <a:extLst xmlns:a="http://schemas.openxmlformats.org/drawingml/2006/main">
              <a:ext uri="{FF2B5EF4-FFF2-40B4-BE49-F238E27FC236}">
                <a16:creationId xmlns:a16="http://schemas.microsoft.com/office/drawing/2014/main" id="{116BC7A5-98FE-48B3-9944-CD6A5F7076F4}"/>
              </a:ext>
            </a:extLst>
          </p:cNvPr>
          <p:cNvSpPr>
            <a:spLocks xmlns:a="http://schemas.openxmlformats.org/drawingml/2006/main" noGrp="1"/>
          </p:cNvSpPr>
          <p:nvPr/>
        </p:nvSpPr>
        <p:spPr>
          <a:xfrm xmlns:a="http://schemas.openxmlformats.org/drawingml/2006/main">
            <a:off x="4305300" y="3009900"/>
            <a:ext cx="0" cy="66675"/>
          </a:xfrm>
          <a:prstGeom xmlns:a="http://schemas.openxmlformats.org/drawingml/2006/main" prst="line">
            <a:avLst/>
          </a:prstGeom>
          <a:ln xmlns:a="http://schemas.openxmlformats.org/drawingml/2006/main" w="12700">
            <a:solidFill>
              <a:srgbClr val="384754"/>
            </a:solidFill>
          </a:ln>
        </p:spPr>
      </p:sp>
      <p:sp>
        <p:nvSpPr>
          <p:cNvPr id="23" name="Text 23">
            <a:extLst xmlns:a="http://schemas.openxmlformats.org/drawingml/2006/main">
              <a:ext uri="{FF2B5EF4-FFF2-40B4-BE49-F238E27FC236}">
                <a16:creationId xmlns:a16="http://schemas.microsoft.com/office/drawing/2014/main" id="{1EE929AF-94E0-4375-A262-BD16A3C440A7}"/>
              </a:ext>
            </a:extLst>
          </p:cNvPr>
          <p:cNvSpPr>
            <a:spLocks xmlns:a="http://schemas.openxmlformats.org/drawingml/2006/main" noGrp="1"/>
          </p:cNvSpPr>
          <p:nvPr/>
        </p:nvSpPr>
        <p:spPr>
          <a:xfrm xmlns:a="http://schemas.openxmlformats.org/drawingml/2006/main">
            <a:off x="4019550" y="31051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0.30</a:t>
            </a:r>
            <a:endParaRPr sz="900"/>
          </a:p>
        </p:txBody>
      </p:sp>
      <p:sp>
        <p:nvSpPr>
          <p:cNvPr id="24" name="Connector 24">
            <a:extLst xmlns:a="http://schemas.openxmlformats.org/drawingml/2006/main">
              <a:ext uri="{FF2B5EF4-FFF2-40B4-BE49-F238E27FC236}">
                <a16:creationId xmlns:a16="http://schemas.microsoft.com/office/drawing/2014/main" id="{EF0C55DE-14AE-4D5F-857E-BA50ED33CB15}"/>
              </a:ext>
            </a:extLst>
          </p:cNvPr>
          <p:cNvSpPr>
            <a:spLocks xmlns:a="http://schemas.openxmlformats.org/drawingml/2006/main" noGrp="1"/>
          </p:cNvSpPr>
          <p:nvPr/>
        </p:nvSpPr>
        <p:spPr>
          <a:xfrm xmlns:a="http://schemas.openxmlformats.org/drawingml/2006/main">
            <a:off x="7334250" y="3009900"/>
            <a:ext cx="0" cy="66675"/>
          </a:xfrm>
          <a:prstGeom xmlns:a="http://schemas.openxmlformats.org/drawingml/2006/main" prst="line">
            <a:avLst/>
          </a:prstGeom>
          <a:ln xmlns:a="http://schemas.openxmlformats.org/drawingml/2006/main" w="12700">
            <a:solidFill>
              <a:srgbClr val="384754"/>
            </a:solidFill>
          </a:ln>
        </p:spPr>
      </p:sp>
      <p:sp>
        <p:nvSpPr>
          <p:cNvPr id="25" name="Text 25">
            <a:extLst xmlns:a="http://schemas.openxmlformats.org/drawingml/2006/main">
              <a:ext uri="{FF2B5EF4-FFF2-40B4-BE49-F238E27FC236}">
                <a16:creationId xmlns:a16="http://schemas.microsoft.com/office/drawing/2014/main" id="{005A8353-AA78-49BA-A114-4F5B983F9511}"/>
              </a:ext>
            </a:extLst>
          </p:cNvPr>
          <p:cNvSpPr>
            <a:spLocks xmlns:a="http://schemas.openxmlformats.org/drawingml/2006/main" noGrp="1"/>
          </p:cNvSpPr>
          <p:nvPr/>
        </p:nvSpPr>
        <p:spPr>
          <a:xfrm xmlns:a="http://schemas.openxmlformats.org/drawingml/2006/main">
            <a:off x="7048500" y="31051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0.60</a:t>
            </a:r>
            <a:endParaRPr sz="900"/>
          </a:p>
        </p:txBody>
      </p:sp>
      <p:sp>
        <p:nvSpPr>
          <p:cNvPr id="26" name="Connector 26">
            <a:extLst xmlns:a="http://schemas.openxmlformats.org/drawingml/2006/main">
              <a:ext uri="{FF2B5EF4-FFF2-40B4-BE49-F238E27FC236}">
                <a16:creationId xmlns:a16="http://schemas.microsoft.com/office/drawing/2014/main" id="{926A717D-87AA-4B7D-8F79-27DD6003E02D}"/>
              </a:ext>
            </a:extLst>
          </p:cNvPr>
          <p:cNvSpPr>
            <a:spLocks xmlns:a="http://schemas.openxmlformats.org/drawingml/2006/main" noGrp="1"/>
          </p:cNvSpPr>
          <p:nvPr/>
        </p:nvSpPr>
        <p:spPr>
          <a:xfrm xmlns:a="http://schemas.openxmlformats.org/drawingml/2006/main">
            <a:off x="11372850" y="3009900"/>
            <a:ext cx="0" cy="66675"/>
          </a:xfrm>
          <a:prstGeom xmlns:a="http://schemas.openxmlformats.org/drawingml/2006/main" prst="line">
            <a:avLst/>
          </a:prstGeom>
          <a:ln xmlns:a="http://schemas.openxmlformats.org/drawingml/2006/main" w="12700">
            <a:solidFill>
              <a:srgbClr val="384754"/>
            </a:solidFill>
          </a:ln>
        </p:spPr>
      </p:sp>
      <p:sp>
        <p:nvSpPr>
          <p:cNvPr id="27" name="Text 27">
            <a:extLst xmlns:a="http://schemas.openxmlformats.org/drawingml/2006/main">
              <a:ext uri="{FF2B5EF4-FFF2-40B4-BE49-F238E27FC236}">
                <a16:creationId xmlns:a16="http://schemas.microsoft.com/office/drawing/2014/main" id="{3F6C48B7-BF31-4254-8A2C-9CE72D6EF7A8}"/>
              </a:ext>
            </a:extLst>
          </p:cNvPr>
          <p:cNvSpPr>
            <a:spLocks xmlns:a="http://schemas.openxmlformats.org/drawingml/2006/main" noGrp="1"/>
          </p:cNvSpPr>
          <p:nvPr/>
        </p:nvSpPr>
        <p:spPr>
          <a:xfrm xmlns:a="http://schemas.openxmlformats.org/drawingml/2006/main">
            <a:off x="11087100" y="31051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1.00</a:t>
            </a:r>
            <a:endParaRPr sz="900"/>
          </a:p>
        </p:txBody>
      </p:sp>
      <p:sp>
        <p:nvSpPr>
          <p:cNvPr id="28" name="Shape 28">
            <a:extLst xmlns:a="http://schemas.openxmlformats.org/drawingml/2006/main">
              <a:ext uri="{FF2B5EF4-FFF2-40B4-BE49-F238E27FC236}">
                <a16:creationId xmlns:a16="http://schemas.microsoft.com/office/drawing/2014/main" id="{A65AD240-9167-48D6-906B-9E5CAA719D58}"/>
              </a:ext>
            </a:extLst>
          </p:cNvPr>
          <p:cNvSpPr>
            <a:spLocks xmlns:a="http://schemas.openxmlformats.org/drawingml/2006/main" noGrp="1"/>
          </p:cNvSpPr>
          <p:nvPr/>
        </p:nvSpPr>
        <p:spPr>
          <a:xfrm xmlns:a="http://schemas.openxmlformats.org/drawingml/2006/main">
            <a:off x="590550" y="3638550"/>
            <a:ext cx="2419350" cy="6096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D71920"/>
            </a:solidFill>
          </a:ln>
        </p:spPr>
      </p:sp>
      <p:sp>
        <p:nvSpPr>
          <p:cNvPr id="29" name="Text 29">
            <a:extLst xmlns:a="http://schemas.openxmlformats.org/drawingml/2006/main">
              <a:ext uri="{FF2B5EF4-FFF2-40B4-BE49-F238E27FC236}">
                <a16:creationId xmlns:a16="http://schemas.microsoft.com/office/drawing/2014/main" id="{84833E1F-995C-46B5-BFFC-73F344BB2E5F}"/>
              </a:ext>
            </a:extLst>
          </p:cNvPr>
          <p:cNvSpPr>
            <a:spLocks xmlns:a="http://schemas.openxmlformats.org/drawingml/2006/main" noGrp="1"/>
          </p:cNvSpPr>
          <p:nvPr/>
        </p:nvSpPr>
        <p:spPr>
          <a:xfrm xmlns:a="http://schemas.openxmlformats.org/drawingml/2006/main">
            <a:off x="723900" y="3733800"/>
            <a:ext cx="21526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D71920"/>
                </a:solidFill>
                <a:latin typeface="Arial"/>
                <a:ea typeface="Arial"/>
                <a:cs typeface="Arial"/>
              </a:rPr>
              <a:t>CRYPTO</a:t>
            </a:r>
            <a:endParaRPr sz="1300"/>
          </a:p>
        </p:txBody>
      </p:sp>
      <p:sp>
        <p:nvSpPr>
          <p:cNvPr id="30" name="Text 30">
            <a:extLst xmlns:a="http://schemas.openxmlformats.org/drawingml/2006/main">
              <a:ext uri="{FF2B5EF4-FFF2-40B4-BE49-F238E27FC236}">
                <a16:creationId xmlns:a16="http://schemas.microsoft.com/office/drawing/2014/main" id="{C7BCB7DD-48BD-42F0-96BA-EED4B75D0AB7}"/>
              </a:ext>
            </a:extLst>
          </p:cNvPr>
          <p:cNvSpPr>
            <a:spLocks xmlns:a="http://schemas.openxmlformats.org/drawingml/2006/main" noGrp="1"/>
          </p:cNvSpPr>
          <p:nvPr/>
        </p:nvSpPr>
        <p:spPr>
          <a:xfrm xmlns:a="http://schemas.openxmlformats.org/drawingml/2006/main">
            <a:off x="723900" y="3981450"/>
            <a:ext cx="2152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0">
                <a:solidFill>
                  <a:srgbClr val="5D6873"/>
                </a:solidFill>
                <a:latin typeface="Arial"/>
                <a:ea typeface="Arial"/>
                <a:cs typeface="Arial"/>
              </a:rPr>
              <a:t>weight 0.10</a:t>
            </a:r>
            <a:endParaRPr sz="1100"/>
          </a:p>
        </p:txBody>
      </p:sp>
      <p:sp>
        <p:nvSpPr>
          <p:cNvPr id="31" name="Shape 31">
            <a:extLst xmlns:a="http://schemas.openxmlformats.org/drawingml/2006/main">
              <a:ext uri="{FF2B5EF4-FFF2-40B4-BE49-F238E27FC236}">
                <a16:creationId xmlns:a16="http://schemas.microsoft.com/office/drawing/2014/main" id="{A8E915B3-7A62-4899-AE68-26B096CBB086}"/>
              </a:ext>
            </a:extLst>
          </p:cNvPr>
          <p:cNvSpPr>
            <a:spLocks xmlns:a="http://schemas.openxmlformats.org/drawingml/2006/main" noGrp="1"/>
          </p:cNvSpPr>
          <p:nvPr/>
        </p:nvSpPr>
        <p:spPr>
          <a:xfrm xmlns:a="http://schemas.openxmlformats.org/drawingml/2006/main">
            <a:off x="3371850" y="3638550"/>
            <a:ext cx="2419350" cy="6096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B46B13"/>
            </a:solidFill>
          </a:ln>
        </p:spPr>
      </p:sp>
      <p:sp>
        <p:nvSpPr>
          <p:cNvPr id="32" name="Text 32">
            <a:extLst xmlns:a="http://schemas.openxmlformats.org/drawingml/2006/main">
              <a:ext uri="{FF2B5EF4-FFF2-40B4-BE49-F238E27FC236}">
                <a16:creationId xmlns:a16="http://schemas.microsoft.com/office/drawing/2014/main" id="{7D2B00DE-2F35-4C0F-94C5-0344D13D3541}"/>
              </a:ext>
            </a:extLst>
          </p:cNvPr>
          <p:cNvSpPr>
            <a:spLocks xmlns:a="http://schemas.openxmlformats.org/drawingml/2006/main" noGrp="1"/>
          </p:cNvSpPr>
          <p:nvPr/>
        </p:nvSpPr>
        <p:spPr>
          <a:xfrm xmlns:a="http://schemas.openxmlformats.org/drawingml/2006/main">
            <a:off x="3505200" y="3733800"/>
            <a:ext cx="21526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B46B13"/>
                </a:solidFill>
                <a:latin typeface="Arial"/>
                <a:ea typeface="Arial"/>
                <a:cs typeface="Arial"/>
              </a:rPr>
              <a:t>INCOMPLETE</a:t>
            </a:r>
            <a:endParaRPr sz="1300"/>
          </a:p>
        </p:txBody>
      </p:sp>
      <p:sp>
        <p:nvSpPr>
          <p:cNvPr id="33" name="Text 33">
            <a:extLst xmlns:a="http://schemas.openxmlformats.org/drawingml/2006/main">
              <a:ext uri="{FF2B5EF4-FFF2-40B4-BE49-F238E27FC236}">
                <a16:creationId xmlns:a16="http://schemas.microsoft.com/office/drawing/2014/main" id="{41D5DC6F-6008-40BF-A606-806DABFF5B34}"/>
              </a:ext>
            </a:extLst>
          </p:cNvPr>
          <p:cNvSpPr>
            <a:spLocks xmlns:a="http://schemas.openxmlformats.org/drawingml/2006/main" noGrp="1"/>
          </p:cNvSpPr>
          <p:nvPr/>
        </p:nvSpPr>
        <p:spPr>
          <a:xfrm xmlns:a="http://schemas.openxmlformats.org/drawingml/2006/main">
            <a:off x="3505200" y="3981450"/>
            <a:ext cx="2152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0">
                <a:solidFill>
                  <a:srgbClr val="5D6873"/>
                </a:solidFill>
                <a:latin typeface="Arial"/>
                <a:ea typeface="Arial"/>
                <a:cs typeface="Arial"/>
              </a:rPr>
              <a:t>weight 0.10</a:t>
            </a:r>
            <a:endParaRPr sz="1100"/>
          </a:p>
        </p:txBody>
      </p:sp>
      <p:sp>
        <p:nvSpPr>
          <p:cNvPr id="34" name="Shape 34">
            <a:extLst xmlns:a="http://schemas.openxmlformats.org/drawingml/2006/main">
              <a:ext uri="{FF2B5EF4-FFF2-40B4-BE49-F238E27FC236}">
                <a16:creationId xmlns:a16="http://schemas.microsoft.com/office/drawing/2014/main" id="{6C9CBE80-2DD9-49F4-B5CE-41066AC2239C}"/>
              </a:ext>
            </a:extLst>
          </p:cNvPr>
          <p:cNvSpPr>
            <a:spLocks xmlns:a="http://schemas.openxmlformats.org/drawingml/2006/main" noGrp="1"/>
          </p:cNvSpPr>
          <p:nvPr/>
        </p:nvSpPr>
        <p:spPr>
          <a:xfrm xmlns:a="http://schemas.openxmlformats.org/drawingml/2006/main">
            <a:off x="6153150" y="3638550"/>
            <a:ext cx="2419350" cy="6096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2A5B84"/>
            </a:solidFill>
          </a:ln>
        </p:spPr>
      </p:sp>
      <p:sp>
        <p:nvSpPr>
          <p:cNvPr id="35" name="Text 35">
            <a:extLst xmlns:a="http://schemas.openxmlformats.org/drawingml/2006/main">
              <a:ext uri="{FF2B5EF4-FFF2-40B4-BE49-F238E27FC236}">
                <a16:creationId xmlns:a16="http://schemas.microsoft.com/office/drawing/2014/main" id="{E2A56FE1-CA1C-4E5D-AA4A-7D476EF30E8A}"/>
              </a:ext>
            </a:extLst>
          </p:cNvPr>
          <p:cNvSpPr>
            <a:spLocks xmlns:a="http://schemas.openxmlformats.org/drawingml/2006/main" noGrp="1"/>
          </p:cNvSpPr>
          <p:nvPr/>
        </p:nvSpPr>
        <p:spPr>
          <a:xfrm xmlns:a="http://schemas.openxmlformats.org/drawingml/2006/main">
            <a:off x="6286500" y="3733800"/>
            <a:ext cx="21526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2A5B84"/>
                </a:solidFill>
                <a:latin typeface="Arial"/>
                <a:ea typeface="Arial"/>
                <a:cs typeface="Arial"/>
              </a:rPr>
              <a:t>CROSS-BORDER</a:t>
            </a:r>
            <a:endParaRPr sz="1300"/>
          </a:p>
        </p:txBody>
      </p:sp>
      <p:sp>
        <p:nvSpPr>
          <p:cNvPr id="36" name="Text 36">
            <a:extLst xmlns:a="http://schemas.openxmlformats.org/drawingml/2006/main">
              <a:ext uri="{FF2B5EF4-FFF2-40B4-BE49-F238E27FC236}">
                <a16:creationId xmlns:a16="http://schemas.microsoft.com/office/drawing/2014/main" id="{BAC5A11F-A2C3-4078-AD43-474B4A1C442C}"/>
              </a:ext>
            </a:extLst>
          </p:cNvPr>
          <p:cNvSpPr>
            <a:spLocks xmlns:a="http://schemas.openxmlformats.org/drawingml/2006/main" noGrp="1"/>
          </p:cNvSpPr>
          <p:nvPr/>
        </p:nvSpPr>
        <p:spPr>
          <a:xfrm xmlns:a="http://schemas.openxmlformats.org/drawingml/2006/main">
            <a:off x="6286500" y="3981450"/>
            <a:ext cx="2152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0">
                <a:solidFill>
                  <a:srgbClr val="5D6873"/>
                </a:solidFill>
                <a:latin typeface="Arial"/>
                <a:ea typeface="Arial"/>
                <a:cs typeface="Arial"/>
              </a:rPr>
              <a:t>weight 0.2625</a:t>
            </a:r>
            <a:endParaRPr sz="1100"/>
          </a:p>
        </p:txBody>
      </p:sp>
      <p:sp>
        <p:nvSpPr>
          <p:cNvPr id="37" name="Shape 37">
            <a:extLst xmlns:a="http://schemas.openxmlformats.org/drawingml/2006/main">
              <a:ext uri="{FF2B5EF4-FFF2-40B4-BE49-F238E27FC236}">
                <a16:creationId xmlns:a16="http://schemas.microsoft.com/office/drawing/2014/main" id="{C31C6F8C-E4A7-43B9-B6B1-F678E8698218}"/>
              </a:ext>
            </a:extLst>
          </p:cNvPr>
          <p:cNvSpPr>
            <a:spLocks xmlns:a="http://schemas.openxmlformats.org/drawingml/2006/main" noGrp="1"/>
          </p:cNvSpPr>
          <p:nvPr/>
        </p:nvSpPr>
        <p:spPr>
          <a:xfrm xmlns:a="http://schemas.openxmlformats.org/drawingml/2006/main">
            <a:off x="8934450" y="3638550"/>
            <a:ext cx="2419350" cy="6096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1F7A5A"/>
            </a:solidFill>
          </a:ln>
        </p:spPr>
      </p:sp>
      <p:sp>
        <p:nvSpPr>
          <p:cNvPr id="38" name="Text 38">
            <a:extLst xmlns:a="http://schemas.openxmlformats.org/drawingml/2006/main">
              <a:ext uri="{FF2B5EF4-FFF2-40B4-BE49-F238E27FC236}">
                <a16:creationId xmlns:a16="http://schemas.microsoft.com/office/drawing/2014/main" id="{692121DB-F2D5-4F26-B02A-270B0B900EFF}"/>
              </a:ext>
            </a:extLst>
          </p:cNvPr>
          <p:cNvSpPr>
            <a:spLocks xmlns:a="http://schemas.openxmlformats.org/drawingml/2006/main" noGrp="1"/>
          </p:cNvSpPr>
          <p:nvPr/>
        </p:nvSpPr>
        <p:spPr>
          <a:xfrm xmlns:a="http://schemas.openxmlformats.org/drawingml/2006/main">
            <a:off x="9067800" y="3733800"/>
            <a:ext cx="21526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F7A5A"/>
                </a:solidFill>
                <a:latin typeface="Arial"/>
                <a:ea typeface="Arial"/>
                <a:cs typeface="Arial"/>
              </a:rPr>
              <a:t>SOURCE RISK</a:t>
            </a:r>
            <a:endParaRPr sz="1300"/>
          </a:p>
        </p:txBody>
      </p:sp>
      <p:sp>
        <p:nvSpPr>
          <p:cNvPr id="39" name="Text 39">
            <a:extLst xmlns:a="http://schemas.openxmlformats.org/drawingml/2006/main">
              <a:ext uri="{FF2B5EF4-FFF2-40B4-BE49-F238E27FC236}">
                <a16:creationId xmlns:a16="http://schemas.microsoft.com/office/drawing/2014/main" id="{A71D6222-3C6D-4DCE-85F4-ADD658BC574D}"/>
              </a:ext>
            </a:extLst>
          </p:cNvPr>
          <p:cNvSpPr>
            <a:spLocks xmlns:a="http://schemas.openxmlformats.org/drawingml/2006/main" noGrp="1"/>
          </p:cNvSpPr>
          <p:nvPr/>
        </p:nvSpPr>
        <p:spPr>
          <a:xfrm xmlns:a="http://schemas.openxmlformats.org/drawingml/2006/main">
            <a:off x="9067800" y="3981450"/>
            <a:ext cx="2152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0">
                <a:solidFill>
                  <a:srgbClr val="5D6873"/>
                </a:solidFill>
                <a:latin typeface="Arial"/>
                <a:ea typeface="Arial"/>
                <a:cs typeface="Arial"/>
              </a:rPr>
              <a:t>weight 0.4875</a:t>
            </a:r>
            <a:endParaRPr sz="1100"/>
          </a:p>
        </p:txBody>
      </p:sp>
      <p:sp>
        <p:nvSpPr>
          <p:cNvPr id="40" name="Shape 40">
            <a:extLst xmlns:a="http://schemas.openxmlformats.org/drawingml/2006/main">
              <a:ext uri="{FF2B5EF4-FFF2-40B4-BE49-F238E27FC236}">
                <a16:creationId xmlns:a16="http://schemas.microsoft.com/office/drawing/2014/main" id="{9C3CB4FE-0DE4-4E42-9D62-A5BCA8C76A94}"/>
              </a:ext>
            </a:extLst>
          </p:cNvPr>
          <p:cNvSpPr>
            <a:spLocks xmlns:a="http://schemas.openxmlformats.org/drawingml/2006/main" noGrp="1"/>
          </p:cNvSpPr>
          <p:nvPr/>
        </p:nvSpPr>
        <p:spPr>
          <a:xfrm xmlns:a="http://schemas.openxmlformats.org/drawingml/2006/main">
            <a:off x="590550" y="4495800"/>
            <a:ext cx="4762500" cy="15811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41" name="Text 41">
            <a:extLst xmlns:a="http://schemas.openxmlformats.org/drawingml/2006/main">
              <a:ext uri="{FF2B5EF4-FFF2-40B4-BE49-F238E27FC236}">
                <a16:creationId xmlns:a16="http://schemas.microsoft.com/office/drawing/2014/main" id="{FD77B711-BA31-4370-A893-0E7E328B51AC}"/>
              </a:ext>
            </a:extLst>
          </p:cNvPr>
          <p:cNvSpPr>
            <a:spLocks xmlns:a="http://schemas.openxmlformats.org/drawingml/2006/main" noGrp="1"/>
          </p:cNvSpPr>
          <p:nvPr/>
        </p:nvSpPr>
        <p:spPr>
          <a:xfrm xmlns:a="http://schemas.openxmlformats.org/drawingml/2006/main">
            <a:off x="781050" y="4629150"/>
            <a:ext cx="4381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60">
                <a:solidFill>
                  <a:srgbClr val="981B1E"/>
                </a:solidFill>
                <a:latin typeface="Arial"/>
                <a:ea typeface="Arial"/>
                <a:cs typeface="Arial"/>
              </a:rPr>
              <a:t>1 · PRIOR-ADJUSTED FEATURE</a:t>
            </a:r>
            <a:endParaRPr sz="1100"/>
          </a:p>
        </p:txBody>
      </p:sp>
      <p:sp>
        <p:nvSpPr>
          <p:cNvPr id="42" name="Text 42">
            <a:extLst xmlns:a="http://schemas.openxmlformats.org/drawingml/2006/main">
              <a:ext uri="{FF2B5EF4-FFF2-40B4-BE49-F238E27FC236}">
                <a16:creationId xmlns:a16="http://schemas.microsoft.com/office/drawing/2014/main" id="{03FC8634-A2B7-4326-9372-6A56F7097BF2}"/>
              </a:ext>
            </a:extLst>
          </p:cNvPr>
          <p:cNvSpPr>
            <a:spLocks xmlns:a="http://schemas.openxmlformats.org/drawingml/2006/main" noGrp="1"/>
          </p:cNvSpPr>
          <p:nvPr/>
        </p:nvSpPr>
        <p:spPr>
          <a:xfrm xmlns:a="http://schemas.openxmlformats.org/drawingml/2006/main">
            <a:off x="781050" y="4895850"/>
            <a:ext cx="43815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r_eff = positives / (observations + 2)</a:t>
            </a:r>
            <a:endParaRPr sz="1500"/>
          </a:p>
        </p:txBody>
      </p:sp>
      <p:sp>
        <p:nvSpPr>
          <p:cNvPr id="43" name="Text 43">
            <a:extLst xmlns:a="http://schemas.openxmlformats.org/drawingml/2006/main">
              <a:ext uri="{FF2B5EF4-FFF2-40B4-BE49-F238E27FC236}">
                <a16:creationId xmlns:a16="http://schemas.microsoft.com/office/drawing/2014/main" id="{CA6C5CEB-27DD-470B-98A6-7959BDE1E898}"/>
              </a:ext>
            </a:extLst>
          </p:cNvPr>
          <p:cNvSpPr>
            <a:spLocks xmlns:a="http://schemas.openxmlformats.org/drawingml/2006/main" noGrp="1"/>
          </p:cNvSpPr>
          <p:nvPr/>
        </p:nvSpPr>
        <p:spPr>
          <a:xfrm xmlns:a="http://schemas.openxmlformats.org/drawingml/2006/main">
            <a:off x="781050" y="5219700"/>
            <a:ext cx="4381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60">
                <a:solidFill>
                  <a:srgbClr val="981B1E"/>
                </a:solidFill>
                <a:latin typeface="Arial"/>
                <a:ea typeface="Arial"/>
                <a:cs typeface="Arial"/>
              </a:rPr>
              <a:t>2 · ACTIVATION</a:t>
            </a:r>
            <a:endParaRPr sz="1100"/>
          </a:p>
        </p:txBody>
      </p:sp>
      <p:sp>
        <p:nvSpPr>
          <p:cNvPr id="44" name="Text 44">
            <a:extLst xmlns:a="http://schemas.openxmlformats.org/drawingml/2006/main">
              <a:ext uri="{FF2B5EF4-FFF2-40B4-BE49-F238E27FC236}">
                <a16:creationId xmlns:a16="http://schemas.microsoft.com/office/drawing/2014/main" id="{BD2D026B-91E1-4CC9-AEF8-1A6235690B08}"/>
              </a:ext>
            </a:extLst>
          </p:cNvPr>
          <p:cNvSpPr>
            <a:spLocks xmlns:a="http://schemas.openxmlformats.org/drawingml/2006/main" noGrp="1"/>
          </p:cNvSpPr>
          <p:nvPr/>
        </p:nvSpPr>
        <p:spPr>
          <a:xfrm xmlns:a="http://schemas.openxmlformats.org/drawingml/2006/main">
            <a:off x="781050" y="5486400"/>
            <a:ext cx="4381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degree = 0.5 × μmedium + μhigh</a:t>
            </a:r>
            <a:endParaRPr sz="1500"/>
          </a:p>
        </p:txBody>
      </p:sp>
      <p:sp>
        <p:nvSpPr>
          <p:cNvPr id="45" name="Text 45">
            <a:extLst xmlns:a="http://schemas.openxmlformats.org/drawingml/2006/main">
              <a:ext uri="{FF2B5EF4-FFF2-40B4-BE49-F238E27FC236}">
                <a16:creationId xmlns:a16="http://schemas.microsoft.com/office/drawing/2014/main" id="{6DDB70B7-9739-496F-91E7-C9245D84631D}"/>
              </a:ext>
            </a:extLst>
          </p:cNvPr>
          <p:cNvSpPr>
            <a:spLocks xmlns:a="http://schemas.openxmlformats.org/drawingml/2006/main" noGrp="1"/>
          </p:cNvSpPr>
          <p:nvPr/>
        </p:nvSpPr>
        <p:spPr>
          <a:xfrm xmlns:a="http://schemas.openxmlformats.org/drawingml/2006/main">
            <a:off x="781050" y="5810250"/>
            <a:ext cx="438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50" b="0">
                <a:solidFill>
                  <a:srgbClr val="5D6873"/>
                </a:solidFill>
                <a:latin typeface="Arial"/>
                <a:ea typeface="Arial"/>
                <a:cs typeface="Arial"/>
              </a:rPr>
              <a:t>Add-two zero-positive prior · thresholds 0.10 / 0.30 / 0.60</a:t>
            </a:r>
            <a:endParaRPr sz="1050"/>
          </a:p>
        </p:txBody>
      </p:sp>
      <p:sp>
        <p:nvSpPr>
          <p:cNvPr id="46" name="Shape 46">
            <a:extLst xmlns:a="http://schemas.openxmlformats.org/drawingml/2006/main">
              <a:ext uri="{FF2B5EF4-FFF2-40B4-BE49-F238E27FC236}">
                <a16:creationId xmlns:a16="http://schemas.microsoft.com/office/drawing/2014/main" id="{92FF6317-06AC-49A0-8790-7FE48A21318D}"/>
              </a:ext>
            </a:extLst>
          </p:cNvPr>
          <p:cNvSpPr>
            <a:spLocks xmlns:a="http://schemas.openxmlformats.org/drawingml/2006/main" noGrp="1"/>
          </p:cNvSpPr>
          <p:nvPr/>
        </p:nvSpPr>
        <p:spPr>
          <a:xfrm xmlns:a="http://schemas.openxmlformats.org/drawingml/2006/main">
            <a:off x="5581650" y="4495800"/>
            <a:ext cx="6019800" cy="15811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47" name="Text 47">
            <a:extLst xmlns:a="http://schemas.openxmlformats.org/drawingml/2006/main">
              <a:ext uri="{FF2B5EF4-FFF2-40B4-BE49-F238E27FC236}">
                <a16:creationId xmlns:a16="http://schemas.microsoft.com/office/drawing/2014/main" id="{5AB99B11-AE25-4B53-82F9-E2743B957BA8}"/>
              </a:ext>
            </a:extLst>
          </p:cNvPr>
          <p:cNvSpPr>
            <a:spLocks xmlns:a="http://schemas.openxmlformats.org/drawingml/2006/main" noGrp="1"/>
          </p:cNvSpPr>
          <p:nvPr/>
        </p:nvSpPr>
        <p:spPr>
          <a:xfrm xmlns:a="http://schemas.openxmlformats.org/drawingml/2006/main">
            <a:off x="5772150" y="4629150"/>
            <a:ext cx="5638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60">
                <a:solidFill>
                  <a:srgbClr val="981B1E"/>
                </a:solidFill>
                <a:latin typeface="Arial"/>
                <a:ea typeface="Arial"/>
                <a:cs typeface="Arial"/>
              </a:rPr>
              <a:t>3 · FIXED MONOTONE SURFACE</a:t>
            </a:r>
            <a:endParaRPr sz="1100"/>
          </a:p>
        </p:txBody>
      </p:sp>
      <p:sp>
        <p:nvSpPr>
          <p:cNvPr id="48" name="Text 48">
            <a:extLst xmlns:a="http://schemas.openxmlformats.org/drawingml/2006/main">
              <a:ext uri="{FF2B5EF4-FFF2-40B4-BE49-F238E27FC236}">
                <a16:creationId xmlns:a16="http://schemas.microsoft.com/office/drawing/2014/main" id="{378648DF-EE74-4755-8C87-69B7035DF23C}"/>
              </a:ext>
            </a:extLst>
          </p:cNvPr>
          <p:cNvSpPr>
            <a:spLocks xmlns:a="http://schemas.openxmlformats.org/drawingml/2006/main" noGrp="1"/>
          </p:cNvSpPr>
          <p:nvPr/>
        </p:nvSpPr>
        <p:spPr>
          <a:xfrm xmlns:a="http://schemas.openxmlformats.org/drawingml/2006/main">
            <a:off x="5772150" y="4914900"/>
            <a:ext cx="5638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50" b="1">
                <a:solidFill>
                  <a:srgbClr val="17212B"/>
                </a:solidFill>
                <a:latin typeface="Arial"/>
                <a:ea typeface="Arial"/>
                <a:cs typeface="Arial"/>
              </a:rPr>
              <a:t>score = clamp₀₋₁(0.05 + 0.10·crypto + 0.10·incomplete</a:t>
            </a:r>
            <a:endParaRPr sz="1350"/>
          </a:p>
          <a:p xmlns:a="http://schemas.openxmlformats.org/drawingml/2006/main">
            <a:pPr algn="l">
              <a:buNone/>
            </a:pPr>
            <a:r>
              <a:rPr sz="1350" b="1">
                <a:solidFill>
                  <a:srgbClr val="17212B"/>
                </a:solidFill>
                <a:latin typeface="Arial"/>
                <a:ea typeface="Arial"/>
                <a:cs typeface="Arial"/>
              </a:rPr>
              <a:t>+ 0.2625·cross-border + 0.4875·source-risk)</a:t>
            </a:r>
            <a:endParaRPr sz="1350"/>
          </a:p>
        </p:txBody>
      </p:sp>
      <p:sp>
        <p:nvSpPr>
          <p:cNvPr id="49" name="Text 49">
            <a:extLst xmlns:a="http://schemas.openxmlformats.org/drawingml/2006/main">
              <a:ext uri="{FF2B5EF4-FFF2-40B4-BE49-F238E27FC236}">
                <a16:creationId xmlns:a16="http://schemas.microsoft.com/office/drawing/2014/main" id="{4F3FAE82-A9C9-4D49-8617-F84E3CB8773D}"/>
              </a:ext>
            </a:extLst>
          </p:cNvPr>
          <p:cNvSpPr>
            <a:spLocks xmlns:a="http://schemas.openxmlformats.org/drawingml/2006/main" noGrp="1"/>
          </p:cNvSpPr>
          <p:nvPr/>
        </p:nvSpPr>
        <p:spPr>
          <a:xfrm xmlns:a="http://schemas.openxmlformats.org/drawingml/2006/main">
            <a:off x="5772150" y="5524500"/>
            <a:ext cx="5638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0">
                <a:solidFill>
                  <a:srgbClr val="5D6873"/>
                </a:solidFill>
                <a:latin typeface="Arial"/>
                <a:ea typeface="Arial"/>
                <a:cs typeface="Arial"/>
              </a:rPr>
              <a:t>Coupled min(cross-border, source-risk) is retained for diagnosis</a:t>
            </a:r>
            <a:endParaRPr sz="1100"/>
          </a:p>
        </p:txBody>
      </p:sp>
      <p:sp>
        <p:nvSpPr>
          <p:cNvPr id="50" name="Text 50">
            <a:extLst xmlns:a="http://schemas.openxmlformats.org/drawingml/2006/main">
              <a:ext uri="{FF2B5EF4-FFF2-40B4-BE49-F238E27FC236}">
                <a16:creationId xmlns:a16="http://schemas.microsoft.com/office/drawing/2014/main" id="{0099AC9F-8DBA-4070-89F4-EB366C289AA3}"/>
              </a:ext>
            </a:extLst>
          </p:cNvPr>
          <p:cNvSpPr>
            <a:spLocks xmlns:a="http://schemas.openxmlformats.org/drawingml/2006/main" noGrp="1"/>
          </p:cNvSpPr>
          <p:nvPr/>
        </p:nvSpPr>
        <p:spPr>
          <a:xfrm xmlns:a="http://schemas.openxmlformats.org/drawingml/2006/main">
            <a:off x="5772150" y="5791200"/>
            <a:ext cx="56388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50" b="1">
                <a:solidFill>
                  <a:srgbClr val="981B1E"/>
                </a:solidFill>
                <a:latin typeface="Arial"/>
                <a:ea typeface="Arial"/>
                <a:cs typeface="Arial"/>
              </a:rPr>
              <a:t>Its consequent weight is 0: no double counting · not an AML probability</a:t>
            </a:r>
            <a:endParaRPr sz="1050"/>
          </a:p>
        </p:txBody>
      </p:sp>
      <p:sp>
        <p:nvSpPr>
          <p:cNvPr id="51" name="Connector 51">
            <a:extLst xmlns:a="http://schemas.openxmlformats.org/drawingml/2006/main">
              <a:ext uri="{FF2B5EF4-FFF2-40B4-BE49-F238E27FC236}">
                <a16:creationId xmlns:a16="http://schemas.microsoft.com/office/drawing/2014/main" id="{7A63B3EF-2EE1-4984-B7B5-07EEC54908E1}"/>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52" name="Text 52">
            <a:extLst xmlns:a="http://schemas.openxmlformats.org/drawingml/2006/main">
              <a:ext uri="{FF2B5EF4-FFF2-40B4-BE49-F238E27FC236}">
                <a16:creationId xmlns:a16="http://schemas.microsoft.com/office/drawing/2014/main" id="{E1D51F3B-020A-4B88-841E-085B43C95AE6}"/>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53" name="Text 53">
            <a:extLst xmlns:a="http://schemas.openxmlformats.org/drawingml/2006/main">
              <a:ext uri="{FF2B5EF4-FFF2-40B4-BE49-F238E27FC236}">
                <a16:creationId xmlns:a16="http://schemas.microsoft.com/office/drawing/2014/main" id="{66428A04-C66D-4B4E-AFAA-B672D6647A54}"/>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D</a:t>
            </a:r>
            <a:endParaRPr sz="1000"/>
          </a:p>
        </p:txBody>
      </p:sp>
    </p:spTree>
    <p:extLst>
      <p:ext uri="{BB962C8B-B14F-4D97-AF65-F5344CB8AC3E}">
        <p14:creationId xmlns:p14="http://schemas.microsoft.com/office/powerpoint/2010/main" val="1239710981"/>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B1BBBC8F-6980-40AA-AB00-6F7780FEE4AE}"/>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E · CONDITIONAL DESIGN TARGET</a:t>
            </a:r>
            <a:endParaRPr sz="1100"/>
          </a:p>
        </p:txBody>
      </p:sp>
      <p:sp>
        <p:nvSpPr>
          <p:cNvPr id="3" name="Text 3">
            <a:extLst xmlns:a="http://schemas.openxmlformats.org/drawingml/2006/main">
              <a:ext uri="{FF2B5EF4-FFF2-40B4-BE49-F238E27FC236}">
                <a16:creationId xmlns:a16="http://schemas.microsoft.com/office/drawing/2014/main" id="{33CFD8FE-28D5-4166-9481-157290F5D614}"/>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Late fusion requires comparable semantics before signals can be combined</a:t>
            </a:r>
            <a:endParaRPr sz="3000"/>
          </a:p>
        </p:txBody>
      </p:sp>
      <p:sp>
        <p:nvSpPr>
          <p:cNvPr id="4" name="Text 4">
            <a:extLst xmlns:a="http://schemas.openxmlformats.org/drawingml/2006/main">
              <a:ext uri="{FF2B5EF4-FFF2-40B4-BE49-F238E27FC236}">
                <a16:creationId xmlns:a16="http://schemas.microsoft.com/office/drawing/2014/main" id="{D066095F-4A74-4F2B-9A3D-4C2339A6766B}"/>
              </a:ext>
            </a:extLst>
          </p:cNvPr>
          <p:cNvSpPr>
            <a:spLocks xmlns:a="http://schemas.openxmlformats.org/drawingml/2006/main" noGrp="1"/>
          </p:cNvSpPr>
          <p:nvPr/>
        </p:nvSpPr>
        <p:spPr>
          <a:xfrm xmlns:a="http://schemas.openxmlformats.org/drawingml/2006/main">
            <a:off x="8991600" y="1066800"/>
            <a:ext cx="2647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1" spc="100">
                <a:solidFill>
                  <a:srgbClr val="D71920"/>
                </a:solidFill>
                <a:latin typeface="Arial"/>
                <a:ea typeface="Arial"/>
                <a:cs typeface="Arial"/>
              </a:rPr>
              <a:t>R5 · NOT YET MEASURED</a:t>
            </a:r>
            <a:endParaRPr sz="1100"/>
          </a:p>
        </p:txBody>
      </p:sp>
      <p:sp>
        <p:nvSpPr>
          <p:cNvPr id="5" name="Shape 5">
            <a:extLst xmlns:a="http://schemas.openxmlformats.org/drawingml/2006/main">
              <a:ext uri="{FF2B5EF4-FFF2-40B4-BE49-F238E27FC236}">
                <a16:creationId xmlns:a16="http://schemas.microsoft.com/office/drawing/2014/main" id="{EFBE1CFD-37F4-49B9-A1B2-502EC95FE355}"/>
              </a:ext>
            </a:extLst>
          </p:cNvPr>
          <p:cNvSpPr>
            <a:spLocks xmlns:a="http://schemas.openxmlformats.org/drawingml/2006/main" noGrp="1"/>
          </p:cNvSpPr>
          <p:nvPr/>
        </p:nvSpPr>
        <p:spPr>
          <a:xfrm xmlns:a="http://schemas.openxmlformats.org/drawingml/2006/main">
            <a:off x="628650" y="1790700"/>
            <a:ext cx="2571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17212B"/>
            </a:solidFill>
          </a:ln>
        </p:spPr>
      </p:sp>
      <p:sp>
        <p:nvSpPr>
          <p:cNvPr id="6" name="Shape 6">
            <a:extLst xmlns:a="http://schemas.openxmlformats.org/drawingml/2006/main">
              <a:ext uri="{FF2B5EF4-FFF2-40B4-BE49-F238E27FC236}">
                <a16:creationId xmlns:a16="http://schemas.microsoft.com/office/drawing/2014/main" id="{334A69D4-8C25-4ACC-A19F-883B89B40174}"/>
              </a:ext>
            </a:extLst>
          </p:cNvPr>
          <p:cNvSpPr>
            <a:spLocks xmlns:a="http://schemas.openxmlformats.org/drawingml/2006/main" noGrp="1"/>
          </p:cNvSpPr>
          <p:nvPr/>
        </p:nvSpPr>
        <p:spPr>
          <a:xfrm xmlns:a="http://schemas.openxmlformats.org/drawingml/2006/main">
            <a:off x="628650" y="1790700"/>
            <a:ext cx="76200" cy="609600"/>
          </a:xfrm>
          <a:prstGeom xmlns:a="http://schemas.openxmlformats.org/drawingml/2006/main" prst="rect">
            <a:avLst/>
          </a:prstGeom>
          <a:solidFill xmlns:a="http://schemas.openxmlformats.org/drawingml/2006/main">
            <a:srgbClr val="17212B"/>
          </a:solidFill>
          <a:ln xmlns:a="http://schemas.openxmlformats.org/drawingml/2006/main" w="12700">
            <a:solidFill>
              <a:srgbClr val="17212B"/>
            </a:solidFill>
          </a:ln>
        </p:spPr>
      </p:sp>
      <p:sp>
        <p:nvSpPr>
          <p:cNvPr id="7" name="Shape 7">
            <a:extLst xmlns:a="http://schemas.openxmlformats.org/drawingml/2006/main">
              <a:ext uri="{FF2B5EF4-FFF2-40B4-BE49-F238E27FC236}">
                <a16:creationId xmlns:a16="http://schemas.microsoft.com/office/drawing/2014/main" id="{6D28EA8A-F38E-4FDC-B098-EE248790FCAD}"/>
              </a:ext>
            </a:extLst>
          </p:cNvPr>
          <p:cNvSpPr>
            <a:spLocks xmlns:a="http://schemas.openxmlformats.org/drawingml/2006/main" noGrp="1"/>
          </p:cNvSpPr>
          <p:nvPr/>
        </p:nvSpPr>
        <p:spPr>
          <a:xfrm xmlns:a="http://schemas.openxmlformats.org/drawingml/2006/main">
            <a:off x="800100" y="1895475"/>
            <a:ext cx="400050" cy="4000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7212B"/>
            </a:solidFill>
          </a:ln>
        </p:spPr>
      </p:sp>
      <p:pic>
        <p:nvPicPr>
          <p:cNvPr id="69" name="Picture 8"/>
          <p:cNvPicPr>
            <a:picLocks xmlns:a="http://schemas.openxmlformats.org/drawingml/2006/main" noChangeAspect="1"/>
          </p:cNvPicPr>
          <p:nvPr/>
        </p:nvPicPr>
        <p:blipFill>
          <a:blip xmlns:r="http://schemas.openxmlformats.org/officeDocument/2006/relationships" xmlns:a="http://schemas.openxmlformats.org/drawingml/2006/main" r:embed="R5177e0fae8bd49ab"/>
          <a:stretch xmlns:a="http://schemas.openxmlformats.org/drawingml/2006/main">
            <a:fillRect l="0" t="0" r="0" b="0"/>
          </a:stretch>
        </p:blipFill>
        <p:spPr>
          <a:xfrm xmlns:a="http://schemas.openxmlformats.org/drawingml/2006/main">
            <a:off x="904875" y="2000250"/>
            <a:ext cx="190500" cy="190500"/>
          </a:xfrm>
          <a:prstGeom xmlns:a="http://schemas.openxmlformats.org/drawingml/2006/main" prst="rect">
            <a:avLst/>
          </a:prstGeom>
          <a:ln xmlns:a="http://schemas.openxmlformats.org/drawingml/2006/main">
            <a:noFill/>
          </a:ln>
        </p:spPr>
      </p:pic>
      <p:sp>
        <p:nvSpPr>
          <p:cNvPr id="9" name="Text 9">
            <a:extLst xmlns:a="http://schemas.openxmlformats.org/drawingml/2006/main">
              <a:ext uri="{FF2B5EF4-FFF2-40B4-BE49-F238E27FC236}">
                <a16:creationId xmlns:a16="http://schemas.microsoft.com/office/drawing/2014/main" id="{3C097A47-A8C5-4E8B-BD34-8144B6674008}"/>
              </a:ext>
            </a:extLst>
          </p:cNvPr>
          <p:cNvSpPr>
            <a:spLocks xmlns:a="http://schemas.openxmlformats.org/drawingml/2006/main" noGrp="1"/>
          </p:cNvSpPr>
          <p:nvPr/>
        </p:nvSpPr>
        <p:spPr>
          <a:xfrm xmlns:a="http://schemas.openxmlformats.org/drawingml/2006/main">
            <a:off x="1333500" y="1866900"/>
            <a:ext cx="16573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7212B"/>
                </a:solidFill>
                <a:latin typeface="Arial"/>
                <a:ea typeface="Arial"/>
                <a:cs typeface="Arial"/>
              </a:rPr>
              <a:t>DETERMINISTIC</a:t>
            </a:r>
            <a:endParaRPr sz="1300"/>
          </a:p>
        </p:txBody>
      </p:sp>
      <p:sp>
        <p:nvSpPr>
          <p:cNvPr id="10" name="Text 10">
            <a:extLst xmlns:a="http://schemas.openxmlformats.org/drawingml/2006/main">
              <a:ext uri="{FF2B5EF4-FFF2-40B4-BE49-F238E27FC236}">
                <a16:creationId xmlns:a16="http://schemas.microsoft.com/office/drawing/2014/main" id="{1532A1EE-395E-4485-BDF0-EDC54FD04C5C}"/>
              </a:ext>
            </a:extLst>
          </p:cNvPr>
          <p:cNvSpPr>
            <a:spLocks xmlns:a="http://schemas.openxmlformats.org/drawingml/2006/main" noGrp="1"/>
          </p:cNvSpPr>
          <p:nvPr/>
        </p:nvSpPr>
        <p:spPr>
          <a:xfrm xmlns:a="http://schemas.openxmlformats.org/drawingml/2006/main">
            <a:off x="1333500" y="2114550"/>
            <a:ext cx="16573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source-shaped baseline</a:t>
            </a:r>
            <a:endParaRPr sz="1200"/>
          </a:p>
        </p:txBody>
      </p:sp>
      <p:sp>
        <p:nvSpPr>
          <p:cNvPr id="11" name="Connector 11">
            <a:extLst xmlns:a="http://schemas.openxmlformats.org/drawingml/2006/main">
              <a:ext uri="{FF2B5EF4-FFF2-40B4-BE49-F238E27FC236}">
                <a16:creationId xmlns:a16="http://schemas.microsoft.com/office/drawing/2014/main" id="{11D24549-4FC6-44FA-9056-04F3C11491C5}"/>
              </a:ext>
            </a:extLst>
          </p:cNvPr>
          <p:cNvSpPr>
            <a:spLocks xmlns:a="http://schemas.openxmlformats.org/drawingml/2006/main" noGrp="1"/>
          </p:cNvSpPr>
          <p:nvPr/>
        </p:nvSpPr>
        <p:spPr>
          <a:xfrm xmlns:a="http://schemas.openxmlformats.org/drawingml/2006/main">
            <a:off x="3200400" y="2095500"/>
            <a:ext cx="1085850" cy="0"/>
          </a:xfrm>
          <a:prstGeom xmlns:a="http://schemas.openxmlformats.org/drawingml/2006/main" prst="line">
            <a:avLst/>
          </a:prstGeom>
          <a:ln xmlns:a="http://schemas.openxmlformats.org/drawingml/2006/main" w="25400">
            <a:solidFill>
              <a:srgbClr val="17212B"/>
            </a:solidFill>
          </a:ln>
        </p:spPr>
      </p:sp>
      <p:sp>
        <p:nvSpPr>
          <p:cNvPr id="12" name="Shape 12">
            <a:extLst xmlns:a="http://schemas.openxmlformats.org/drawingml/2006/main">
              <a:ext uri="{FF2B5EF4-FFF2-40B4-BE49-F238E27FC236}">
                <a16:creationId xmlns:a16="http://schemas.microsoft.com/office/drawing/2014/main" id="{9F011895-2308-41AE-BB9E-5E5D14D89487}"/>
              </a:ext>
            </a:extLst>
          </p:cNvPr>
          <p:cNvSpPr>
            <a:spLocks xmlns:a="http://schemas.openxmlformats.org/drawingml/2006/main" noGrp="1"/>
          </p:cNvSpPr>
          <p:nvPr/>
        </p:nvSpPr>
        <p:spPr>
          <a:xfrm xmlns:a="http://schemas.openxmlformats.org/drawingml/2006/main">
            <a:off x="628650" y="2628900"/>
            <a:ext cx="2571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2A5B84"/>
            </a:solidFill>
          </a:ln>
        </p:spPr>
      </p:sp>
      <p:sp>
        <p:nvSpPr>
          <p:cNvPr id="13" name="Shape 13">
            <a:extLst xmlns:a="http://schemas.openxmlformats.org/drawingml/2006/main">
              <a:ext uri="{FF2B5EF4-FFF2-40B4-BE49-F238E27FC236}">
                <a16:creationId xmlns:a16="http://schemas.microsoft.com/office/drawing/2014/main" id="{DBE5F89C-E8CC-4E62-BA77-9854665102D4}"/>
              </a:ext>
            </a:extLst>
          </p:cNvPr>
          <p:cNvSpPr>
            <a:spLocks xmlns:a="http://schemas.openxmlformats.org/drawingml/2006/main" noGrp="1"/>
          </p:cNvSpPr>
          <p:nvPr/>
        </p:nvSpPr>
        <p:spPr>
          <a:xfrm xmlns:a="http://schemas.openxmlformats.org/drawingml/2006/main">
            <a:off x="628650" y="2628900"/>
            <a:ext cx="76200" cy="609600"/>
          </a:xfrm>
          <a:prstGeom xmlns:a="http://schemas.openxmlformats.org/drawingml/2006/main" prst="rect">
            <a:avLst/>
          </a:prstGeom>
          <a:solidFill xmlns:a="http://schemas.openxmlformats.org/drawingml/2006/main">
            <a:srgbClr val="2A5B84"/>
          </a:solidFill>
          <a:ln xmlns:a="http://schemas.openxmlformats.org/drawingml/2006/main" w="12700">
            <a:solidFill>
              <a:srgbClr val="2A5B84"/>
            </a:solidFill>
          </a:ln>
        </p:spPr>
      </p:sp>
      <p:sp>
        <p:nvSpPr>
          <p:cNvPr id="14" name="Shape 14">
            <a:extLst xmlns:a="http://schemas.openxmlformats.org/drawingml/2006/main">
              <a:ext uri="{FF2B5EF4-FFF2-40B4-BE49-F238E27FC236}">
                <a16:creationId xmlns:a16="http://schemas.microsoft.com/office/drawing/2014/main" id="{4EA69C7D-C1E0-4BDE-8A3C-D3F5C0FE4344}"/>
              </a:ext>
            </a:extLst>
          </p:cNvPr>
          <p:cNvSpPr>
            <a:spLocks xmlns:a="http://schemas.openxmlformats.org/drawingml/2006/main" noGrp="1"/>
          </p:cNvSpPr>
          <p:nvPr/>
        </p:nvSpPr>
        <p:spPr>
          <a:xfrm xmlns:a="http://schemas.openxmlformats.org/drawingml/2006/main">
            <a:off x="800100" y="2733675"/>
            <a:ext cx="400050" cy="4000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2A5B84"/>
            </a:solidFill>
          </a:ln>
        </p:spPr>
      </p:sp>
      <p:pic>
        <p:nvPicPr>
          <p:cNvPr id="76" name="Picture 15"/>
          <p:cNvPicPr>
            <a:picLocks xmlns:a="http://schemas.openxmlformats.org/drawingml/2006/main" noChangeAspect="1"/>
          </p:cNvPicPr>
          <p:nvPr/>
        </p:nvPicPr>
        <p:blipFill>
          <a:blip xmlns:r="http://schemas.openxmlformats.org/officeDocument/2006/relationships" xmlns:a="http://schemas.openxmlformats.org/drawingml/2006/main" r:embed="R679434c4114a4789"/>
          <a:stretch xmlns:a="http://schemas.openxmlformats.org/drawingml/2006/main">
            <a:fillRect l="0" t="0" r="0" b="0"/>
          </a:stretch>
        </p:blipFill>
        <p:spPr>
          <a:xfrm xmlns:a="http://schemas.openxmlformats.org/drawingml/2006/main">
            <a:off x="904875" y="2838450"/>
            <a:ext cx="190500" cy="190500"/>
          </a:xfrm>
          <a:prstGeom xmlns:a="http://schemas.openxmlformats.org/drawingml/2006/main" prst="rect">
            <a:avLst/>
          </a:prstGeom>
          <a:ln xmlns:a="http://schemas.openxmlformats.org/drawingml/2006/main">
            <a:noFill/>
          </a:ln>
        </p:spPr>
      </p:pic>
      <p:sp>
        <p:nvSpPr>
          <p:cNvPr id="16" name="Text 16">
            <a:extLst xmlns:a="http://schemas.openxmlformats.org/drawingml/2006/main">
              <a:ext uri="{FF2B5EF4-FFF2-40B4-BE49-F238E27FC236}">
                <a16:creationId xmlns:a16="http://schemas.microsoft.com/office/drawing/2014/main" id="{FC4F5952-E412-4C44-A2DB-97D55701E113}"/>
              </a:ext>
            </a:extLst>
          </p:cNvPr>
          <p:cNvSpPr>
            <a:spLocks xmlns:a="http://schemas.openxmlformats.org/drawingml/2006/main" noGrp="1"/>
          </p:cNvSpPr>
          <p:nvPr/>
        </p:nvSpPr>
        <p:spPr>
          <a:xfrm xmlns:a="http://schemas.openxmlformats.org/drawingml/2006/main">
            <a:off x="1333500" y="2705100"/>
            <a:ext cx="16573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2A5B84"/>
                </a:solidFill>
                <a:latin typeface="Arial"/>
                <a:ea typeface="Arial"/>
                <a:cs typeface="Arial"/>
              </a:rPr>
              <a:t>BAYESIAN</a:t>
            </a:r>
            <a:endParaRPr sz="1300"/>
          </a:p>
        </p:txBody>
      </p:sp>
      <p:sp>
        <p:nvSpPr>
          <p:cNvPr id="17" name="Text 17">
            <a:extLst xmlns:a="http://schemas.openxmlformats.org/drawingml/2006/main">
              <a:ext uri="{FF2B5EF4-FFF2-40B4-BE49-F238E27FC236}">
                <a16:creationId xmlns:a16="http://schemas.microsoft.com/office/drawing/2014/main" id="{7F449202-B553-47FF-AE18-27F5677FB7D0}"/>
              </a:ext>
            </a:extLst>
          </p:cNvPr>
          <p:cNvSpPr>
            <a:spLocks xmlns:a="http://schemas.openxmlformats.org/drawingml/2006/main" noGrp="1"/>
          </p:cNvSpPr>
          <p:nvPr/>
        </p:nvSpPr>
        <p:spPr>
          <a:xfrm xmlns:a="http://schemas.openxmlformats.org/drawingml/2006/main">
            <a:off x="1333500" y="2952750"/>
            <a:ext cx="16573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small-sample posterior</a:t>
            </a:r>
            <a:endParaRPr sz="1200"/>
          </a:p>
        </p:txBody>
      </p:sp>
      <p:sp>
        <p:nvSpPr>
          <p:cNvPr id="18" name="Connector 18">
            <a:extLst xmlns:a="http://schemas.openxmlformats.org/drawingml/2006/main">
              <a:ext uri="{FF2B5EF4-FFF2-40B4-BE49-F238E27FC236}">
                <a16:creationId xmlns:a16="http://schemas.microsoft.com/office/drawing/2014/main" id="{D02A4E19-B94E-4384-B7C9-C20CD794F190}"/>
              </a:ext>
            </a:extLst>
          </p:cNvPr>
          <p:cNvSpPr>
            <a:spLocks xmlns:a="http://schemas.openxmlformats.org/drawingml/2006/main" noGrp="1"/>
          </p:cNvSpPr>
          <p:nvPr/>
        </p:nvSpPr>
        <p:spPr>
          <a:xfrm xmlns:a="http://schemas.openxmlformats.org/drawingml/2006/main">
            <a:off x="3200400" y="2933700"/>
            <a:ext cx="1085850" cy="0"/>
          </a:xfrm>
          <a:prstGeom xmlns:a="http://schemas.openxmlformats.org/drawingml/2006/main" prst="line">
            <a:avLst/>
          </a:prstGeom>
          <a:ln xmlns:a="http://schemas.openxmlformats.org/drawingml/2006/main" w="25400">
            <a:solidFill>
              <a:srgbClr val="2A5B84"/>
            </a:solidFill>
          </a:ln>
        </p:spPr>
      </p:sp>
      <p:sp>
        <p:nvSpPr>
          <p:cNvPr id="19" name="Shape 19">
            <a:extLst xmlns:a="http://schemas.openxmlformats.org/drawingml/2006/main">
              <a:ext uri="{FF2B5EF4-FFF2-40B4-BE49-F238E27FC236}">
                <a16:creationId xmlns:a16="http://schemas.microsoft.com/office/drawing/2014/main" id="{4CB230E1-3A79-4EDD-99FD-DF6268759A70}"/>
              </a:ext>
            </a:extLst>
          </p:cNvPr>
          <p:cNvSpPr>
            <a:spLocks xmlns:a="http://schemas.openxmlformats.org/drawingml/2006/main" noGrp="1"/>
          </p:cNvSpPr>
          <p:nvPr/>
        </p:nvSpPr>
        <p:spPr>
          <a:xfrm xmlns:a="http://schemas.openxmlformats.org/drawingml/2006/main">
            <a:off x="628650" y="3467100"/>
            <a:ext cx="2571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B46B13"/>
            </a:solidFill>
          </a:ln>
        </p:spPr>
      </p:sp>
      <p:sp>
        <p:nvSpPr>
          <p:cNvPr id="20" name="Shape 20">
            <a:extLst xmlns:a="http://schemas.openxmlformats.org/drawingml/2006/main">
              <a:ext uri="{FF2B5EF4-FFF2-40B4-BE49-F238E27FC236}">
                <a16:creationId xmlns:a16="http://schemas.microsoft.com/office/drawing/2014/main" id="{783EFEFA-A068-4DAD-B971-F245F3B60F82}"/>
              </a:ext>
            </a:extLst>
          </p:cNvPr>
          <p:cNvSpPr>
            <a:spLocks xmlns:a="http://schemas.openxmlformats.org/drawingml/2006/main" noGrp="1"/>
          </p:cNvSpPr>
          <p:nvPr/>
        </p:nvSpPr>
        <p:spPr>
          <a:xfrm xmlns:a="http://schemas.openxmlformats.org/drawingml/2006/main">
            <a:off x="628650" y="3467100"/>
            <a:ext cx="76200" cy="609600"/>
          </a:xfrm>
          <a:prstGeom xmlns:a="http://schemas.openxmlformats.org/drawingml/2006/main" prst="rect">
            <a:avLst/>
          </a:prstGeom>
          <a:solidFill xmlns:a="http://schemas.openxmlformats.org/drawingml/2006/main">
            <a:srgbClr val="B46B13"/>
          </a:solidFill>
          <a:ln xmlns:a="http://schemas.openxmlformats.org/drawingml/2006/main" w="12700">
            <a:solidFill>
              <a:srgbClr val="B46B13"/>
            </a:solidFill>
          </a:ln>
        </p:spPr>
      </p:sp>
      <p:sp>
        <p:nvSpPr>
          <p:cNvPr id="21" name="Shape 21">
            <a:extLst xmlns:a="http://schemas.openxmlformats.org/drawingml/2006/main">
              <a:ext uri="{FF2B5EF4-FFF2-40B4-BE49-F238E27FC236}">
                <a16:creationId xmlns:a16="http://schemas.microsoft.com/office/drawing/2014/main" id="{A54EC862-E52C-4132-A0D2-B3276DA9E04D}"/>
              </a:ext>
            </a:extLst>
          </p:cNvPr>
          <p:cNvSpPr>
            <a:spLocks xmlns:a="http://schemas.openxmlformats.org/drawingml/2006/main" noGrp="1"/>
          </p:cNvSpPr>
          <p:nvPr/>
        </p:nvSpPr>
        <p:spPr>
          <a:xfrm xmlns:a="http://schemas.openxmlformats.org/drawingml/2006/main">
            <a:off x="800100" y="3571875"/>
            <a:ext cx="400050" cy="4000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B46B13"/>
            </a:solidFill>
          </a:ln>
        </p:spPr>
      </p:sp>
      <p:pic>
        <p:nvPicPr>
          <p:cNvPr id="83" name="Picture 22"/>
          <p:cNvPicPr>
            <a:picLocks xmlns:a="http://schemas.openxmlformats.org/drawingml/2006/main" noChangeAspect="1"/>
          </p:cNvPicPr>
          <p:nvPr/>
        </p:nvPicPr>
        <p:blipFill>
          <a:blip xmlns:r="http://schemas.openxmlformats.org/officeDocument/2006/relationships" xmlns:a="http://schemas.openxmlformats.org/drawingml/2006/main" r:embed="R2e7b135f7fb543c9"/>
          <a:stretch xmlns:a="http://schemas.openxmlformats.org/drawingml/2006/main">
            <a:fillRect l="0" t="0" r="0" b="0"/>
          </a:stretch>
        </p:blipFill>
        <p:spPr>
          <a:xfrm xmlns:a="http://schemas.openxmlformats.org/drawingml/2006/main">
            <a:off x="904875" y="3676650"/>
            <a:ext cx="190500" cy="190500"/>
          </a:xfrm>
          <a:prstGeom xmlns:a="http://schemas.openxmlformats.org/drawingml/2006/main" prst="rect">
            <a:avLst/>
          </a:prstGeom>
          <a:ln xmlns:a="http://schemas.openxmlformats.org/drawingml/2006/main">
            <a:noFill/>
          </a:ln>
        </p:spPr>
      </p:pic>
      <p:sp>
        <p:nvSpPr>
          <p:cNvPr id="23" name="Text 23">
            <a:extLst xmlns:a="http://schemas.openxmlformats.org/drawingml/2006/main">
              <a:ext uri="{FF2B5EF4-FFF2-40B4-BE49-F238E27FC236}">
                <a16:creationId xmlns:a16="http://schemas.microsoft.com/office/drawing/2014/main" id="{C4D99025-015B-499C-8B57-E7791F6713A9}"/>
              </a:ext>
            </a:extLst>
          </p:cNvPr>
          <p:cNvSpPr>
            <a:spLocks xmlns:a="http://schemas.openxmlformats.org/drawingml/2006/main" noGrp="1"/>
          </p:cNvSpPr>
          <p:nvPr/>
        </p:nvSpPr>
        <p:spPr>
          <a:xfrm xmlns:a="http://schemas.openxmlformats.org/drawingml/2006/main">
            <a:off x="1333500" y="3543300"/>
            <a:ext cx="16573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B46B13"/>
                </a:solidFill>
                <a:latin typeface="Arial"/>
                <a:ea typeface="Arial"/>
                <a:cs typeface="Arial"/>
              </a:rPr>
              <a:t>FUZZY</a:t>
            </a:r>
            <a:endParaRPr sz="1300"/>
          </a:p>
        </p:txBody>
      </p:sp>
      <p:sp>
        <p:nvSpPr>
          <p:cNvPr id="24" name="Text 24">
            <a:extLst xmlns:a="http://schemas.openxmlformats.org/drawingml/2006/main">
              <a:ext uri="{FF2B5EF4-FFF2-40B4-BE49-F238E27FC236}">
                <a16:creationId xmlns:a16="http://schemas.microsoft.com/office/drawing/2014/main" id="{2D4C313B-D71B-4A76-98F3-F8844FCEA517}"/>
              </a:ext>
            </a:extLst>
          </p:cNvPr>
          <p:cNvSpPr>
            <a:spLocks xmlns:a="http://schemas.openxmlformats.org/drawingml/2006/main" noGrp="1"/>
          </p:cNvSpPr>
          <p:nvPr/>
        </p:nvSpPr>
        <p:spPr>
          <a:xfrm xmlns:a="http://schemas.openxmlformats.org/drawingml/2006/main">
            <a:off x="1333500" y="3790950"/>
            <a:ext cx="16573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graded rule activation</a:t>
            </a:r>
            <a:endParaRPr sz="1200"/>
          </a:p>
        </p:txBody>
      </p:sp>
      <p:sp>
        <p:nvSpPr>
          <p:cNvPr id="25" name="Connector 25">
            <a:extLst xmlns:a="http://schemas.openxmlformats.org/drawingml/2006/main">
              <a:ext uri="{FF2B5EF4-FFF2-40B4-BE49-F238E27FC236}">
                <a16:creationId xmlns:a16="http://schemas.microsoft.com/office/drawing/2014/main" id="{CC1649D0-F02E-48E9-A1F5-508EEC7DC6AC}"/>
              </a:ext>
            </a:extLst>
          </p:cNvPr>
          <p:cNvSpPr>
            <a:spLocks xmlns:a="http://schemas.openxmlformats.org/drawingml/2006/main" noGrp="1"/>
          </p:cNvSpPr>
          <p:nvPr/>
        </p:nvSpPr>
        <p:spPr>
          <a:xfrm xmlns:a="http://schemas.openxmlformats.org/drawingml/2006/main">
            <a:off x="3200400" y="3771900"/>
            <a:ext cx="1085850" cy="0"/>
          </a:xfrm>
          <a:prstGeom xmlns:a="http://schemas.openxmlformats.org/drawingml/2006/main" prst="line">
            <a:avLst/>
          </a:prstGeom>
          <a:ln xmlns:a="http://schemas.openxmlformats.org/drawingml/2006/main" w="25400">
            <a:solidFill>
              <a:srgbClr val="B46B13"/>
            </a:solidFill>
          </a:ln>
        </p:spPr>
      </p:sp>
      <p:sp>
        <p:nvSpPr>
          <p:cNvPr id="26" name="Shape 26">
            <a:extLst xmlns:a="http://schemas.openxmlformats.org/drawingml/2006/main">
              <a:ext uri="{FF2B5EF4-FFF2-40B4-BE49-F238E27FC236}">
                <a16:creationId xmlns:a16="http://schemas.microsoft.com/office/drawing/2014/main" id="{16FCE971-418B-4D59-B5E8-FDB028D9C07D}"/>
              </a:ext>
            </a:extLst>
          </p:cNvPr>
          <p:cNvSpPr>
            <a:spLocks xmlns:a="http://schemas.openxmlformats.org/drawingml/2006/main" noGrp="1"/>
          </p:cNvSpPr>
          <p:nvPr/>
        </p:nvSpPr>
        <p:spPr>
          <a:xfrm xmlns:a="http://schemas.openxmlformats.org/drawingml/2006/main">
            <a:off x="628650" y="4305300"/>
            <a:ext cx="2571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1F7A5A"/>
            </a:solidFill>
          </a:ln>
        </p:spPr>
      </p:sp>
      <p:sp>
        <p:nvSpPr>
          <p:cNvPr id="27" name="Shape 27">
            <a:extLst xmlns:a="http://schemas.openxmlformats.org/drawingml/2006/main">
              <a:ext uri="{FF2B5EF4-FFF2-40B4-BE49-F238E27FC236}">
                <a16:creationId xmlns:a16="http://schemas.microsoft.com/office/drawing/2014/main" id="{5F6AAA73-4DC8-4907-A428-D721E1B01592}"/>
              </a:ext>
            </a:extLst>
          </p:cNvPr>
          <p:cNvSpPr>
            <a:spLocks xmlns:a="http://schemas.openxmlformats.org/drawingml/2006/main" noGrp="1"/>
          </p:cNvSpPr>
          <p:nvPr/>
        </p:nvSpPr>
        <p:spPr>
          <a:xfrm xmlns:a="http://schemas.openxmlformats.org/drawingml/2006/main">
            <a:off x="628650" y="4305300"/>
            <a:ext cx="76200" cy="609600"/>
          </a:xfrm>
          <a:prstGeom xmlns:a="http://schemas.openxmlformats.org/drawingml/2006/main" prst="rect">
            <a:avLst/>
          </a:prstGeom>
          <a:solidFill xmlns:a="http://schemas.openxmlformats.org/drawingml/2006/main">
            <a:srgbClr val="1F7A5A"/>
          </a:solidFill>
          <a:ln xmlns:a="http://schemas.openxmlformats.org/drawingml/2006/main" w="12700">
            <a:solidFill>
              <a:srgbClr val="1F7A5A"/>
            </a:solidFill>
          </a:ln>
        </p:spPr>
      </p:sp>
      <p:sp>
        <p:nvSpPr>
          <p:cNvPr id="28" name="Shape 28">
            <a:extLst xmlns:a="http://schemas.openxmlformats.org/drawingml/2006/main">
              <a:ext uri="{FF2B5EF4-FFF2-40B4-BE49-F238E27FC236}">
                <a16:creationId xmlns:a16="http://schemas.microsoft.com/office/drawing/2014/main" id="{DC2EDC12-1DF1-4AF5-A80E-3F060C35ED75}"/>
              </a:ext>
            </a:extLst>
          </p:cNvPr>
          <p:cNvSpPr>
            <a:spLocks xmlns:a="http://schemas.openxmlformats.org/drawingml/2006/main" noGrp="1"/>
          </p:cNvSpPr>
          <p:nvPr/>
        </p:nvSpPr>
        <p:spPr>
          <a:xfrm xmlns:a="http://schemas.openxmlformats.org/drawingml/2006/main">
            <a:off x="800100" y="4410075"/>
            <a:ext cx="400050" cy="4000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F7A5A"/>
            </a:solidFill>
          </a:ln>
        </p:spPr>
      </p:sp>
      <p:pic>
        <p:nvPicPr>
          <p:cNvPr id="90" name="Picture 29"/>
          <p:cNvPicPr>
            <a:picLocks xmlns:a="http://schemas.openxmlformats.org/drawingml/2006/main" noChangeAspect="1"/>
          </p:cNvPicPr>
          <p:nvPr/>
        </p:nvPicPr>
        <p:blipFill>
          <a:blip xmlns:r="http://schemas.openxmlformats.org/officeDocument/2006/relationships" xmlns:a="http://schemas.openxmlformats.org/drawingml/2006/main" r:embed="R72ee8b0047a94e7d"/>
          <a:stretch xmlns:a="http://schemas.openxmlformats.org/drawingml/2006/main">
            <a:fillRect l="0" t="0" r="0" b="0"/>
          </a:stretch>
        </p:blipFill>
        <p:spPr>
          <a:xfrm xmlns:a="http://schemas.openxmlformats.org/drawingml/2006/main">
            <a:off x="904875" y="4514850"/>
            <a:ext cx="190500" cy="19050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9EC54E9B-ED9F-4920-B73C-37FAE05D69BD}"/>
              </a:ext>
            </a:extLst>
          </p:cNvPr>
          <p:cNvSpPr>
            <a:spLocks xmlns:a="http://schemas.openxmlformats.org/drawingml/2006/main" noGrp="1"/>
          </p:cNvSpPr>
          <p:nvPr/>
        </p:nvSpPr>
        <p:spPr>
          <a:xfrm xmlns:a="http://schemas.openxmlformats.org/drawingml/2006/main">
            <a:off x="1333500" y="4381500"/>
            <a:ext cx="16573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F7A5A"/>
                </a:solidFill>
                <a:latin typeface="Arial"/>
                <a:ea typeface="Arial"/>
                <a:cs typeface="Arial"/>
              </a:rPr>
              <a:t>RANDOM FOREST</a:t>
            </a:r>
            <a:endParaRPr sz="1300"/>
          </a:p>
        </p:txBody>
      </p:sp>
      <p:sp>
        <p:nvSpPr>
          <p:cNvPr id="31" name="Text 31">
            <a:extLst xmlns:a="http://schemas.openxmlformats.org/drawingml/2006/main">
              <a:ext uri="{FF2B5EF4-FFF2-40B4-BE49-F238E27FC236}">
                <a16:creationId xmlns:a16="http://schemas.microsoft.com/office/drawing/2014/main" id="{99E3DC62-8960-4129-9CA1-60F151772509}"/>
              </a:ext>
            </a:extLst>
          </p:cNvPr>
          <p:cNvSpPr>
            <a:spLocks xmlns:a="http://schemas.openxmlformats.org/drawingml/2006/main" noGrp="1"/>
          </p:cNvSpPr>
          <p:nvPr/>
        </p:nvSpPr>
        <p:spPr>
          <a:xfrm xmlns:a="http://schemas.openxmlformats.org/drawingml/2006/main">
            <a:off x="1333500" y="4629150"/>
            <a:ext cx="16573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learned tree votes</a:t>
            </a:r>
            <a:endParaRPr sz="1200"/>
          </a:p>
        </p:txBody>
      </p:sp>
      <p:sp>
        <p:nvSpPr>
          <p:cNvPr id="32" name="Connector 32">
            <a:extLst xmlns:a="http://schemas.openxmlformats.org/drawingml/2006/main">
              <a:ext uri="{FF2B5EF4-FFF2-40B4-BE49-F238E27FC236}">
                <a16:creationId xmlns:a16="http://schemas.microsoft.com/office/drawing/2014/main" id="{FC85FBA3-6EF7-4F4E-A982-31C580154B8A}"/>
              </a:ext>
            </a:extLst>
          </p:cNvPr>
          <p:cNvSpPr>
            <a:spLocks xmlns:a="http://schemas.openxmlformats.org/drawingml/2006/main" noGrp="1"/>
          </p:cNvSpPr>
          <p:nvPr/>
        </p:nvSpPr>
        <p:spPr>
          <a:xfrm xmlns:a="http://schemas.openxmlformats.org/drawingml/2006/main">
            <a:off x="3200400" y="4610100"/>
            <a:ext cx="1085850" cy="0"/>
          </a:xfrm>
          <a:prstGeom xmlns:a="http://schemas.openxmlformats.org/drawingml/2006/main" prst="line">
            <a:avLst/>
          </a:prstGeom>
          <a:ln xmlns:a="http://schemas.openxmlformats.org/drawingml/2006/main" w="25400">
            <a:solidFill>
              <a:srgbClr val="1F7A5A"/>
            </a:solidFill>
          </a:ln>
        </p:spPr>
      </p:sp>
      <p:sp>
        <p:nvSpPr>
          <p:cNvPr id="33" name="Connector 33">
            <a:extLst xmlns:a="http://schemas.openxmlformats.org/drawingml/2006/main">
              <a:ext uri="{FF2B5EF4-FFF2-40B4-BE49-F238E27FC236}">
                <a16:creationId xmlns:a16="http://schemas.microsoft.com/office/drawing/2014/main" id="{A9D310A8-9342-4DAF-8AD2-CCA3A8119AEB}"/>
              </a:ext>
            </a:extLst>
          </p:cNvPr>
          <p:cNvSpPr>
            <a:spLocks xmlns:a="http://schemas.openxmlformats.org/drawingml/2006/main" noGrp="1"/>
          </p:cNvSpPr>
          <p:nvPr/>
        </p:nvSpPr>
        <p:spPr>
          <a:xfrm xmlns:a="http://schemas.openxmlformats.org/drawingml/2006/main">
            <a:off x="4286250" y="2095500"/>
            <a:ext cx="0" cy="2514600"/>
          </a:xfrm>
          <a:prstGeom xmlns:a="http://schemas.openxmlformats.org/drawingml/2006/main" prst="line">
            <a:avLst/>
          </a:prstGeom>
          <a:ln xmlns:a="http://schemas.openxmlformats.org/drawingml/2006/main" w="38100">
            <a:solidFill>
              <a:srgbClr val="384754"/>
            </a:solidFill>
          </a:ln>
        </p:spPr>
      </p:sp>
      <p:sp>
        <p:nvSpPr>
          <p:cNvPr id="34" name="Connector 34">
            <a:extLst xmlns:a="http://schemas.openxmlformats.org/drawingml/2006/main">
              <a:ext uri="{FF2B5EF4-FFF2-40B4-BE49-F238E27FC236}">
                <a16:creationId xmlns:a16="http://schemas.microsoft.com/office/drawing/2014/main" id="{1A510030-865D-4AA1-974D-A85CDC72B28E}"/>
              </a:ext>
            </a:extLst>
          </p:cNvPr>
          <p:cNvSpPr>
            <a:spLocks xmlns:a="http://schemas.openxmlformats.org/drawingml/2006/main" noGrp="1"/>
          </p:cNvSpPr>
          <p:nvPr/>
        </p:nvSpPr>
        <p:spPr>
          <a:xfrm xmlns:a="http://schemas.openxmlformats.org/drawingml/2006/main">
            <a:off x="4286250" y="3352800"/>
            <a:ext cx="552450" cy="0"/>
          </a:xfrm>
          <a:prstGeom xmlns:a="http://schemas.openxmlformats.org/drawingml/2006/main" prst="line">
            <a:avLst/>
          </a:prstGeom>
          <a:ln xmlns:a="http://schemas.openxmlformats.org/drawingml/2006/main" w="38100">
            <a:solidFill>
              <a:srgbClr val="384754"/>
            </a:solidFill>
            <a:tailEnd type="triangle"/>
          </a:ln>
        </p:spPr>
      </p:sp>
      <p:sp>
        <p:nvSpPr>
          <p:cNvPr id="35" name="Shape 35">
            <a:extLst xmlns:a="http://schemas.openxmlformats.org/drawingml/2006/main">
              <a:ext uri="{FF2B5EF4-FFF2-40B4-BE49-F238E27FC236}">
                <a16:creationId xmlns:a16="http://schemas.microsoft.com/office/drawing/2014/main" id="{F413E372-ACB4-49AA-8E74-C025C22E17C8}"/>
              </a:ext>
            </a:extLst>
          </p:cNvPr>
          <p:cNvSpPr>
            <a:spLocks xmlns:a="http://schemas.openxmlformats.org/drawingml/2006/main" noGrp="1"/>
          </p:cNvSpPr>
          <p:nvPr/>
        </p:nvSpPr>
        <p:spPr>
          <a:xfrm xmlns:a="http://schemas.openxmlformats.org/drawingml/2006/main">
            <a:off x="4838700" y="2590800"/>
            <a:ext cx="2076450" cy="1524000"/>
          </a:xfrm>
          <a:prstGeom xmlns:a="http://schemas.openxmlformats.org/drawingml/2006/main" prst="rect">
            <a:avLst/>
          </a:prstGeom>
          <a:solidFill xmlns:a="http://schemas.openxmlformats.org/drawingml/2006/main">
            <a:srgbClr val="F4F6F8"/>
          </a:solidFill>
          <a:ln xmlns:a="http://schemas.openxmlformats.org/drawingml/2006/main" w="25400">
            <a:solidFill>
              <a:srgbClr val="384754"/>
            </a:solidFill>
          </a:ln>
        </p:spPr>
      </p:sp>
      <p:sp>
        <p:nvSpPr>
          <p:cNvPr id="36" name="Shape 36">
            <a:extLst xmlns:a="http://schemas.openxmlformats.org/drawingml/2006/main">
              <a:ext uri="{FF2B5EF4-FFF2-40B4-BE49-F238E27FC236}">
                <a16:creationId xmlns:a16="http://schemas.microsoft.com/office/drawing/2014/main" id="{60A1401B-6DF2-4DD9-B297-75457B52D7DC}"/>
              </a:ext>
            </a:extLst>
          </p:cNvPr>
          <p:cNvSpPr>
            <a:spLocks xmlns:a="http://schemas.openxmlformats.org/drawingml/2006/main" noGrp="1"/>
          </p:cNvSpPr>
          <p:nvPr/>
        </p:nvSpPr>
        <p:spPr>
          <a:xfrm xmlns:a="http://schemas.openxmlformats.org/drawingml/2006/main">
            <a:off x="5610225" y="2724150"/>
            <a:ext cx="533400" cy="533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384754"/>
            </a:solidFill>
          </a:ln>
        </p:spPr>
      </p:sp>
      <p:pic>
        <p:nvPicPr>
          <p:cNvPr id="98" name="Picture 37"/>
          <p:cNvPicPr>
            <a:picLocks xmlns:a="http://schemas.openxmlformats.org/drawingml/2006/main" noChangeAspect="1"/>
          </p:cNvPicPr>
          <p:nvPr/>
        </p:nvPicPr>
        <p:blipFill>
          <a:blip xmlns:r="http://schemas.openxmlformats.org/officeDocument/2006/relationships" xmlns:a="http://schemas.openxmlformats.org/drawingml/2006/main" r:embed="R8bbfdb74cb844d20"/>
          <a:stretch xmlns:a="http://schemas.openxmlformats.org/drawingml/2006/main">
            <a:fillRect l="0" t="0" r="0" b="0"/>
          </a:stretch>
        </p:blipFill>
        <p:spPr>
          <a:xfrm xmlns:a="http://schemas.openxmlformats.org/drawingml/2006/main">
            <a:off x="5743575" y="2857500"/>
            <a:ext cx="266700" cy="266700"/>
          </a:xfrm>
          <a:prstGeom xmlns:a="http://schemas.openxmlformats.org/drawingml/2006/main" prst="rect">
            <a:avLst/>
          </a:prstGeom>
          <a:ln xmlns:a="http://schemas.openxmlformats.org/drawingml/2006/main">
            <a:noFill/>
          </a:ln>
        </p:spPr>
      </p:pic>
      <p:sp>
        <p:nvSpPr>
          <p:cNvPr id="38" name="Text 38">
            <a:extLst xmlns:a="http://schemas.openxmlformats.org/drawingml/2006/main">
              <a:ext uri="{FF2B5EF4-FFF2-40B4-BE49-F238E27FC236}">
                <a16:creationId xmlns:a16="http://schemas.microsoft.com/office/drawing/2014/main" id="{6BBBD6BD-4FA5-48E9-AA02-8EAE751E58C2}"/>
              </a:ext>
            </a:extLst>
          </p:cNvPr>
          <p:cNvSpPr>
            <a:spLocks xmlns:a="http://schemas.openxmlformats.org/drawingml/2006/main" noGrp="1"/>
          </p:cNvSpPr>
          <p:nvPr/>
        </p:nvSpPr>
        <p:spPr>
          <a:xfrm xmlns:a="http://schemas.openxmlformats.org/drawingml/2006/main">
            <a:off x="5048250" y="3314700"/>
            <a:ext cx="1657350" cy="40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17212B"/>
                </a:solidFill>
                <a:latin typeface="Arial"/>
                <a:ea typeface="Arial"/>
                <a:cs typeface="Arial"/>
              </a:rPr>
              <a:t>SEMANTIC</a:t>
            </a:r>
            <a:endParaRPr sz="1400"/>
          </a:p>
          <a:p xmlns:a="http://schemas.openxmlformats.org/drawingml/2006/main">
            <a:pPr algn="ctr">
              <a:buNone/>
            </a:pPr>
            <a:r>
              <a:rPr sz="1400" b="1">
                <a:solidFill>
                  <a:srgbClr val="17212B"/>
                </a:solidFill>
                <a:latin typeface="Arial"/>
                <a:ea typeface="Arial"/>
                <a:cs typeface="Arial"/>
              </a:rPr>
              <a:t>ALIGNMENT</a:t>
            </a:r>
            <a:endParaRPr sz="1400"/>
          </a:p>
        </p:txBody>
      </p:sp>
      <p:sp>
        <p:nvSpPr>
          <p:cNvPr id="39" name="Text 39">
            <a:extLst xmlns:a="http://schemas.openxmlformats.org/drawingml/2006/main">
              <a:ext uri="{FF2B5EF4-FFF2-40B4-BE49-F238E27FC236}">
                <a16:creationId xmlns:a16="http://schemas.microsoft.com/office/drawing/2014/main" id="{0979F5C7-FA8D-4B26-AFE6-D41D50F74033}"/>
              </a:ext>
            </a:extLst>
          </p:cNvPr>
          <p:cNvSpPr>
            <a:spLocks xmlns:a="http://schemas.openxmlformats.org/drawingml/2006/main" noGrp="1"/>
          </p:cNvSpPr>
          <p:nvPr/>
        </p:nvSpPr>
        <p:spPr>
          <a:xfrm xmlns:a="http://schemas.openxmlformats.org/drawingml/2006/main">
            <a:off x="5048250" y="3829050"/>
            <a:ext cx="16573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aligned target and scale</a:t>
            </a:r>
            <a:endParaRPr sz="1000"/>
          </a:p>
        </p:txBody>
      </p:sp>
      <p:sp>
        <p:nvSpPr>
          <p:cNvPr id="40" name="Connector 40">
            <a:extLst xmlns:a="http://schemas.openxmlformats.org/drawingml/2006/main">
              <a:ext uri="{FF2B5EF4-FFF2-40B4-BE49-F238E27FC236}">
                <a16:creationId xmlns:a16="http://schemas.microsoft.com/office/drawing/2014/main" id="{9D8017B3-8B7B-42DA-B8B6-5648007D9DBB}"/>
              </a:ext>
            </a:extLst>
          </p:cNvPr>
          <p:cNvSpPr>
            <a:spLocks xmlns:a="http://schemas.openxmlformats.org/drawingml/2006/main" noGrp="1"/>
          </p:cNvSpPr>
          <p:nvPr/>
        </p:nvSpPr>
        <p:spPr>
          <a:xfrm xmlns:a="http://schemas.openxmlformats.org/drawingml/2006/main">
            <a:off x="6915150" y="3352800"/>
            <a:ext cx="666750" cy="0"/>
          </a:xfrm>
          <a:prstGeom xmlns:a="http://schemas.openxmlformats.org/drawingml/2006/main" prst="line">
            <a:avLst/>
          </a:prstGeom>
          <a:ln xmlns:a="http://schemas.openxmlformats.org/drawingml/2006/main" w="38100">
            <a:solidFill>
              <a:srgbClr val="D71920"/>
            </a:solidFill>
            <a:tailEnd type="triangle"/>
          </a:ln>
        </p:spPr>
      </p:sp>
      <p:sp>
        <p:nvSpPr>
          <p:cNvPr id="41" name="Shape 41">
            <a:extLst xmlns:a="http://schemas.openxmlformats.org/drawingml/2006/main">
              <a:ext uri="{FF2B5EF4-FFF2-40B4-BE49-F238E27FC236}">
                <a16:creationId xmlns:a16="http://schemas.microsoft.com/office/drawing/2014/main" id="{1F94EFA9-2C26-46F8-BDC7-DDF7E768DF49}"/>
              </a:ext>
            </a:extLst>
          </p:cNvPr>
          <p:cNvSpPr>
            <a:spLocks xmlns:a="http://schemas.openxmlformats.org/drawingml/2006/main" noGrp="1"/>
          </p:cNvSpPr>
          <p:nvPr/>
        </p:nvSpPr>
        <p:spPr>
          <a:xfrm xmlns:a="http://schemas.openxmlformats.org/drawingml/2006/main">
            <a:off x="7581900" y="2590800"/>
            <a:ext cx="1809750" cy="1524000"/>
          </a:xfrm>
          <a:prstGeom xmlns:a="http://schemas.openxmlformats.org/drawingml/2006/main" prst="rect">
            <a:avLst/>
          </a:prstGeom>
          <a:solidFill xmlns:a="http://schemas.openxmlformats.org/drawingml/2006/main">
            <a:srgbClr val="FCEBEC"/>
          </a:solidFill>
          <a:ln xmlns:a="http://schemas.openxmlformats.org/drawingml/2006/main" w="38100">
            <a:solidFill>
              <a:srgbClr val="D71920"/>
            </a:solidFill>
          </a:ln>
        </p:spPr>
      </p:sp>
      <p:sp>
        <p:nvSpPr>
          <p:cNvPr id="42" name="Shape 42">
            <a:extLst xmlns:a="http://schemas.openxmlformats.org/drawingml/2006/main">
              <a:ext uri="{FF2B5EF4-FFF2-40B4-BE49-F238E27FC236}">
                <a16:creationId xmlns:a16="http://schemas.microsoft.com/office/drawing/2014/main" id="{BBBE424E-3957-4AF2-9D03-E64482ACB31F}"/>
              </a:ext>
            </a:extLst>
          </p:cNvPr>
          <p:cNvSpPr>
            <a:spLocks xmlns:a="http://schemas.openxmlformats.org/drawingml/2006/main" noGrp="1"/>
          </p:cNvSpPr>
          <p:nvPr/>
        </p:nvSpPr>
        <p:spPr>
          <a:xfrm xmlns:a="http://schemas.openxmlformats.org/drawingml/2006/main">
            <a:off x="8220075" y="2743200"/>
            <a:ext cx="533400" cy="533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981B1E"/>
            </a:solidFill>
          </a:ln>
        </p:spPr>
      </p:sp>
      <p:pic>
        <p:nvPicPr>
          <p:cNvPr id="104" name="Picture 43"/>
          <p:cNvPicPr>
            <a:picLocks xmlns:a="http://schemas.openxmlformats.org/drawingml/2006/main" noChangeAspect="1"/>
          </p:cNvPicPr>
          <p:nvPr/>
        </p:nvPicPr>
        <p:blipFill>
          <a:blip xmlns:r="http://schemas.openxmlformats.org/officeDocument/2006/relationships" xmlns:a="http://schemas.openxmlformats.org/drawingml/2006/main" r:embed="R18d5e59129d14db3"/>
          <a:stretch xmlns:a="http://schemas.openxmlformats.org/drawingml/2006/main">
            <a:fillRect l="0" t="0" r="0" b="0"/>
          </a:stretch>
        </p:blipFill>
        <p:spPr>
          <a:xfrm xmlns:a="http://schemas.openxmlformats.org/drawingml/2006/main">
            <a:off x="8353425" y="2876550"/>
            <a:ext cx="266700" cy="266700"/>
          </a:xfrm>
          <a:prstGeom xmlns:a="http://schemas.openxmlformats.org/drawingml/2006/main" prst="rect">
            <a:avLst/>
          </a:prstGeom>
          <a:ln xmlns:a="http://schemas.openxmlformats.org/drawingml/2006/main">
            <a:noFill/>
          </a:ln>
        </p:spPr>
      </p:pic>
      <p:sp>
        <p:nvSpPr>
          <p:cNvPr id="44" name="Text 44">
            <a:extLst xmlns:a="http://schemas.openxmlformats.org/drawingml/2006/main">
              <a:ext uri="{FF2B5EF4-FFF2-40B4-BE49-F238E27FC236}">
                <a16:creationId xmlns:a16="http://schemas.microsoft.com/office/drawing/2014/main" id="{074AA686-0C00-4C5F-BB4C-B5C8471890B1}"/>
              </a:ext>
            </a:extLst>
          </p:cNvPr>
          <p:cNvSpPr>
            <a:spLocks xmlns:a="http://schemas.openxmlformats.org/drawingml/2006/main" noGrp="1"/>
          </p:cNvSpPr>
          <p:nvPr/>
        </p:nvSpPr>
        <p:spPr>
          <a:xfrm xmlns:a="http://schemas.openxmlformats.org/drawingml/2006/main">
            <a:off x="7791450" y="3314700"/>
            <a:ext cx="1390650"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500" b="1">
                <a:solidFill>
                  <a:srgbClr val="981B1E"/>
                </a:solidFill>
                <a:latin typeface="Arial"/>
                <a:ea typeface="Arial"/>
                <a:cs typeface="Arial"/>
              </a:rPr>
              <a:t>LATE</a:t>
            </a:r>
            <a:endParaRPr sz="1500"/>
          </a:p>
          <a:p xmlns:a="http://schemas.openxmlformats.org/drawingml/2006/main">
            <a:pPr algn="ctr">
              <a:buNone/>
            </a:pPr>
            <a:r>
              <a:rPr sz="1500" b="1">
                <a:solidFill>
                  <a:srgbClr val="981B1E"/>
                </a:solidFill>
                <a:latin typeface="Arial"/>
                <a:ea typeface="Arial"/>
                <a:cs typeface="Arial"/>
              </a:rPr>
              <a:t>FUSION</a:t>
            </a:r>
            <a:endParaRPr sz="1500"/>
          </a:p>
        </p:txBody>
      </p:sp>
      <p:sp>
        <p:nvSpPr>
          <p:cNvPr id="45" name="Text 45">
            <a:extLst xmlns:a="http://schemas.openxmlformats.org/drawingml/2006/main">
              <a:ext uri="{FF2B5EF4-FFF2-40B4-BE49-F238E27FC236}">
                <a16:creationId xmlns:a16="http://schemas.microsoft.com/office/drawing/2014/main" id="{C26587D5-BD96-4E9A-89EF-A08A7AB16D9D}"/>
              </a:ext>
            </a:extLst>
          </p:cNvPr>
          <p:cNvSpPr>
            <a:spLocks xmlns:a="http://schemas.openxmlformats.org/drawingml/2006/main" noGrp="1"/>
          </p:cNvSpPr>
          <p:nvPr/>
        </p:nvSpPr>
        <p:spPr>
          <a:xfrm xmlns:a="http://schemas.openxmlformats.org/drawingml/2006/main">
            <a:off x="7791450" y="3829050"/>
            <a:ext cx="1390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17212B"/>
                </a:solidFill>
                <a:latin typeface="Arial"/>
                <a:ea typeface="Arial"/>
                <a:cs typeface="Arial"/>
              </a:rPr>
              <a:t>weighting and arbitration</a:t>
            </a:r>
            <a:endParaRPr sz="1000"/>
          </a:p>
        </p:txBody>
      </p:sp>
      <p:sp>
        <p:nvSpPr>
          <p:cNvPr id="46" name="Connector 46">
            <a:extLst xmlns:a="http://schemas.openxmlformats.org/drawingml/2006/main">
              <a:ext uri="{FF2B5EF4-FFF2-40B4-BE49-F238E27FC236}">
                <a16:creationId xmlns:a16="http://schemas.microsoft.com/office/drawing/2014/main" id="{31C32F28-EA65-45E4-89DF-6848EB58BF11}"/>
              </a:ext>
            </a:extLst>
          </p:cNvPr>
          <p:cNvSpPr>
            <a:spLocks xmlns:a="http://schemas.openxmlformats.org/drawingml/2006/main" noGrp="1"/>
          </p:cNvSpPr>
          <p:nvPr/>
        </p:nvSpPr>
        <p:spPr>
          <a:xfrm xmlns:a="http://schemas.openxmlformats.org/drawingml/2006/main">
            <a:off x="9391650" y="3352800"/>
            <a:ext cx="609600" cy="0"/>
          </a:xfrm>
          <a:prstGeom xmlns:a="http://schemas.openxmlformats.org/drawingml/2006/main" prst="line">
            <a:avLst/>
          </a:prstGeom>
          <a:ln xmlns:a="http://schemas.openxmlformats.org/drawingml/2006/main" w="38100">
            <a:solidFill>
              <a:srgbClr val="D71920"/>
            </a:solidFill>
            <a:tailEnd type="triangle"/>
          </a:ln>
        </p:spPr>
      </p:sp>
      <p:sp>
        <p:nvSpPr>
          <p:cNvPr id="47" name="Shape 47">
            <a:extLst xmlns:a="http://schemas.openxmlformats.org/drawingml/2006/main">
              <a:ext uri="{FF2B5EF4-FFF2-40B4-BE49-F238E27FC236}">
                <a16:creationId xmlns:a16="http://schemas.microsoft.com/office/drawing/2014/main" id="{0946881A-5E03-4378-9FC2-12F32B342F9F}"/>
              </a:ext>
            </a:extLst>
          </p:cNvPr>
          <p:cNvSpPr>
            <a:spLocks xmlns:a="http://schemas.openxmlformats.org/drawingml/2006/main" noGrp="1"/>
          </p:cNvSpPr>
          <p:nvPr/>
        </p:nvSpPr>
        <p:spPr>
          <a:xfrm xmlns:a="http://schemas.openxmlformats.org/drawingml/2006/main">
            <a:off x="10001250" y="2781300"/>
            <a:ext cx="1638300" cy="1143000"/>
          </a:xfrm>
          <a:prstGeom xmlns:a="http://schemas.openxmlformats.org/drawingml/2006/main" prst="rect">
            <a:avLst/>
          </a:prstGeom>
          <a:solidFill xmlns:a="http://schemas.openxmlformats.org/drawingml/2006/main">
            <a:srgbClr val="17212B"/>
          </a:solidFill>
          <a:ln xmlns:a="http://schemas.openxmlformats.org/drawingml/2006/main" w="25400">
            <a:solidFill>
              <a:srgbClr val="17212B"/>
            </a:solidFill>
          </a:ln>
        </p:spPr>
      </p:sp>
      <p:pic>
        <p:nvPicPr>
          <p:cNvPr id="109" name="Picture 48"/>
          <p:cNvPicPr>
            <a:picLocks xmlns:a="http://schemas.openxmlformats.org/drawingml/2006/main" noChangeAspect="1"/>
          </p:cNvPicPr>
          <p:nvPr/>
        </p:nvPicPr>
        <p:blipFill>
          <a:blip xmlns:r="http://schemas.openxmlformats.org/officeDocument/2006/relationships" xmlns:a="http://schemas.openxmlformats.org/drawingml/2006/main" r:embed="R51879715f51c48ca"/>
          <a:stretch xmlns:a="http://schemas.openxmlformats.org/drawingml/2006/main">
            <a:fillRect l="0" t="0" r="0" b="0"/>
          </a:stretch>
        </p:blipFill>
        <p:spPr>
          <a:xfrm xmlns:a="http://schemas.openxmlformats.org/drawingml/2006/main">
            <a:off x="10591800" y="2914650"/>
            <a:ext cx="457200" cy="457200"/>
          </a:xfrm>
          <a:prstGeom xmlns:a="http://schemas.openxmlformats.org/drawingml/2006/main" prst="rect">
            <a:avLst/>
          </a:prstGeom>
          <a:ln xmlns:a="http://schemas.openxmlformats.org/drawingml/2006/main">
            <a:noFill/>
          </a:ln>
        </p:spPr>
      </p:pic>
      <p:sp>
        <p:nvSpPr>
          <p:cNvPr id="49" name="Text 49">
            <a:extLst xmlns:a="http://schemas.openxmlformats.org/drawingml/2006/main">
              <a:ext uri="{FF2B5EF4-FFF2-40B4-BE49-F238E27FC236}">
                <a16:creationId xmlns:a16="http://schemas.microsoft.com/office/drawing/2014/main" id="{1BDF9ED4-A5E8-4A39-B997-7158D972D9A3}"/>
              </a:ext>
            </a:extLst>
          </p:cNvPr>
          <p:cNvSpPr>
            <a:spLocks xmlns:a="http://schemas.openxmlformats.org/drawingml/2006/main" noGrp="1"/>
          </p:cNvSpPr>
          <p:nvPr/>
        </p:nvSpPr>
        <p:spPr>
          <a:xfrm xmlns:a="http://schemas.openxmlformats.org/drawingml/2006/main">
            <a:off x="10191750" y="3409950"/>
            <a:ext cx="12573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500" b="1">
                <a:solidFill>
                  <a:srgbClr val="FFFFFF"/>
                </a:solidFill>
                <a:latin typeface="Arial"/>
                <a:ea typeface="Arial"/>
                <a:cs typeface="Arial"/>
              </a:rPr>
              <a:t>ONE SIGNAL</a:t>
            </a:r>
            <a:endParaRPr sz="1500"/>
          </a:p>
        </p:txBody>
      </p:sp>
      <p:sp>
        <p:nvSpPr>
          <p:cNvPr id="50" name="Text 50">
            <a:extLst xmlns:a="http://schemas.openxmlformats.org/drawingml/2006/main">
              <a:ext uri="{FF2B5EF4-FFF2-40B4-BE49-F238E27FC236}">
                <a16:creationId xmlns:a16="http://schemas.microsoft.com/office/drawing/2014/main" id="{986FEEAA-690D-4C62-B2FE-8C7C52964173}"/>
              </a:ext>
            </a:extLst>
          </p:cNvPr>
          <p:cNvSpPr>
            <a:spLocks xmlns:a="http://schemas.openxmlformats.org/drawingml/2006/main" noGrp="1"/>
          </p:cNvSpPr>
          <p:nvPr/>
        </p:nvSpPr>
        <p:spPr>
          <a:xfrm xmlns:a="http://schemas.openxmlformats.org/drawingml/2006/main">
            <a:off x="10191750" y="3676650"/>
            <a:ext cx="12573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DDE3E8"/>
                </a:solidFill>
                <a:latin typeface="Arial"/>
                <a:ea typeface="Arial"/>
                <a:cs typeface="Arial"/>
              </a:rPr>
              <a:t>evidence retained</a:t>
            </a:r>
            <a:endParaRPr sz="1000"/>
          </a:p>
        </p:txBody>
      </p:sp>
      <p:sp>
        <p:nvSpPr>
          <p:cNvPr id="51" name="Shape 51">
            <a:extLst xmlns:a="http://schemas.openxmlformats.org/drawingml/2006/main">
              <a:ext uri="{FF2B5EF4-FFF2-40B4-BE49-F238E27FC236}">
                <a16:creationId xmlns:a16="http://schemas.microsoft.com/office/drawing/2014/main" id="{94769340-4F2E-474F-9F19-8C93BD3AC6CB}"/>
              </a:ext>
            </a:extLst>
          </p:cNvPr>
          <p:cNvSpPr>
            <a:spLocks xmlns:a="http://schemas.openxmlformats.org/drawingml/2006/main" noGrp="1"/>
          </p:cNvSpPr>
          <p:nvPr/>
        </p:nvSpPr>
        <p:spPr>
          <a:xfrm xmlns:a="http://schemas.openxmlformats.org/drawingml/2006/main">
            <a:off x="3162300" y="5219700"/>
            <a:ext cx="8324850" cy="742950"/>
          </a:xfrm>
          <a:prstGeom xmlns:a="http://schemas.openxmlformats.org/drawingml/2006/main" prst="rect">
            <a:avLst/>
          </a:prstGeom>
          <a:solidFill xmlns:a="http://schemas.openxmlformats.org/drawingml/2006/main">
            <a:srgbClr val="EAF1F7"/>
          </a:solidFill>
          <a:ln xmlns:a="http://schemas.openxmlformats.org/drawingml/2006/main" w="12700">
            <a:solidFill>
              <a:srgbClr val="2A5B84"/>
            </a:solidFill>
          </a:ln>
        </p:spPr>
      </p:sp>
      <p:sp>
        <p:nvSpPr>
          <p:cNvPr id="52" name="Text 52">
            <a:extLst xmlns:a="http://schemas.openxmlformats.org/drawingml/2006/main">
              <a:ext uri="{FF2B5EF4-FFF2-40B4-BE49-F238E27FC236}">
                <a16:creationId xmlns:a16="http://schemas.microsoft.com/office/drawing/2014/main" id="{74DD7CDD-3AED-4355-85C3-C8BB735B18E7}"/>
              </a:ext>
            </a:extLst>
          </p:cNvPr>
          <p:cNvSpPr>
            <a:spLocks xmlns:a="http://schemas.openxmlformats.org/drawingml/2006/main" noGrp="1"/>
          </p:cNvSpPr>
          <p:nvPr/>
        </p:nvSpPr>
        <p:spPr>
          <a:xfrm xmlns:a="http://schemas.openxmlformats.org/drawingml/2006/main">
            <a:off x="3429000" y="5353050"/>
            <a:ext cx="779145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500" b="1">
                <a:solidFill>
                  <a:srgbClr val="17212B"/>
                </a:solidFill>
                <a:latin typeface="Arial"/>
                <a:ea typeface="Arial"/>
                <a:cs typeface="Arial"/>
              </a:rPr>
              <a:t>Hypothesis: complementary blind spots may improve robustness. A frozen benchmark must measure that gain.</a:t>
            </a:r>
            <a:endParaRPr sz="1500"/>
          </a:p>
        </p:txBody>
      </p:sp>
      <p:sp>
        <p:nvSpPr>
          <p:cNvPr id="53" name="Connector 53">
            <a:extLst xmlns:a="http://schemas.openxmlformats.org/drawingml/2006/main">
              <a:ext uri="{FF2B5EF4-FFF2-40B4-BE49-F238E27FC236}">
                <a16:creationId xmlns:a16="http://schemas.microsoft.com/office/drawing/2014/main" id="{8A6DEF9E-0559-4EA1-8A5E-FBCE564AEAA9}"/>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54" name="Text 54">
            <a:extLst xmlns:a="http://schemas.openxmlformats.org/drawingml/2006/main">
              <a:ext uri="{FF2B5EF4-FFF2-40B4-BE49-F238E27FC236}">
                <a16:creationId xmlns:a16="http://schemas.microsoft.com/office/drawing/2014/main" id="{2874CAB7-097F-47DB-84AA-D362B48EB4CF}"/>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55" name="Text 55">
            <a:extLst xmlns:a="http://schemas.openxmlformats.org/drawingml/2006/main">
              <a:ext uri="{FF2B5EF4-FFF2-40B4-BE49-F238E27FC236}">
                <a16:creationId xmlns:a16="http://schemas.microsoft.com/office/drawing/2014/main" id="{4F12CC81-81BE-4C2F-9303-1C0EE71445C3}"/>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E</a:t>
            </a:r>
            <a:endParaRPr sz="1000"/>
          </a:p>
        </p:txBody>
      </p:sp>
    </p:spTree>
    <p:extLst>
      <p:ext uri="{BB962C8B-B14F-4D97-AF65-F5344CB8AC3E}">
        <p14:creationId xmlns:p14="http://schemas.microsoft.com/office/powerpoint/2010/main" val="841525717"/>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3766BEEC-7114-4376-9D38-EF140B43E9D5}"/>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F · DELIVERED R5 DETECTOR</a:t>
            </a:r>
            <a:endParaRPr sz="1100"/>
          </a:p>
        </p:txBody>
      </p:sp>
      <p:sp>
        <p:nvSpPr>
          <p:cNvPr id="3" name="Text 3">
            <a:extLst xmlns:a="http://schemas.openxmlformats.org/drawingml/2006/main">
              <a:ext uri="{FF2B5EF4-FFF2-40B4-BE49-F238E27FC236}">
                <a16:creationId xmlns:a16="http://schemas.microsoft.com/office/drawing/2014/main" id="{73840D3D-0F69-4F11-BF79-F19A3D313036}"/>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A Random Forest averages many bounded tree votes behind the same detector port</a:t>
            </a:r>
            <a:endParaRPr sz="3000"/>
          </a:p>
        </p:txBody>
      </p:sp>
      <p:sp>
        <p:nvSpPr>
          <p:cNvPr id="4" name="Text 4">
            <a:extLst xmlns:a="http://schemas.openxmlformats.org/drawingml/2006/main">
              <a:ext uri="{FF2B5EF4-FFF2-40B4-BE49-F238E27FC236}">
                <a16:creationId xmlns:a16="http://schemas.microsoft.com/office/drawing/2014/main" id="{00DBF8D2-A698-4D7E-84FF-33360AF1D0E3}"/>
              </a:ext>
            </a:extLst>
          </p:cNvPr>
          <p:cNvSpPr>
            <a:spLocks xmlns:a="http://schemas.openxmlformats.org/drawingml/2006/main" noGrp="1"/>
          </p:cNvSpPr>
          <p:nvPr/>
        </p:nvSpPr>
        <p:spPr>
          <a:xfrm xmlns:a="http://schemas.openxmlformats.org/drawingml/2006/main">
            <a:off x="8991600" y="1066800"/>
            <a:ext cx="2647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1" spc="100">
                <a:solidFill>
                  <a:srgbClr val="1F7A5A"/>
                </a:solidFill>
                <a:latin typeface="Arial"/>
                <a:ea typeface="Arial"/>
                <a:cs typeface="Arial"/>
              </a:rPr>
              <a:t>R5 · DELIVERED</a:t>
            </a:r>
            <a:endParaRPr sz="1100"/>
          </a:p>
        </p:txBody>
      </p:sp>
      <p:sp>
        <p:nvSpPr>
          <p:cNvPr id="5" name="Connector 5">
            <a:extLst xmlns:a="http://schemas.openxmlformats.org/drawingml/2006/main">
              <a:ext uri="{FF2B5EF4-FFF2-40B4-BE49-F238E27FC236}">
                <a16:creationId xmlns:a16="http://schemas.microsoft.com/office/drawing/2014/main" id="{9A805BF2-C828-4877-A907-A33EE871CA29}"/>
              </a:ext>
            </a:extLst>
          </p:cNvPr>
          <p:cNvSpPr>
            <a:spLocks xmlns:a="http://schemas.openxmlformats.org/drawingml/2006/main" noGrp="1"/>
          </p:cNvSpPr>
          <p:nvPr/>
        </p:nvSpPr>
        <p:spPr>
          <a:xfrm xmlns:a="http://schemas.openxmlformats.org/drawingml/2006/main" flipH="1">
            <a:off x="1314450" y="2533650"/>
            <a:ext cx="742950" cy="685800"/>
          </a:xfrm>
          <a:prstGeom xmlns:a="http://schemas.openxmlformats.org/drawingml/2006/main" prst="line">
            <a:avLst/>
          </a:prstGeom>
          <a:ln xmlns:a="http://schemas.openxmlformats.org/drawingml/2006/main" w="25400">
            <a:solidFill>
              <a:srgbClr val="2A5B84"/>
            </a:solidFill>
            <a:tailEnd type="triangle"/>
          </a:ln>
        </p:spPr>
      </p:sp>
      <p:sp>
        <p:nvSpPr>
          <p:cNvPr id="6" name="Connector 6">
            <a:extLst xmlns:a="http://schemas.openxmlformats.org/drawingml/2006/main">
              <a:ext uri="{FF2B5EF4-FFF2-40B4-BE49-F238E27FC236}">
                <a16:creationId xmlns:a16="http://schemas.microsoft.com/office/drawing/2014/main" id="{4B1D4E98-0321-4F04-BE23-B01D020ECD08}"/>
              </a:ext>
            </a:extLst>
          </p:cNvPr>
          <p:cNvSpPr>
            <a:spLocks xmlns:a="http://schemas.openxmlformats.org/drawingml/2006/main" noGrp="1"/>
          </p:cNvSpPr>
          <p:nvPr/>
        </p:nvSpPr>
        <p:spPr>
          <a:xfrm xmlns:a="http://schemas.openxmlformats.org/drawingml/2006/main">
            <a:off x="2057400" y="2533650"/>
            <a:ext cx="742950" cy="685800"/>
          </a:xfrm>
          <a:prstGeom xmlns:a="http://schemas.openxmlformats.org/drawingml/2006/main" prst="line">
            <a:avLst/>
          </a:prstGeom>
          <a:ln xmlns:a="http://schemas.openxmlformats.org/drawingml/2006/main" w="25400">
            <a:solidFill>
              <a:srgbClr val="2A5B84"/>
            </a:solidFill>
            <a:tailEnd type="triangle"/>
          </a:ln>
        </p:spPr>
      </p:sp>
      <p:sp>
        <p:nvSpPr>
          <p:cNvPr id="7" name="Connector 7">
            <a:extLst xmlns:a="http://schemas.openxmlformats.org/drawingml/2006/main">
              <a:ext uri="{FF2B5EF4-FFF2-40B4-BE49-F238E27FC236}">
                <a16:creationId xmlns:a16="http://schemas.microsoft.com/office/drawing/2014/main" id="{5B7297C1-5C7C-479F-9B92-6E93C34C3CF7}"/>
              </a:ext>
            </a:extLst>
          </p:cNvPr>
          <p:cNvSpPr>
            <a:spLocks xmlns:a="http://schemas.openxmlformats.org/drawingml/2006/main" noGrp="1"/>
          </p:cNvSpPr>
          <p:nvPr/>
        </p:nvSpPr>
        <p:spPr>
          <a:xfrm xmlns:a="http://schemas.openxmlformats.org/drawingml/2006/main" flipH="1">
            <a:off x="990600" y="3505200"/>
            <a:ext cx="323850" cy="533400"/>
          </a:xfrm>
          <a:prstGeom xmlns:a="http://schemas.openxmlformats.org/drawingml/2006/main" prst="line">
            <a:avLst/>
          </a:prstGeom>
          <a:ln xmlns:a="http://schemas.openxmlformats.org/drawingml/2006/main" w="25400">
            <a:solidFill>
              <a:srgbClr val="2A5B84"/>
            </a:solidFill>
            <a:tailEnd type="triangle"/>
          </a:ln>
        </p:spPr>
      </p:sp>
      <p:sp>
        <p:nvSpPr>
          <p:cNvPr id="8" name="Connector 8">
            <a:extLst xmlns:a="http://schemas.openxmlformats.org/drawingml/2006/main">
              <a:ext uri="{FF2B5EF4-FFF2-40B4-BE49-F238E27FC236}">
                <a16:creationId xmlns:a16="http://schemas.microsoft.com/office/drawing/2014/main" id="{A897FDE8-CD73-4CAE-8CED-6595F1A8617D}"/>
              </a:ext>
            </a:extLst>
          </p:cNvPr>
          <p:cNvSpPr>
            <a:spLocks xmlns:a="http://schemas.openxmlformats.org/drawingml/2006/main" noGrp="1"/>
          </p:cNvSpPr>
          <p:nvPr/>
        </p:nvSpPr>
        <p:spPr>
          <a:xfrm xmlns:a="http://schemas.openxmlformats.org/drawingml/2006/main">
            <a:off x="1314450" y="3505200"/>
            <a:ext cx="323850" cy="533400"/>
          </a:xfrm>
          <a:prstGeom xmlns:a="http://schemas.openxmlformats.org/drawingml/2006/main" prst="line">
            <a:avLst/>
          </a:prstGeom>
          <a:ln xmlns:a="http://schemas.openxmlformats.org/drawingml/2006/main" w="25400">
            <a:solidFill>
              <a:srgbClr val="2A5B84"/>
            </a:solidFill>
            <a:tailEnd type="triangle"/>
          </a:ln>
        </p:spPr>
      </p:sp>
      <p:sp>
        <p:nvSpPr>
          <p:cNvPr id="9" name="Shape 9">
            <a:extLst xmlns:a="http://schemas.openxmlformats.org/drawingml/2006/main">
              <a:ext uri="{FF2B5EF4-FFF2-40B4-BE49-F238E27FC236}">
                <a16:creationId xmlns:a16="http://schemas.microsoft.com/office/drawing/2014/main" id="{17ACD5F9-BA9E-4B25-ADB1-8C64544E48AC}"/>
              </a:ext>
            </a:extLst>
          </p:cNvPr>
          <p:cNvSpPr>
            <a:spLocks xmlns:a="http://schemas.openxmlformats.org/drawingml/2006/main" noGrp="1"/>
          </p:cNvSpPr>
          <p:nvPr/>
        </p:nvSpPr>
        <p:spPr>
          <a:xfrm xmlns:a="http://schemas.openxmlformats.org/drawingml/2006/main">
            <a:off x="819150" y="2038350"/>
            <a:ext cx="2476500" cy="51435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2A5B84"/>
            </a:solidFill>
          </a:ln>
        </p:spPr>
      </p:sp>
      <p:sp>
        <p:nvSpPr>
          <p:cNvPr id="10" name="Text 10">
            <a:extLst xmlns:a="http://schemas.openxmlformats.org/drawingml/2006/main">
              <a:ext uri="{FF2B5EF4-FFF2-40B4-BE49-F238E27FC236}">
                <a16:creationId xmlns:a16="http://schemas.microsoft.com/office/drawing/2014/main" id="{B5DA5867-72EE-44D2-89A4-885D04551E40}"/>
              </a:ext>
            </a:extLst>
          </p:cNvPr>
          <p:cNvSpPr>
            <a:spLocks xmlns:a="http://schemas.openxmlformats.org/drawingml/2006/main" noGrp="1"/>
          </p:cNvSpPr>
          <p:nvPr/>
        </p:nvSpPr>
        <p:spPr>
          <a:xfrm xmlns:a="http://schemas.openxmlformats.org/drawingml/2006/main">
            <a:off x="914400" y="2171700"/>
            <a:ext cx="2286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7212B"/>
                </a:solidFill>
                <a:latin typeface="Arial"/>
                <a:ea typeface="Arial"/>
                <a:cs typeface="Arial"/>
              </a:rPr>
              <a:t>cross-border ratio &gt; t₁</a:t>
            </a:r>
            <a:endParaRPr sz="1300"/>
          </a:p>
        </p:txBody>
      </p:sp>
      <p:sp>
        <p:nvSpPr>
          <p:cNvPr id="11" name="Shape 11">
            <a:extLst xmlns:a="http://schemas.openxmlformats.org/drawingml/2006/main">
              <a:ext uri="{FF2B5EF4-FFF2-40B4-BE49-F238E27FC236}">
                <a16:creationId xmlns:a16="http://schemas.microsoft.com/office/drawing/2014/main" id="{E7772310-D6FE-44C5-ADBD-82A8ECB32B85}"/>
              </a:ext>
            </a:extLst>
          </p:cNvPr>
          <p:cNvSpPr>
            <a:spLocks xmlns:a="http://schemas.openxmlformats.org/drawingml/2006/main" noGrp="1"/>
          </p:cNvSpPr>
          <p:nvPr/>
        </p:nvSpPr>
        <p:spPr>
          <a:xfrm xmlns:a="http://schemas.openxmlformats.org/drawingml/2006/main">
            <a:off x="628650" y="3219450"/>
            <a:ext cx="1371600" cy="4762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2A5B84"/>
            </a:solidFill>
          </a:ln>
        </p:spPr>
      </p:sp>
      <p:sp>
        <p:nvSpPr>
          <p:cNvPr id="12" name="Text 12">
            <a:extLst xmlns:a="http://schemas.openxmlformats.org/drawingml/2006/main">
              <a:ext uri="{FF2B5EF4-FFF2-40B4-BE49-F238E27FC236}">
                <a16:creationId xmlns:a16="http://schemas.microsoft.com/office/drawing/2014/main" id="{7B7EF761-B02F-43BC-8405-B7A8A70D09E8}"/>
              </a:ext>
            </a:extLst>
          </p:cNvPr>
          <p:cNvSpPr>
            <a:spLocks xmlns:a="http://schemas.openxmlformats.org/drawingml/2006/main" noGrp="1"/>
          </p:cNvSpPr>
          <p:nvPr/>
        </p:nvSpPr>
        <p:spPr>
          <a:xfrm xmlns:a="http://schemas.openxmlformats.org/drawingml/2006/main">
            <a:off x="704850" y="3343275"/>
            <a:ext cx="1219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17212B"/>
                </a:solidFill>
                <a:latin typeface="Arial"/>
                <a:ea typeface="Arial"/>
                <a:cs typeface="Arial"/>
              </a:rPr>
              <a:t>crypto ratio &gt; t₂</a:t>
            </a:r>
            <a:endParaRPr sz="1100"/>
          </a:p>
        </p:txBody>
      </p:sp>
      <p:sp>
        <p:nvSpPr>
          <p:cNvPr id="13" name="Shape 13">
            <a:extLst xmlns:a="http://schemas.openxmlformats.org/drawingml/2006/main">
              <a:ext uri="{FF2B5EF4-FFF2-40B4-BE49-F238E27FC236}">
                <a16:creationId xmlns:a16="http://schemas.microsoft.com/office/drawing/2014/main" id="{DBF401E4-2AA6-4BB1-973F-D28AC7FA2039}"/>
              </a:ext>
            </a:extLst>
          </p:cNvPr>
          <p:cNvSpPr>
            <a:spLocks xmlns:a="http://schemas.openxmlformats.org/drawingml/2006/main" noGrp="1"/>
          </p:cNvSpPr>
          <p:nvPr/>
        </p:nvSpPr>
        <p:spPr>
          <a:xfrm xmlns:a="http://schemas.openxmlformats.org/drawingml/2006/main">
            <a:off x="647700" y="4019550"/>
            <a:ext cx="609600" cy="609600"/>
          </a:xfrm>
          <a:prstGeom xmlns:a="http://schemas.openxmlformats.org/drawingml/2006/main" prst="ellipse">
            <a:avLst/>
          </a:prstGeom>
          <a:solidFill xmlns:a="http://schemas.openxmlformats.org/drawingml/2006/main">
            <a:srgbClr val="FFFFFF"/>
          </a:solidFill>
          <a:ln xmlns:a="http://schemas.openxmlformats.org/drawingml/2006/main" w="25400">
            <a:solidFill>
              <a:srgbClr val="2A5B84"/>
            </a:solidFill>
          </a:ln>
        </p:spPr>
      </p:sp>
      <p:sp>
        <p:nvSpPr>
          <p:cNvPr id="14" name="Text 14">
            <a:extLst xmlns:a="http://schemas.openxmlformats.org/drawingml/2006/main">
              <a:ext uri="{FF2B5EF4-FFF2-40B4-BE49-F238E27FC236}">
                <a16:creationId xmlns:a16="http://schemas.microsoft.com/office/drawing/2014/main" id="{1A3AFF43-319C-4C46-989B-A0F4FC611EFD}"/>
              </a:ext>
            </a:extLst>
          </p:cNvPr>
          <p:cNvSpPr>
            <a:spLocks xmlns:a="http://schemas.openxmlformats.org/drawingml/2006/main" noGrp="1"/>
          </p:cNvSpPr>
          <p:nvPr/>
        </p:nvSpPr>
        <p:spPr>
          <a:xfrm xmlns:a="http://schemas.openxmlformats.org/drawingml/2006/main">
            <a:off x="6477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2A5B84"/>
                </a:solidFill>
                <a:latin typeface="Arial"/>
                <a:ea typeface="Arial"/>
                <a:cs typeface="Arial"/>
              </a:rPr>
              <a:t>0</a:t>
            </a:r>
            <a:endParaRPr sz="1600"/>
          </a:p>
        </p:txBody>
      </p:sp>
      <p:sp>
        <p:nvSpPr>
          <p:cNvPr id="15" name="Shape 15">
            <a:extLst xmlns:a="http://schemas.openxmlformats.org/drawingml/2006/main">
              <a:ext uri="{FF2B5EF4-FFF2-40B4-BE49-F238E27FC236}">
                <a16:creationId xmlns:a16="http://schemas.microsoft.com/office/drawing/2014/main" id="{904F85B0-0F9E-4B2E-805F-548DF328DD05}"/>
              </a:ext>
            </a:extLst>
          </p:cNvPr>
          <p:cNvSpPr>
            <a:spLocks xmlns:a="http://schemas.openxmlformats.org/drawingml/2006/main" noGrp="1"/>
          </p:cNvSpPr>
          <p:nvPr/>
        </p:nvSpPr>
        <p:spPr>
          <a:xfrm xmlns:a="http://schemas.openxmlformats.org/drawingml/2006/main">
            <a:off x="1371600" y="4019550"/>
            <a:ext cx="609600" cy="609600"/>
          </a:xfrm>
          <a:prstGeom xmlns:a="http://schemas.openxmlformats.org/drawingml/2006/main" prst="ellipse">
            <a:avLst/>
          </a:prstGeom>
          <a:solidFill xmlns:a="http://schemas.openxmlformats.org/drawingml/2006/main">
            <a:srgbClr val="2A5B84"/>
          </a:solidFill>
          <a:ln xmlns:a="http://schemas.openxmlformats.org/drawingml/2006/main" w="25400">
            <a:solidFill>
              <a:srgbClr val="2A5B84"/>
            </a:solidFill>
          </a:ln>
        </p:spPr>
      </p:sp>
      <p:sp>
        <p:nvSpPr>
          <p:cNvPr id="16" name="Text 16">
            <a:extLst xmlns:a="http://schemas.openxmlformats.org/drawingml/2006/main">
              <a:ext uri="{FF2B5EF4-FFF2-40B4-BE49-F238E27FC236}">
                <a16:creationId xmlns:a16="http://schemas.microsoft.com/office/drawing/2014/main" id="{72A05D49-21C4-49DE-818A-F2303AC191C9}"/>
              </a:ext>
            </a:extLst>
          </p:cNvPr>
          <p:cNvSpPr>
            <a:spLocks xmlns:a="http://schemas.openxmlformats.org/drawingml/2006/main" noGrp="1"/>
          </p:cNvSpPr>
          <p:nvPr/>
        </p:nvSpPr>
        <p:spPr>
          <a:xfrm xmlns:a="http://schemas.openxmlformats.org/drawingml/2006/main">
            <a:off x="13716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17" name="Shape 17">
            <a:extLst xmlns:a="http://schemas.openxmlformats.org/drawingml/2006/main">
              <a:ext uri="{FF2B5EF4-FFF2-40B4-BE49-F238E27FC236}">
                <a16:creationId xmlns:a16="http://schemas.microsoft.com/office/drawing/2014/main" id="{023CCC19-8AD0-4D06-BA06-76E0D6D87BA7}"/>
              </a:ext>
            </a:extLst>
          </p:cNvPr>
          <p:cNvSpPr>
            <a:spLocks xmlns:a="http://schemas.openxmlformats.org/drawingml/2006/main" noGrp="1"/>
          </p:cNvSpPr>
          <p:nvPr/>
        </p:nvSpPr>
        <p:spPr>
          <a:xfrm xmlns:a="http://schemas.openxmlformats.org/drawingml/2006/main">
            <a:off x="2495550" y="3219450"/>
            <a:ext cx="609600" cy="609600"/>
          </a:xfrm>
          <a:prstGeom xmlns:a="http://schemas.openxmlformats.org/drawingml/2006/main" prst="ellipse">
            <a:avLst/>
          </a:prstGeom>
          <a:solidFill xmlns:a="http://schemas.openxmlformats.org/drawingml/2006/main">
            <a:srgbClr val="2A5B84"/>
          </a:solidFill>
          <a:ln xmlns:a="http://schemas.openxmlformats.org/drawingml/2006/main" w="25400">
            <a:solidFill>
              <a:srgbClr val="2A5B84"/>
            </a:solidFill>
          </a:ln>
        </p:spPr>
      </p:sp>
      <p:sp>
        <p:nvSpPr>
          <p:cNvPr id="18" name="Text 18">
            <a:extLst xmlns:a="http://schemas.openxmlformats.org/drawingml/2006/main">
              <a:ext uri="{FF2B5EF4-FFF2-40B4-BE49-F238E27FC236}">
                <a16:creationId xmlns:a16="http://schemas.microsoft.com/office/drawing/2014/main" id="{469D5795-BCE8-4F75-A52B-0A75666EE5C2}"/>
              </a:ext>
            </a:extLst>
          </p:cNvPr>
          <p:cNvSpPr>
            <a:spLocks xmlns:a="http://schemas.openxmlformats.org/drawingml/2006/main" noGrp="1"/>
          </p:cNvSpPr>
          <p:nvPr/>
        </p:nvSpPr>
        <p:spPr>
          <a:xfrm xmlns:a="http://schemas.openxmlformats.org/drawingml/2006/main">
            <a:off x="2495550" y="34004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19" name="Connector 19">
            <a:extLst xmlns:a="http://schemas.openxmlformats.org/drawingml/2006/main">
              <a:ext uri="{FF2B5EF4-FFF2-40B4-BE49-F238E27FC236}">
                <a16:creationId xmlns:a16="http://schemas.microsoft.com/office/drawing/2014/main" id="{D645AB32-B85A-40D7-A9C4-3F670C5636B1}"/>
              </a:ext>
            </a:extLst>
          </p:cNvPr>
          <p:cNvSpPr>
            <a:spLocks xmlns:a="http://schemas.openxmlformats.org/drawingml/2006/main" noGrp="1"/>
          </p:cNvSpPr>
          <p:nvPr/>
        </p:nvSpPr>
        <p:spPr>
          <a:xfrm xmlns:a="http://schemas.openxmlformats.org/drawingml/2006/main" flipH="1">
            <a:off x="4552950" y="2533650"/>
            <a:ext cx="742950" cy="685800"/>
          </a:xfrm>
          <a:prstGeom xmlns:a="http://schemas.openxmlformats.org/drawingml/2006/main" prst="line">
            <a:avLst/>
          </a:prstGeom>
          <a:ln xmlns:a="http://schemas.openxmlformats.org/drawingml/2006/main" w="25400">
            <a:solidFill>
              <a:srgbClr val="B46B13"/>
            </a:solidFill>
            <a:tailEnd type="triangle"/>
          </a:ln>
        </p:spPr>
      </p:sp>
      <p:sp>
        <p:nvSpPr>
          <p:cNvPr id="20" name="Connector 20">
            <a:extLst xmlns:a="http://schemas.openxmlformats.org/drawingml/2006/main">
              <a:ext uri="{FF2B5EF4-FFF2-40B4-BE49-F238E27FC236}">
                <a16:creationId xmlns:a16="http://schemas.microsoft.com/office/drawing/2014/main" id="{A3AADC51-D870-4391-B09A-81A0DED95D2F}"/>
              </a:ext>
            </a:extLst>
          </p:cNvPr>
          <p:cNvSpPr>
            <a:spLocks xmlns:a="http://schemas.openxmlformats.org/drawingml/2006/main" noGrp="1"/>
          </p:cNvSpPr>
          <p:nvPr/>
        </p:nvSpPr>
        <p:spPr>
          <a:xfrm xmlns:a="http://schemas.openxmlformats.org/drawingml/2006/main">
            <a:off x="5295900" y="2533650"/>
            <a:ext cx="742950" cy="685800"/>
          </a:xfrm>
          <a:prstGeom xmlns:a="http://schemas.openxmlformats.org/drawingml/2006/main" prst="line">
            <a:avLst/>
          </a:prstGeom>
          <a:ln xmlns:a="http://schemas.openxmlformats.org/drawingml/2006/main" w="25400">
            <a:solidFill>
              <a:srgbClr val="B46B13"/>
            </a:solidFill>
            <a:tailEnd type="triangle"/>
          </a:ln>
        </p:spPr>
      </p:sp>
      <p:sp>
        <p:nvSpPr>
          <p:cNvPr id="21" name="Connector 21">
            <a:extLst xmlns:a="http://schemas.openxmlformats.org/drawingml/2006/main">
              <a:ext uri="{FF2B5EF4-FFF2-40B4-BE49-F238E27FC236}">
                <a16:creationId xmlns:a16="http://schemas.microsoft.com/office/drawing/2014/main" id="{E7E77D99-33A0-4EAF-9808-512CD02E13E0}"/>
              </a:ext>
            </a:extLst>
          </p:cNvPr>
          <p:cNvSpPr>
            <a:spLocks xmlns:a="http://schemas.openxmlformats.org/drawingml/2006/main" noGrp="1"/>
          </p:cNvSpPr>
          <p:nvPr/>
        </p:nvSpPr>
        <p:spPr>
          <a:xfrm xmlns:a="http://schemas.openxmlformats.org/drawingml/2006/main" flipH="1">
            <a:off x="4229100" y="3505200"/>
            <a:ext cx="323850" cy="533400"/>
          </a:xfrm>
          <a:prstGeom xmlns:a="http://schemas.openxmlformats.org/drawingml/2006/main" prst="line">
            <a:avLst/>
          </a:prstGeom>
          <a:ln xmlns:a="http://schemas.openxmlformats.org/drawingml/2006/main" w="25400">
            <a:solidFill>
              <a:srgbClr val="B46B13"/>
            </a:solidFill>
            <a:tailEnd type="triangle"/>
          </a:ln>
        </p:spPr>
      </p:sp>
      <p:sp>
        <p:nvSpPr>
          <p:cNvPr id="22" name="Connector 22">
            <a:extLst xmlns:a="http://schemas.openxmlformats.org/drawingml/2006/main">
              <a:ext uri="{FF2B5EF4-FFF2-40B4-BE49-F238E27FC236}">
                <a16:creationId xmlns:a16="http://schemas.microsoft.com/office/drawing/2014/main" id="{A87443BD-EC33-4B31-9C23-F2176A507C5E}"/>
              </a:ext>
            </a:extLst>
          </p:cNvPr>
          <p:cNvSpPr>
            <a:spLocks xmlns:a="http://schemas.openxmlformats.org/drawingml/2006/main" noGrp="1"/>
          </p:cNvSpPr>
          <p:nvPr/>
        </p:nvSpPr>
        <p:spPr>
          <a:xfrm xmlns:a="http://schemas.openxmlformats.org/drawingml/2006/main">
            <a:off x="4552950" y="3505200"/>
            <a:ext cx="323850" cy="533400"/>
          </a:xfrm>
          <a:prstGeom xmlns:a="http://schemas.openxmlformats.org/drawingml/2006/main" prst="line">
            <a:avLst/>
          </a:prstGeom>
          <a:ln xmlns:a="http://schemas.openxmlformats.org/drawingml/2006/main" w="25400">
            <a:solidFill>
              <a:srgbClr val="B46B13"/>
            </a:solidFill>
            <a:tailEnd type="triangle"/>
          </a:ln>
        </p:spPr>
      </p:sp>
      <p:sp>
        <p:nvSpPr>
          <p:cNvPr id="23" name="Shape 23">
            <a:extLst xmlns:a="http://schemas.openxmlformats.org/drawingml/2006/main">
              <a:ext uri="{FF2B5EF4-FFF2-40B4-BE49-F238E27FC236}">
                <a16:creationId xmlns:a16="http://schemas.microsoft.com/office/drawing/2014/main" id="{A847F75E-5E97-4E3D-834B-E08D8BCD47F9}"/>
              </a:ext>
            </a:extLst>
          </p:cNvPr>
          <p:cNvSpPr>
            <a:spLocks xmlns:a="http://schemas.openxmlformats.org/drawingml/2006/main" noGrp="1"/>
          </p:cNvSpPr>
          <p:nvPr/>
        </p:nvSpPr>
        <p:spPr>
          <a:xfrm xmlns:a="http://schemas.openxmlformats.org/drawingml/2006/main">
            <a:off x="4057650" y="2038350"/>
            <a:ext cx="2476500" cy="51435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B46B13"/>
            </a:solidFill>
          </a:ln>
        </p:spPr>
      </p:sp>
      <p:sp>
        <p:nvSpPr>
          <p:cNvPr id="24" name="Text 24">
            <a:extLst xmlns:a="http://schemas.openxmlformats.org/drawingml/2006/main">
              <a:ext uri="{FF2B5EF4-FFF2-40B4-BE49-F238E27FC236}">
                <a16:creationId xmlns:a16="http://schemas.microsoft.com/office/drawing/2014/main" id="{78173793-A2C9-4229-8BD7-98B0D025507B}"/>
              </a:ext>
            </a:extLst>
          </p:cNvPr>
          <p:cNvSpPr>
            <a:spLocks xmlns:a="http://schemas.openxmlformats.org/drawingml/2006/main" noGrp="1"/>
          </p:cNvSpPr>
          <p:nvPr/>
        </p:nvSpPr>
        <p:spPr>
          <a:xfrm xmlns:a="http://schemas.openxmlformats.org/drawingml/2006/main">
            <a:off x="4152900" y="2171700"/>
            <a:ext cx="2286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7212B"/>
                </a:solidFill>
                <a:latin typeface="Arial"/>
                <a:ea typeface="Arial"/>
                <a:cs typeface="Arial"/>
              </a:rPr>
              <a:t>incomplete ratio &gt; t₃</a:t>
            </a:r>
            <a:endParaRPr sz="1300"/>
          </a:p>
        </p:txBody>
      </p:sp>
      <p:sp>
        <p:nvSpPr>
          <p:cNvPr id="25" name="Shape 25">
            <a:extLst xmlns:a="http://schemas.openxmlformats.org/drawingml/2006/main">
              <a:ext uri="{FF2B5EF4-FFF2-40B4-BE49-F238E27FC236}">
                <a16:creationId xmlns:a16="http://schemas.microsoft.com/office/drawing/2014/main" id="{08C3F8E8-821C-4DDA-8B1C-C425CBB5B194}"/>
              </a:ext>
            </a:extLst>
          </p:cNvPr>
          <p:cNvSpPr>
            <a:spLocks xmlns:a="http://schemas.openxmlformats.org/drawingml/2006/main" noGrp="1"/>
          </p:cNvSpPr>
          <p:nvPr/>
        </p:nvSpPr>
        <p:spPr>
          <a:xfrm xmlns:a="http://schemas.openxmlformats.org/drawingml/2006/main">
            <a:off x="3867150" y="3219450"/>
            <a:ext cx="1371600" cy="4762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B46B13"/>
            </a:solidFill>
          </a:ln>
        </p:spPr>
      </p:sp>
      <p:sp>
        <p:nvSpPr>
          <p:cNvPr id="26" name="Text 26">
            <a:extLst xmlns:a="http://schemas.openxmlformats.org/drawingml/2006/main">
              <a:ext uri="{FF2B5EF4-FFF2-40B4-BE49-F238E27FC236}">
                <a16:creationId xmlns:a16="http://schemas.microsoft.com/office/drawing/2014/main" id="{1B9907BC-A65E-404E-96D8-A8A6FB0242CF}"/>
              </a:ext>
            </a:extLst>
          </p:cNvPr>
          <p:cNvSpPr>
            <a:spLocks xmlns:a="http://schemas.openxmlformats.org/drawingml/2006/main" noGrp="1"/>
          </p:cNvSpPr>
          <p:nvPr/>
        </p:nvSpPr>
        <p:spPr>
          <a:xfrm xmlns:a="http://schemas.openxmlformats.org/drawingml/2006/main">
            <a:off x="3943350" y="3343275"/>
            <a:ext cx="1219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17212B"/>
                </a:solidFill>
                <a:latin typeface="Arial"/>
                <a:ea typeface="Arial"/>
                <a:cs typeface="Arial"/>
              </a:rPr>
              <a:t>activity volume &gt; t₄</a:t>
            </a:r>
            <a:endParaRPr sz="1100"/>
          </a:p>
        </p:txBody>
      </p:sp>
      <p:sp>
        <p:nvSpPr>
          <p:cNvPr id="27" name="Shape 27">
            <a:extLst xmlns:a="http://schemas.openxmlformats.org/drawingml/2006/main">
              <a:ext uri="{FF2B5EF4-FFF2-40B4-BE49-F238E27FC236}">
                <a16:creationId xmlns:a16="http://schemas.microsoft.com/office/drawing/2014/main" id="{68D490FF-0707-4381-A7F6-CE0A6F8F5DA9}"/>
              </a:ext>
            </a:extLst>
          </p:cNvPr>
          <p:cNvSpPr>
            <a:spLocks xmlns:a="http://schemas.openxmlformats.org/drawingml/2006/main" noGrp="1"/>
          </p:cNvSpPr>
          <p:nvPr/>
        </p:nvSpPr>
        <p:spPr>
          <a:xfrm xmlns:a="http://schemas.openxmlformats.org/drawingml/2006/main">
            <a:off x="3886200" y="4019550"/>
            <a:ext cx="609600" cy="609600"/>
          </a:xfrm>
          <a:prstGeom xmlns:a="http://schemas.openxmlformats.org/drawingml/2006/main" prst="ellipse">
            <a:avLst/>
          </a:prstGeom>
          <a:solidFill xmlns:a="http://schemas.openxmlformats.org/drawingml/2006/main">
            <a:srgbClr val="FFFFFF"/>
          </a:solidFill>
          <a:ln xmlns:a="http://schemas.openxmlformats.org/drawingml/2006/main" w="25400">
            <a:solidFill>
              <a:srgbClr val="B46B13"/>
            </a:solidFill>
          </a:ln>
        </p:spPr>
      </p:sp>
      <p:sp>
        <p:nvSpPr>
          <p:cNvPr id="28" name="Text 28">
            <a:extLst xmlns:a="http://schemas.openxmlformats.org/drawingml/2006/main">
              <a:ext uri="{FF2B5EF4-FFF2-40B4-BE49-F238E27FC236}">
                <a16:creationId xmlns:a16="http://schemas.microsoft.com/office/drawing/2014/main" id="{798A7855-1C0A-4F43-A33B-873AEEDF1BE3}"/>
              </a:ext>
            </a:extLst>
          </p:cNvPr>
          <p:cNvSpPr>
            <a:spLocks xmlns:a="http://schemas.openxmlformats.org/drawingml/2006/main" noGrp="1"/>
          </p:cNvSpPr>
          <p:nvPr/>
        </p:nvSpPr>
        <p:spPr>
          <a:xfrm xmlns:a="http://schemas.openxmlformats.org/drawingml/2006/main">
            <a:off x="38862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B46B13"/>
                </a:solidFill>
                <a:latin typeface="Arial"/>
                <a:ea typeface="Arial"/>
                <a:cs typeface="Arial"/>
              </a:rPr>
              <a:t>0</a:t>
            </a:r>
            <a:endParaRPr sz="1600"/>
          </a:p>
        </p:txBody>
      </p:sp>
      <p:sp>
        <p:nvSpPr>
          <p:cNvPr id="29" name="Shape 29">
            <a:extLst xmlns:a="http://schemas.openxmlformats.org/drawingml/2006/main">
              <a:ext uri="{FF2B5EF4-FFF2-40B4-BE49-F238E27FC236}">
                <a16:creationId xmlns:a16="http://schemas.microsoft.com/office/drawing/2014/main" id="{41F62608-CC96-4CF3-ADFE-44EC2075E3C8}"/>
              </a:ext>
            </a:extLst>
          </p:cNvPr>
          <p:cNvSpPr>
            <a:spLocks xmlns:a="http://schemas.openxmlformats.org/drawingml/2006/main" noGrp="1"/>
          </p:cNvSpPr>
          <p:nvPr/>
        </p:nvSpPr>
        <p:spPr>
          <a:xfrm xmlns:a="http://schemas.openxmlformats.org/drawingml/2006/main">
            <a:off x="4610100" y="4019550"/>
            <a:ext cx="609600" cy="609600"/>
          </a:xfrm>
          <a:prstGeom xmlns:a="http://schemas.openxmlformats.org/drawingml/2006/main" prst="ellipse">
            <a:avLst/>
          </a:prstGeom>
          <a:solidFill xmlns:a="http://schemas.openxmlformats.org/drawingml/2006/main">
            <a:srgbClr val="B46B13"/>
          </a:solidFill>
          <a:ln xmlns:a="http://schemas.openxmlformats.org/drawingml/2006/main" w="25400">
            <a:solidFill>
              <a:srgbClr val="B46B13"/>
            </a:solidFill>
          </a:ln>
        </p:spPr>
      </p:sp>
      <p:sp>
        <p:nvSpPr>
          <p:cNvPr id="30" name="Text 30">
            <a:extLst xmlns:a="http://schemas.openxmlformats.org/drawingml/2006/main">
              <a:ext uri="{FF2B5EF4-FFF2-40B4-BE49-F238E27FC236}">
                <a16:creationId xmlns:a16="http://schemas.microsoft.com/office/drawing/2014/main" id="{456F31A8-AAF0-42B9-9D81-2FD3AD9709AB}"/>
              </a:ext>
            </a:extLst>
          </p:cNvPr>
          <p:cNvSpPr>
            <a:spLocks xmlns:a="http://schemas.openxmlformats.org/drawingml/2006/main" noGrp="1"/>
          </p:cNvSpPr>
          <p:nvPr/>
        </p:nvSpPr>
        <p:spPr>
          <a:xfrm xmlns:a="http://schemas.openxmlformats.org/drawingml/2006/main">
            <a:off x="46101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31" name="Shape 31">
            <a:extLst xmlns:a="http://schemas.openxmlformats.org/drawingml/2006/main">
              <a:ext uri="{FF2B5EF4-FFF2-40B4-BE49-F238E27FC236}">
                <a16:creationId xmlns:a16="http://schemas.microsoft.com/office/drawing/2014/main" id="{10D830AE-6C0F-4FE2-8DA5-7E2EE07DC61D}"/>
              </a:ext>
            </a:extLst>
          </p:cNvPr>
          <p:cNvSpPr>
            <a:spLocks xmlns:a="http://schemas.openxmlformats.org/drawingml/2006/main" noGrp="1"/>
          </p:cNvSpPr>
          <p:nvPr/>
        </p:nvSpPr>
        <p:spPr>
          <a:xfrm xmlns:a="http://schemas.openxmlformats.org/drawingml/2006/main">
            <a:off x="5734050" y="3219450"/>
            <a:ext cx="609600" cy="609600"/>
          </a:xfrm>
          <a:prstGeom xmlns:a="http://schemas.openxmlformats.org/drawingml/2006/main" prst="ellipse">
            <a:avLst/>
          </a:prstGeom>
          <a:solidFill xmlns:a="http://schemas.openxmlformats.org/drawingml/2006/main">
            <a:srgbClr val="B46B13"/>
          </a:solidFill>
          <a:ln xmlns:a="http://schemas.openxmlformats.org/drawingml/2006/main" w="25400">
            <a:solidFill>
              <a:srgbClr val="B46B13"/>
            </a:solidFill>
          </a:ln>
        </p:spPr>
      </p:sp>
      <p:sp>
        <p:nvSpPr>
          <p:cNvPr id="32" name="Text 32">
            <a:extLst xmlns:a="http://schemas.openxmlformats.org/drawingml/2006/main">
              <a:ext uri="{FF2B5EF4-FFF2-40B4-BE49-F238E27FC236}">
                <a16:creationId xmlns:a16="http://schemas.microsoft.com/office/drawing/2014/main" id="{A54D1C63-0907-4D12-8EDA-789834F9C23E}"/>
              </a:ext>
            </a:extLst>
          </p:cNvPr>
          <p:cNvSpPr>
            <a:spLocks xmlns:a="http://schemas.openxmlformats.org/drawingml/2006/main" noGrp="1"/>
          </p:cNvSpPr>
          <p:nvPr/>
        </p:nvSpPr>
        <p:spPr>
          <a:xfrm xmlns:a="http://schemas.openxmlformats.org/drawingml/2006/main">
            <a:off x="5734050" y="34004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33" name="Connector 33">
            <a:extLst xmlns:a="http://schemas.openxmlformats.org/drawingml/2006/main">
              <a:ext uri="{FF2B5EF4-FFF2-40B4-BE49-F238E27FC236}">
                <a16:creationId xmlns:a16="http://schemas.microsoft.com/office/drawing/2014/main" id="{DE561213-F6A3-4773-948B-B275241E2252}"/>
              </a:ext>
            </a:extLst>
          </p:cNvPr>
          <p:cNvSpPr>
            <a:spLocks xmlns:a="http://schemas.openxmlformats.org/drawingml/2006/main" noGrp="1"/>
          </p:cNvSpPr>
          <p:nvPr/>
        </p:nvSpPr>
        <p:spPr>
          <a:xfrm xmlns:a="http://schemas.openxmlformats.org/drawingml/2006/main" flipH="1">
            <a:off x="7791450" y="2533650"/>
            <a:ext cx="742950" cy="685800"/>
          </a:xfrm>
          <a:prstGeom xmlns:a="http://schemas.openxmlformats.org/drawingml/2006/main" prst="line">
            <a:avLst/>
          </a:prstGeom>
          <a:ln xmlns:a="http://schemas.openxmlformats.org/drawingml/2006/main" w="25400">
            <a:solidFill>
              <a:srgbClr val="1F7A5A"/>
            </a:solidFill>
            <a:tailEnd type="triangle"/>
          </a:ln>
        </p:spPr>
      </p:sp>
      <p:sp>
        <p:nvSpPr>
          <p:cNvPr id="34" name="Connector 34">
            <a:extLst xmlns:a="http://schemas.openxmlformats.org/drawingml/2006/main">
              <a:ext uri="{FF2B5EF4-FFF2-40B4-BE49-F238E27FC236}">
                <a16:creationId xmlns:a16="http://schemas.microsoft.com/office/drawing/2014/main" id="{6CAC3B69-7D90-448E-91F8-8DAFB31322CB}"/>
              </a:ext>
            </a:extLst>
          </p:cNvPr>
          <p:cNvSpPr>
            <a:spLocks xmlns:a="http://schemas.openxmlformats.org/drawingml/2006/main" noGrp="1"/>
          </p:cNvSpPr>
          <p:nvPr/>
        </p:nvSpPr>
        <p:spPr>
          <a:xfrm xmlns:a="http://schemas.openxmlformats.org/drawingml/2006/main">
            <a:off x="8534400" y="2533650"/>
            <a:ext cx="742950" cy="685800"/>
          </a:xfrm>
          <a:prstGeom xmlns:a="http://schemas.openxmlformats.org/drawingml/2006/main" prst="line">
            <a:avLst/>
          </a:prstGeom>
          <a:ln xmlns:a="http://schemas.openxmlformats.org/drawingml/2006/main" w="25400">
            <a:solidFill>
              <a:srgbClr val="1F7A5A"/>
            </a:solidFill>
            <a:tailEnd type="triangle"/>
          </a:ln>
        </p:spPr>
      </p:sp>
      <p:sp>
        <p:nvSpPr>
          <p:cNvPr id="35" name="Connector 35">
            <a:extLst xmlns:a="http://schemas.openxmlformats.org/drawingml/2006/main">
              <a:ext uri="{FF2B5EF4-FFF2-40B4-BE49-F238E27FC236}">
                <a16:creationId xmlns:a16="http://schemas.microsoft.com/office/drawing/2014/main" id="{B52CB778-4ECB-49A5-9F69-C581CAB71F0B}"/>
              </a:ext>
            </a:extLst>
          </p:cNvPr>
          <p:cNvSpPr>
            <a:spLocks xmlns:a="http://schemas.openxmlformats.org/drawingml/2006/main" noGrp="1"/>
          </p:cNvSpPr>
          <p:nvPr/>
        </p:nvSpPr>
        <p:spPr>
          <a:xfrm xmlns:a="http://schemas.openxmlformats.org/drawingml/2006/main" flipH="1">
            <a:off x="7467600" y="3505200"/>
            <a:ext cx="323850" cy="533400"/>
          </a:xfrm>
          <a:prstGeom xmlns:a="http://schemas.openxmlformats.org/drawingml/2006/main" prst="line">
            <a:avLst/>
          </a:prstGeom>
          <a:ln xmlns:a="http://schemas.openxmlformats.org/drawingml/2006/main" w="25400">
            <a:solidFill>
              <a:srgbClr val="1F7A5A"/>
            </a:solidFill>
            <a:tailEnd type="triangle"/>
          </a:ln>
        </p:spPr>
      </p:sp>
      <p:sp>
        <p:nvSpPr>
          <p:cNvPr id="36" name="Connector 36">
            <a:extLst xmlns:a="http://schemas.openxmlformats.org/drawingml/2006/main">
              <a:ext uri="{FF2B5EF4-FFF2-40B4-BE49-F238E27FC236}">
                <a16:creationId xmlns:a16="http://schemas.microsoft.com/office/drawing/2014/main" id="{ECB1FAEA-A710-460F-8EEA-0F05B07284A7}"/>
              </a:ext>
            </a:extLst>
          </p:cNvPr>
          <p:cNvSpPr>
            <a:spLocks xmlns:a="http://schemas.openxmlformats.org/drawingml/2006/main" noGrp="1"/>
          </p:cNvSpPr>
          <p:nvPr/>
        </p:nvSpPr>
        <p:spPr>
          <a:xfrm xmlns:a="http://schemas.openxmlformats.org/drawingml/2006/main">
            <a:off x="7791450" y="3505200"/>
            <a:ext cx="323850" cy="533400"/>
          </a:xfrm>
          <a:prstGeom xmlns:a="http://schemas.openxmlformats.org/drawingml/2006/main" prst="line">
            <a:avLst/>
          </a:prstGeom>
          <a:ln xmlns:a="http://schemas.openxmlformats.org/drawingml/2006/main" w="25400">
            <a:solidFill>
              <a:srgbClr val="1F7A5A"/>
            </a:solidFill>
            <a:tailEnd type="triangle"/>
          </a:ln>
        </p:spPr>
      </p:sp>
      <p:sp>
        <p:nvSpPr>
          <p:cNvPr id="37" name="Shape 37">
            <a:extLst xmlns:a="http://schemas.openxmlformats.org/drawingml/2006/main">
              <a:ext uri="{FF2B5EF4-FFF2-40B4-BE49-F238E27FC236}">
                <a16:creationId xmlns:a16="http://schemas.microsoft.com/office/drawing/2014/main" id="{9856D365-9839-4BED-AFB6-92BDA68F1392}"/>
              </a:ext>
            </a:extLst>
          </p:cNvPr>
          <p:cNvSpPr>
            <a:spLocks xmlns:a="http://schemas.openxmlformats.org/drawingml/2006/main" noGrp="1"/>
          </p:cNvSpPr>
          <p:nvPr/>
        </p:nvSpPr>
        <p:spPr>
          <a:xfrm xmlns:a="http://schemas.openxmlformats.org/drawingml/2006/main">
            <a:off x="7296150" y="2038350"/>
            <a:ext cx="2476500" cy="51435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1F7A5A"/>
            </a:solidFill>
          </a:ln>
        </p:spPr>
      </p:sp>
      <p:sp>
        <p:nvSpPr>
          <p:cNvPr id="38" name="Text 38">
            <a:extLst xmlns:a="http://schemas.openxmlformats.org/drawingml/2006/main">
              <a:ext uri="{FF2B5EF4-FFF2-40B4-BE49-F238E27FC236}">
                <a16:creationId xmlns:a16="http://schemas.microsoft.com/office/drawing/2014/main" id="{3F731946-E4C8-4DEB-98FA-F3CF6C4200D4}"/>
              </a:ext>
            </a:extLst>
          </p:cNvPr>
          <p:cNvSpPr>
            <a:spLocks xmlns:a="http://schemas.openxmlformats.org/drawingml/2006/main" noGrp="1"/>
          </p:cNvSpPr>
          <p:nvPr/>
        </p:nvSpPr>
        <p:spPr>
          <a:xfrm xmlns:a="http://schemas.openxmlformats.org/drawingml/2006/main">
            <a:off x="7391400" y="2171700"/>
            <a:ext cx="2286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7212B"/>
                </a:solidFill>
                <a:latin typeface="Arial"/>
                <a:ea typeface="Arial"/>
                <a:cs typeface="Arial"/>
              </a:rPr>
              <a:t>crypto ratio &gt; t₅</a:t>
            </a:r>
            <a:endParaRPr sz="1300"/>
          </a:p>
        </p:txBody>
      </p:sp>
      <p:sp>
        <p:nvSpPr>
          <p:cNvPr id="39" name="Shape 39">
            <a:extLst xmlns:a="http://schemas.openxmlformats.org/drawingml/2006/main">
              <a:ext uri="{FF2B5EF4-FFF2-40B4-BE49-F238E27FC236}">
                <a16:creationId xmlns:a16="http://schemas.microsoft.com/office/drawing/2014/main" id="{A2555FA1-0764-44C8-BB7D-E7646D430C8F}"/>
              </a:ext>
            </a:extLst>
          </p:cNvPr>
          <p:cNvSpPr>
            <a:spLocks xmlns:a="http://schemas.openxmlformats.org/drawingml/2006/main" noGrp="1"/>
          </p:cNvSpPr>
          <p:nvPr/>
        </p:nvSpPr>
        <p:spPr>
          <a:xfrm xmlns:a="http://schemas.openxmlformats.org/drawingml/2006/main">
            <a:off x="7105650" y="3219450"/>
            <a:ext cx="1371600" cy="4762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1F7A5A"/>
            </a:solidFill>
          </a:ln>
        </p:spPr>
      </p:sp>
      <p:sp>
        <p:nvSpPr>
          <p:cNvPr id="40" name="Text 40">
            <a:extLst xmlns:a="http://schemas.openxmlformats.org/drawingml/2006/main">
              <a:ext uri="{FF2B5EF4-FFF2-40B4-BE49-F238E27FC236}">
                <a16:creationId xmlns:a16="http://schemas.microsoft.com/office/drawing/2014/main" id="{5A1A217D-A36C-4223-A4BA-3DF5AFC4A55B}"/>
              </a:ext>
            </a:extLst>
          </p:cNvPr>
          <p:cNvSpPr>
            <a:spLocks xmlns:a="http://schemas.openxmlformats.org/drawingml/2006/main" noGrp="1"/>
          </p:cNvSpPr>
          <p:nvPr/>
        </p:nvSpPr>
        <p:spPr>
          <a:xfrm xmlns:a="http://schemas.openxmlformats.org/drawingml/2006/main">
            <a:off x="7181850" y="3343275"/>
            <a:ext cx="1219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17212B"/>
                </a:solidFill>
                <a:latin typeface="Arial"/>
                <a:ea typeface="Arial"/>
                <a:cs typeface="Arial"/>
              </a:rPr>
              <a:t>cross-border ratio &gt; t₆</a:t>
            </a:r>
            <a:endParaRPr sz="1100"/>
          </a:p>
        </p:txBody>
      </p:sp>
      <p:sp>
        <p:nvSpPr>
          <p:cNvPr id="41" name="Shape 41">
            <a:extLst xmlns:a="http://schemas.openxmlformats.org/drawingml/2006/main">
              <a:ext uri="{FF2B5EF4-FFF2-40B4-BE49-F238E27FC236}">
                <a16:creationId xmlns:a16="http://schemas.microsoft.com/office/drawing/2014/main" id="{66C4C256-9B4B-4E6F-8543-A34B518D6ED8}"/>
              </a:ext>
            </a:extLst>
          </p:cNvPr>
          <p:cNvSpPr>
            <a:spLocks xmlns:a="http://schemas.openxmlformats.org/drawingml/2006/main" noGrp="1"/>
          </p:cNvSpPr>
          <p:nvPr/>
        </p:nvSpPr>
        <p:spPr>
          <a:xfrm xmlns:a="http://schemas.openxmlformats.org/drawingml/2006/main">
            <a:off x="7124700" y="4019550"/>
            <a:ext cx="609600" cy="609600"/>
          </a:xfrm>
          <a:prstGeom xmlns:a="http://schemas.openxmlformats.org/drawingml/2006/main" prst="ellipse">
            <a:avLst/>
          </a:prstGeom>
          <a:solidFill xmlns:a="http://schemas.openxmlformats.org/drawingml/2006/main">
            <a:srgbClr val="FFFFFF"/>
          </a:solidFill>
          <a:ln xmlns:a="http://schemas.openxmlformats.org/drawingml/2006/main" w="25400">
            <a:solidFill>
              <a:srgbClr val="1F7A5A"/>
            </a:solidFill>
          </a:ln>
        </p:spPr>
      </p:sp>
      <p:sp>
        <p:nvSpPr>
          <p:cNvPr id="42" name="Text 42">
            <a:extLst xmlns:a="http://schemas.openxmlformats.org/drawingml/2006/main">
              <a:ext uri="{FF2B5EF4-FFF2-40B4-BE49-F238E27FC236}">
                <a16:creationId xmlns:a16="http://schemas.microsoft.com/office/drawing/2014/main" id="{D54F1960-4984-4A4F-968C-13006678427D}"/>
              </a:ext>
            </a:extLst>
          </p:cNvPr>
          <p:cNvSpPr>
            <a:spLocks xmlns:a="http://schemas.openxmlformats.org/drawingml/2006/main" noGrp="1"/>
          </p:cNvSpPr>
          <p:nvPr/>
        </p:nvSpPr>
        <p:spPr>
          <a:xfrm xmlns:a="http://schemas.openxmlformats.org/drawingml/2006/main">
            <a:off x="71247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1F7A5A"/>
                </a:solidFill>
                <a:latin typeface="Arial"/>
                <a:ea typeface="Arial"/>
                <a:cs typeface="Arial"/>
              </a:rPr>
              <a:t>0</a:t>
            </a:r>
            <a:endParaRPr sz="1600"/>
          </a:p>
        </p:txBody>
      </p:sp>
      <p:sp>
        <p:nvSpPr>
          <p:cNvPr id="43" name="Shape 43">
            <a:extLst xmlns:a="http://schemas.openxmlformats.org/drawingml/2006/main">
              <a:ext uri="{FF2B5EF4-FFF2-40B4-BE49-F238E27FC236}">
                <a16:creationId xmlns:a16="http://schemas.microsoft.com/office/drawing/2014/main" id="{E524D8A8-2FDC-492A-82C8-FC79EC508B98}"/>
              </a:ext>
            </a:extLst>
          </p:cNvPr>
          <p:cNvSpPr>
            <a:spLocks xmlns:a="http://schemas.openxmlformats.org/drawingml/2006/main" noGrp="1"/>
          </p:cNvSpPr>
          <p:nvPr/>
        </p:nvSpPr>
        <p:spPr>
          <a:xfrm xmlns:a="http://schemas.openxmlformats.org/drawingml/2006/main">
            <a:off x="7848600" y="4019550"/>
            <a:ext cx="609600" cy="609600"/>
          </a:xfrm>
          <a:prstGeom xmlns:a="http://schemas.openxmlformats.org/drawingml/2006/main" prst="ellipse">
            <a:avLst/>
          </a:prstGeom>
          <a:solidFill xmlns:a="http://schemas.openxmlformats.org/drawingml/2006/main">
            <a:srgbClr val="1F7A5A"/>
          </a:solidFill>
          <a:ln xmlns:a="http://schemas.openxmlformats.org/drawingml/2006/main" w="25400">
            <a:solidFill>
              <a:srgbClr val="1F7A5A"/>
            </a:solidFill>
          </a:ln>
        </p:spPr>
      </p:sp>
      <p:sp>
        <p:nvSpPr>
          <p:cNvPr id="44" name="Text 44">
            <a:extLst xmlns:a="http://schemas.openxmlformats.org/drawingml/2006/main">
              <a:ext uri="{FF2B5EF4-FFF2-40B4-BE49-F238E27FC236}">
                <a16:creationId xmlns:a16="http://schemas.microsoft.com/office/drawing/2014/main" id="{126C9EA0-1EFF-4F22-BB3C-AEA5BE4343F1}"/>
              </a:ext>
            </a:extLst>
          </p:cNvPr>
          <p:cNvSpPr>
            <a:spLocks xmlns:a="http://schemas.openxmlformats.org/drawingml/2006/main" noGrp="1"/>
          </p:cNvSpPr>
          <p:nvPr/>
        </p:nvSpPr>
        <p:spPr>
          <a:xfrm xmlns:a="http://schemas.openxmlformats.org/drawingml/2006/main">
            <a:off x="78486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45" name="Shape 45">
            <a:extLst xmlns:a="http://schemas.openxmlformats.org/drawingml/2006/main">
              <a:ext uri="{FF2B5EF4-FFF2-40B4-BE49-F238E27FC236}">
                <a16:creationId xmlns:a16="http://schemas.microsoft.com/office/drawing/2014/main" id="{60F80B00-C5BE-48D4-B8A7-C8F98403D9D5}"/>
              </a:ext>
            </a:extLst>
          </p:cNvPr>
          <p:cNvSpPr>
            <a:spLocks xmlns:a="http://schemas.openxmlformats.org/drawingml/2006/main" noGrp="1"/>
          </p:cNvSpPr>
          <p:nvPr/>
        </p:nvSpPr>
        <p:spPr>
          <a:xfrm xmlns:a="http://schemas.openxmlformats.org/drawingml/2006/main">
            <a:off x="8972550" y="3219450"/>
            <a:ext cx="609600" cy="609600"/>
          </a:xfrm>
          <a:prstGeom xmlns:a="http://schemas.openxmlformats.org/drawingml/2006/main" prst="ellipse">
            <a:avLst/>
          </a:prstGeom>
          <a:solidFill xmlns:a="http://schemas.openxmlformats.org/drawingml/2006/main">
            <a:srgbClr val="1F7A5A"/>
          </a:solidFill>
          <a:ln xmlns:a="http://schemas.openxmlformats.org/drawingml/2006/main" w="25400">
            <a:solidFill>
              <a:srgbClr val="1F7A5A"/>
            </a:solidFill>
          </a:ln>
        </p:spPr>
      </p:sp>
      <p:sp>
        <p:nvSpPr>
          <p:cNvPr id="46" name="Text 46">
            <a:extLst xmlns:a="http://schemas.openxmlformats.org/drawingml/2006/main">
              <a:ext uri="{FF2B5EF4-FFF2-40B4-BE49-F238E27FC236}">
                <a16:creationId xmlns:a16="http://schemas.microsoft.com/office/drawing/2014/main" id="{0927A9F5-19FC-44C9-BBF0-B407836DE9B5}"/>
              </a:ext>
            </a:extLst>
          </p:cNvPr>
          <p:cNvSpPr>
            <a:spLocks xmlns:a="http://schemas.openxmlformats.org/drawingml/2006/main" noGrp="1"/>
          </p:cNvSpPr>
          <p:nvPr/>
        </p:nvSpPr>
        <p:spPr>
          <a:xfrm xmlns:a="http://schemas.openxmlformats.org/drawingml/2006/main">
            <a:off x="8972550" y="34004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47" name="Connector 47">
            <a:extLst xmlns:a="http://schemas.openxmlformats.org/drawingml/2006/main">
              <a:ext uri="{FF2B5EF4-FFF2-40B4-BE49-F238E27FC236}">
                <a16:creationId xmlns:a16="http://schemas.microsoft.com/office/drawing/2014/main" id="{44482FC1-DA4B-4300-8B63-C6B1FFB6C9A6}"/>
              </a:ext>
            </a:extLst>
          </p:cNvPr>
          <p:cNvSpPr>
            <a:spLocks xmlns:a="http://schemas.openxmlformats.org/drawingml/2006/main" noGrp="1"/>
          </p:cNvSpPr>
          <p:nvPr/>
        </p:nvSpPr>
        <p:spPr>
          <a:xfrm xmlns:a="http://schemas.openxmlformats.org/drawingml/2006/main">
            <a:off x="2057400" y="4629150"/>
            <a:ext cx="0" cy="514350"/>
          </a:xfrm>
          <a:prstGeom xmlns:a="http://schemas.openxmlformats.org/drawingml/2006/main" prst="line">
            <a:avLst/>
          </a:prstGeom>
          <a:ln xmlns:a="http://schemas.openxmlformats.org/drawingml/2006/main" w="25400">
            <a:solidFill>
              <a:srgbClr val="D71920"/>
            </a:solidFill>
            <a:tailEnd type="triangle"/>
          </a:ln>
        </p:spPr>
      </p:sp>
      <p:sp>
        <p:nvSpPr>
          <p:cNvPr id="48" name="Connector 48">
            <a:extLst xmlns:a="http://schemas.openxmlformats.org/drawingml/2006/main">
              <a:ext uri="{FF2B5EF4-FFF2-40B4-BE49-F238E27FC236}">
                <a16:creationId xmlns:a16="http://schemas.microsoft.com/office/drawing/2014/main" id="{E3AA8638-FEA6-4C5E-8844-91E021DC9568}"/>
              </a:ext>
            </a:extLst>
          </p:cNvPr>
          <p:cNvSpPr>
            <a:spLocks xmlns:a="http://schemas.openxmlformats.org/drawingml/2006/main" noGrp="1"/>
          </p:cNvSpPr>
          <p:nvPr/>
        </p:nvSpPr>
        <p:spPr>
          <a:xfrm xmlns:a="http://schemas.openxmlformats.org/drawingml/2006/main">
            <a:off x="5295900" y="4629150"/>
            <a:ext cx="0" cy="514350"/>
          </a:xfrm>
          <a:prstGeom xmlns:a="http://schemas.openxmlformats.org/drawingml/2006/main" prst="line">
            <a:avLst/>
          </a:prstGeom>
          <a:ln xmlns:a="http://schemas.openxmlformats.org/drawingml/2006/main" w="25400">
            <a:solidFill>
              <a:srgbClr val="D71920"/>
            </a:solidFill>
            <a:tailEnd type="triangle"/>
          </a:ln>
        </p:spPr>
      </p:sp>
      <p:sp>
        <p:nvSpPr>
          <p:cNvPr id="49" name="Connector 49">
            <a:extLst xmlns:a="http://schemas.openxmlformats.org/drawingml/2006/main">
              <a:ext uri="{FF2B5EF4-FFF2-40B4-BE49-F238E27FC236}">
                <a16:creationId xmlns:a16="http://schemas.microsoft.com/office/drawing/2014/main" id="{D93293FE-A4BA-4A8D-8C3F-4E9186B1DD66}"/>
              </a:ext>
            </a:extLst>
          </p:cNvPr>
          <p:cNvSpPr>
            <a:spLocks xmlns:a="http://schemas.openxmlformats.org/drawingml/2006/main" noGrp="1"/>
          </p:cNvSpPr>
          <p:nvPr/>
        </p:nvSpPr>
        <p:spPr>
          <a:xfrm xmlns:a="http://schemas.openxmlformats.org/drawingml/2006/main">
            <a:off x="8534400" y="4629150"/>
            <a:ext cx="0" cy="514350"/>
          </a:xfrm>
          <a:prstGeom xmlns:a="http://schemas.openxmlformats.org/drawingml/2006/main" prst="line">
            <a:avLst/>
          </a:prstGeom>
          <a:ln xmlns:a="http://schemas.openxmlformats.org/drawingml/2006/main" w="25400">
            <a:solidFill>
              <a:srgbClr val="D71920"/>
            </a:solidFill>
            <a:tailEnd type="triangle"/>
          </a:ln>
        </p:spPr>
      </p:sp>
      <p:sp>
        <p:nvSpPr>
          <p:cNvPr id="50" name="Shape 50">
            <a:extLst xmlns:a="http://schemas.openxmlformats.org/drawingml/2006/main">
              <a:ext uri="{FF2B5EF4-FFF2-40B4-BE49-F238E27FC236}">
                <a16:creationId xmlns:a16="http://schemas.microsoft.com/office/drawing/2014/main" id="{E7142FB1-1132-4A1E-8107-EF601347BE73}"/>
              </a:ext>
            </a:extLst>
          </p:cNvPr>
          <p:cNvSpPr>
            <a:spLocks xmlns:a="http://schemas.openxmlformats.org/drawingml/2006/main" noGrp="1"/>
          </p:cNvSpPr>
          <p:nvPr/>
        </p:nvSpPr>
        <p:spPr>
          <a:xfrm xmlns:a="http://schemas.openxmlformats.org/drawingml/2006/main">
            <a:off x="1676400" y="5143500"/>
            <a:ext cx="8001000" cy="68580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51" name="Text 51">
            <a:extLst xmlns:a="http://schemas.openxmlformats.org/drawingml/2006/main">
              <a:ext uri="{FF2B5EF4-FFF2-40B4-BE49-F238E27FC236}">
                <a16:creationId xmlns:a16="http://schemas.microsoft.com/office/drawing/2014/main" id="{33F0ABFB-9806-4B60-A3F4-C2339DCCA88D}"/>
              </a:ext>
            </a:extLst>
          </p:cNvPr>
          <p:cNvSpPr>
            <a:spLocks xmlns:a="http://schemas.openxmlformats.org/drawingml/2006/main" noGrp="1"/>
          </p:cNvSpPr>
          <p:nvPr/>
        </p:nvSpPr>
        <p:spPr>
          <a:xfrm xmlns:a="http://schemas.openxmlformats.org/drawingml/2006/main">
            <a:off x="1943100" y="5276850"/>
            <a:ext cx="7467600"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800" b="1">
                <a:solidFill>
                  <a:srgbClr val="FFFFFF"/>
                </a:solidFill>
                <a:latin typeface="Arial"/>
                <a:ea typeface="Arial"/>
                <a:cs typeface="Arial"/>
              </a:rPr>
              <a:t>Forest output = mean of tree votes for REVIEW_ELEVATED</a:t>
            </a:r>
            <a:endParaRPr sz="1800"/>
          </a:p>
        </p:txBody>
      </p:sp>
      <p:sp>
        <p:nvSpPr>
          <p:cNvPr id="52" name="Text 52">
            <a:extLst xmlns:a="http://schemas.openxmlformats.org/drawingml/2006/main">
              <a:ext uri="{FF2B5EF4-FFF2-40B4-BE49-F238E27FC236}">
                <a16:creationId xmlns:a16="http://schemas.microsoft.com/office/drawing/2014/main" id="{C078A31F-F824-413F-803F-884340176A26}"/>
              </a:ext>
            </a:extLst>
          </p:cNvPr>
          <p:cNvSpPr>
            <a:spLocks xmlns:a="http://schemas.openxmlformats.org/drawingml/2006/main" noGrp="1"/>
          </p:cNvSpPr>
          <p:nvPr/>
        </p:nvSpPr>
        <p:spPr>
          <a:xfrm xmlns:a="http://schemas.openxmlformats.org/drawingml/2006/main">
            <a:off x="1676400" y="5943600"/>
            <a:ext cx="800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981B1E"/>
                </a:solidFill>
                <a:latin typeface="Arial"/>
                <a:ea typeface="Arial"/>
                <a:cs typeface="Arial"/>
              </a:rPr>
              <a:t>Vote share, not a calibrated probability · synthetic training only</a:t>
            </a:r>
            <a:endParaRPr sz="1400"/>
          </a:p>
        </p:txBody>
      </p:sp>
      <p:sp>
        <p:nvSpPr>
          <p:cNvPr id="53" name="Connector 53">
            <a:extLst xmlns:a="http://schemas.openxmlformats.org/drawingml/2006/main">
              <a:ext uri="{FF2B5EF4-FFF2-40B4-BE49-F238E27FC236}">
                <a16:creationId xmlns:a16="http://schemas.microsoft.com/office/drawing/2014/main" id="{9AF33792-5178-450E-9CFF-7AF43B38AC92}"/>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54" name="Text 54">
            <a:extLst xmlns:a="http://schemas.openxmlformats.org/drawingml/2006/main">
              <a:ext uri="{FF2B5EF4-FFF2-40B4-BE49-F238E27FC236}">
                <a16:creationId xmlns:a16="http://schemas.microsoft.com/office/drawing/2014/main" id="{6FBB40A2-D1C2-4F67-8295-D7A182FD6B56}"/>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55" name="Text 55">
            <a:extLst xmlns:a="http://schemas.openxmlformats.org/drawingml/2006/main">
              <a:ext uri="{FF2B5EF4-FFF2-40B4-BE49-F238E27FC236}">
                <a16:creationId xmlns:a16="http://schemas.microsoft.com/office/drawing/2014/main" id="{E46021CC-9E39-47D9-A5AB-FA5DED9EB6AF}"/>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F</a:t>
            </a:r>
            <a:endParaRPr sz="1000"/>
          </a:p>
        </p:txBody>
      </p:sp>
    </p:spTree>
    <p:extLst>
      <p:ext uri="{BB962C8B-B14F-4D97-AF65-F5344CB8AC3E}">
        <p14:creationId xmlns:p14="http://schemas.microsoft.com/office/powerpoint/2010/main" val="1002943103"/>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E85A2487-63B4-497F-BD93-B390F3283E96}"/>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G · BACKEND DATA FLOW</a:t>
            </a:r>
            <a:endParaRPr sz="1100"/>
          </a:p>
        </p:txBody>
      </p:sp>
      <p:sp>
        <p:nvSpPr>
          <p:cNvPr id="3" name="Text 3">
            <a:extLst xmlns:a="http://schemas.openxmlformats.org/drawingml/2006/main">
              <a:ext uri="{FF2B5EF4-FFF2-40B4-BE49-F238E27FC236}">
                <a16:creationId xmlns:a16="http://schemas.microsoft.com/office/drawing/2014/main" id="{B992F52E-85E1-4D9D-9E8A-CC362CB7FBED}"/>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Stage 3 backend choice changes execution while preserving context and output contracts</a:t>
            </a:r>
            <a:endParaRPr sz="3000"/>
          </a:p>
        </p:txBody>
      </p:sp>
      <p:sp>
        <p:nvSpPr>
          <p:cNvPr id="4" name="Text 4">
            <a:extLst xmlns:a="http://schemas.openxmlformats.org/drawingml/2006/main">
              <a:ext uri="{FF2B5EF4-FFF2-40B4-BE49-F238E27FC236}">
                <a16:creationId xmlns:a16="http://schemas.microsoft.com/office/drawing/2014/main" id="{7D531938-3282-4662-B337-ABE696412C0C}"/>
              </a:ext>
            </a:extLst>
          </p:cNvPr>
          <p:cNvSpPr>
            <a:spLocks xmlns:a="http://schemas.openxmlformats.org/drawingml/2006/main" noGrp="1"/>
          </p:cNvSpPr>
          <p:nvPr/>
        </p:nvSpPr>
        <p:spPr>
          <a:xfrm xmlns:a="http://schemas.openxmlformats.org/drawingml/2006/main">
            <a:off x="8991600" y="1066800"/>
            <a:ext cx="2647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1" spc="100">
                <a:solidFill>
                  <a:srgbClr val="1F7A5A"/>
                </a:solidFill>
                <a:latin typeface="Arial"/>
                <a:ea typeface="Arial"/>
                <a:cs typeface="Arial"/>
              </a:rPr>
              <a:t>R5 · DELIVERED</a:t>
            </a:r>
            <a:endParaRPr sz="1100"/>
          </a:p>
        </p:txBody>
      </p:sp>
      <p:sp>
        <p:nvSpPr>
          <p:cNvPr id="5" name="Connector 5">
            <a:extLst xmlns:a="http://schemas.openxmlformats.org/drawingml/2006/main">
              <a:ext uri="{FF2B5EF4-FFF2-40B4-BE49-F238E27FC236}">
                <a16:creationId xmlns:a16="http://schemas.microsoft.com/office/drawing/2014/main" id="{3DD1A06A-EFAF-48B1-9962-FA5EDDFCDF06}"/>
              </a:ext>
            </a:extLst>
          </p:cNvPr>
          <p:cNvSpPr>
            <a:spLocks xmlns:a="http://schemas.openxmlformats.org/drawingml/2006/main" noGrp="1"/>
          </p:cNvSpPr>
          <p:nvPr/>
        </p:nvSpPr>
        <p:spPr>
          <a:xfrm xmlns:a="http://schemas.openxmlformats.org/drawingml/2006/main">
            <a:off x="2571750" y="3257550"/>
            <a:ext cx="876300" cy="0"/>
          </a:xfrm>
          <a:prstGeom xmlns:a="http://schemas.openxmlformats.org/drawingml/2006/main" prst="line">
            <a:avLst/>
          </a:prstGeom>
          <a:ln xmlns:a="http://schemas.openxmlformats.org/drawingml/2006/main" w="38100">
            <a:solidFill>
              <a:srgbClr val="D71920"/>
            </a:solidFill>
            <a:tailEnd type="triangle"/>
          </a:ln>
        </p:spPr>
      </p:sp>
      <p:sp>
        <p:nvSpPr>
          <p:cNvPr id="6" name="Connector 6">
            <a:extLst xmlns:a="http://schemas.openxmlformats.org/drawingml/2006/main">
              <a:ext uri="{FF2B5EF4-FFF2-40B4-BE49-F238E27FC236}">
                <a16:creationId xmlns:a16="http://schemas.microsoft.com/office/drawing/2014/main" id="{9CAD79B5-33BD-4EF0-820A-640B2D392D6A}"/>
              </a:ext>
            </a:extLst>
          </p:cNvPr>
          <p:cNvSpPr>
            <a:spLocks xmlns:a="http://schemas.openxmlformats.org/drawingml/2006/main" noGrp="1"/>
          </p:cNvSpPr>
          <p:nvPr/>
        </p:nvSpPr>
        <p:spPr>
          <a:xfrm xmlns:a="http://schemas.openxmlformats.org/drawingml/2006/main" flipV="1">
            <a:off x="5429250" y="2247900"/>
            <a:ext cx="781050" cy="1009650"/>
          </a:xfrm>
          <a:prstGeom xmlns:a="http://schemas.openxmlformats.org/drawingml/2006/main" prst="line">
            <a:avLst/>
          </a:prstGeom>
          <a:ln xmlns:a="http://schemas.openxmlformats.org/drawingml/2006/main" w="25400">
            <a:solidFill>
              <a:srgbClr val="1F7A5A"/>
            </a:solidFill>
            <a:tailEnd type="triangle"/>
          </a:ln>
        </p:spPr>
      </p:sp>
      <p:sp>
        <p:nvSpPr>
          <p:cNvPr id="7" name="Connector 7">
            <a:extLst xmlns:a="http://schemas.openxmlformats.org/drawingml/2006/main">
              <a:ext uri="{FF2B5EF4-FFF2-40B4-BE49-F238E27FC236}">
                <a16:creationId xmlns:a16="http://schemas.microsoft.com/office/drawing/2014/main" id="{4A21C1B4-FCA8-4B6B-9977-CBB5EB6B5027}"/>
              </a:ext>
            </a:extLst>
          </p:cNvPr>
          <p:cNvSpPr>
            <a:spLocks xmlns:a="http://schemas.openxmlformats.org/drawingml/2006/main" noGrp="1"/>
          </p:cNvSpPr>
          <p:nvPr/>
        </p:nvSpPr>
        <p:spPr>
          <a:xfrm xmlns:a="http://schemas.openxmlformats.org/drawingml/2006/main">
            <a:off x="5429250" y="3257550"/>
            <a:ext cx="781050" cy="0"/>
          </a:xfrm>
          <a:prstGeom xmlns:a="http://schemas.openxmlformats.org/drawingml/2006/main" prst="line">
            <a:avLst/>
          </a:prstGeom>
          <a:ln xmlns:a="http://schemas.openxmlformats.org/drawingml/2006/main" w="25400">
            <a:solidFill>
              <a:srgbClr val="2A5B84"/>
            </a:solidFill>
            <a:tailEnd type="triangle"/>
          </a:ln>
        </p:spPr>
      </p:sp>
      <p:sp>
        <p:nvSpPr>
          <p:cNvPr id="8" name="Connector 8">
            <a:extLst xmlns:a="http://schemas.openxmlformats.org/drawingml/2006/main">
              <a:ext uri="{FF2B5EF4-FFF2-40B4-BE49-F238E27FC236}">
                <a16:creationId xmlns:a16="http://schemas.microsoft.com/office/drawing/2014/main" id="{A75EC53F-7C57-4BD9-ACD5-72458DED9A4D}"/>
              </a:ext>
            </a:extLst>
          </p:cNvPr>
          <p:cNvSpPr>
            <a:spLocks xmlns:a="http://schemas.openxmlformats.org/drawingml/2006/main" noGrp="1"/>
          </p:cNvSpPr>
          <p:nvPr/>
        </p:nvSpPr>
        <p:spPr>
          <a:xfrm xmlns:a="http://schemas.openxmlformats.org/drawingml/2006/main">
            <a:off x="5429250" y="3257550"/>
            <a:ext cx="781050" cy="1009650"/>
          </a:xfrm>
          <a:prstGeom xmlns:a="http://schemas.openxmlformats.org/drawingml/2006/main" prst="line">
            <a:avLst/>
          </a:prstGeom>
          <a:ln xmlns:a="http://schemas.openxmlformats.org/drawingml/2006/main" w="25400">
            <a:solidFill>
              <a:srgbClr val="B46B13"/>
            </a:solidFill>
            <a:tailEnd type="triangle"/>
          </a:ln>
        </p:spPr>
      </p:sp>
      <p:sp>
        <p:nvSpPr>
          <p:cNvPr id="9" name="Connector 9">
            <a:extLst xmlns:a="http://schemas.openxmlformats.org/drawingml/2006/main">
              <a:ext uri="{FF2B5EF4-FFF2-40B4-BE49-F238E27FC236}">
                <a16:creationId xmlns:a16="http://schemas.microsoft.com/office/drawing/2014/main" id="{1E4AAA18-C025-486F-948A-A014FCCB2832}"/>
              </a:ext>
            </a:extLst>
          </p:cNvPr>
          <p:cNvSpPr>
            <a:spLocks xmlns:a="http://schemas.openxmlformats.org/drawingml/2006/main" noGrp="1"/>
          </p:cNvSpPr>
          <p:nvPr/>
        </p:nvSpPr>
        <p:spPr>
          <a:xfrm xmlns:a="http://schemas.openxmlformats.org/drawingml/2006/main">
            <a:off x="8591550" y="2247900"/>
            <a:ext cx="666750" cy="1009650"/>
          </a:xfrm>
          <a:prstGeom xmlns:a="http://schemas.openxmlformats.org/drawingml/2006/main" prst="line">
            <a:avLst/>
          </a:prstGeom>
          <a:ln xmlns:a="http://schemas.openxmlformats.org/drawingml/2006/main" w="25400">
            <a:solidFill>
              <a:srgbClr val="1F7A5A"/>
            </a:solidFill>
            <a:tailEnd type="triangle"/>
          </a:ln>
        </p:spPr>
      </p:sp>
      <p:sp>
        <p:nvSpPr>
          <p:cNvPr id="10" name="Connector 10">
            <a:extLst xmlns:a="http://schemas.openxmlformats.org/drawingml/2006/main">
              <a:ext uri="{FF2B5EF4-FFF2-40B4-BE49-F238E27FC236}">
                <a16:creationId xmlns:a16="http://schemas.microsoft.com/office/drawing/2014/main" id="{88032BA3-AF03-42DA-BEF9-9C502E5C1572}"/>
              </a:ext>
            </a:extLst>
          </p:cNvPr>
          <p:cNvSpPr>
            <a:spLocks xmlns:a="http://schemas.openxmlformats.org/drawingml/2006/main" noGrp="1"/>
          </p:cNvSpPr>
          <p:nvPr/>
        </p:nvSpPr>
        <p:spPr>
          <a:xfrm xmlns:a="http://schemas.openxmlformats.org/drawingml/2006/main">
            <a:off x="8591550" y="3257550"/>
            <a:ext cx="666750" cy="0"/>
          </a:xfrm>
          <a:prstGeom xmlns:a="http://schemas.openxmlformats.org/drawingml/2006/main" prst="line">
            <a:avLst/>
          </a:prstGeom>
          <a:ln xmlns:a="http://schemas.openxmlformats.org/drawingml/2006/main" w="25400">
            <a:solidFill>
              <a:srgbClr val="2A5B84"/>
            </a:solidFill>
            <a:tailEnd type="triangle"/>
          </a:ln>
        </p:spPr>
      </p:sp>
      <p:sp>
        <p:nvSpPr>
          <p:cNvPr id="11" name="Connector 11">
            <a:extLst xmlns:a="http://schemas.openxmlformats.org/drawingml/2006/main">
              <a:ext uri="{FF2B5EF4-FFF2-40B4-BE49-F238E27FC236}">
                <a16:creationId xmlns:a16="http://schemas.microsoft.com/office/drawing/2014/main" id="{18854A4C-E941-44ED-A508-FDEA8CD781DF}"/>
              </a:ext>
            </a:extLst>
          </p:cNvPr>
          <p:cNvSpPr>
            <a:spLocks xmlns:a="http://schemas.openxmlformats.org/drawingml/2006/main" noGrp="1"/>
          </p:cNvSpPr>
          <p:nvPr/>
        </p:nvSpPr>
        <p:spPr>
          <a:xfrm xmlns:a="http://schemas.openxmlformats.org/drawingml/2006/main" flipV="1">
            <a:off x="8591550" y="3257550"/>
            <a:ext cx="666750" cy="1009650"/>
          </a:xfrm>
          <a:prstGeom xmlns:a="http://schemas.openxmlformats.org/drawingml/2006/main" prst="line">
            <a:avLst/>
          </a:prstGeom>
          <a:ln xmlns:a="http://schemas.openxmlformats.org/drawingml/2006/main" w="25400">
            <a:solidFill>
              <a:srgbClr val="B46B13"/>
            </a:solidFill>
            <a:tailEnd type="triangle"/>
          </a:ln>
        </p:spPr>
      </p:sp>
      <p:sp>
        <p:nvSpPr>
          <p:cNvPr id="12" name="Shape 12">
            <a:extLst xmlns:a="http://schemas.openxmlformats.org/drawingml/2006/main">
              <a:ext uri="{FF2B5EF4-FFF2-40B4-BE49-F238E27FC236}">
                <a16:creationId xmlns:a16="http://schemas.microsoft.com/office/drawing/2014/main" id="{2FAA51A7-2EEB-466C-A7A7-7B2206AAC9C3}"/>
              </a:ext>
            </a:extLst>
          </p:cNvPr>
          <p:cNvSpPr>
            <a:spLocks xmlns:a="http://schemas.openxmlformats.org/drawingml/2006/main" noGrp="1"/>
          </p:cNvSpPr>
          <p:nvPr/>
        </p:nvSpPr>
        <p:spPr>
          <a:xfrm xmlns:a="http://schemas.openxmlformats.org/drawingml/2006/main">
            <a:off x="571500" y="2495550"/>
            <a:ext cx="2000250" cy="1524000"/>
          </a:xfrm>
          <a:prstGeom xmlns:a="http://schemas.openxmlformats.org/drawingml/2006/main" prst="roundRect">
            <a:avLst/>
          </a:prstGeom>
          <a:solidFill xmlns:a="http://schemas.openxmlformats.org/drawingml/2006/main">
            <a:srgbClr val="F4F6F8"/>
          </a:solidFill>
          <a:ln xmlns:a="http://schemas.openxmlformats.org/drawingml/2006/main" w="25400">
            <a:solidFill>
              <a:srgbClr val="17212B"/>
            </a:solidFill>
          </a:ln>
        </p:spPr>
      </p:sp>
      <p:sp>
        <p:nvSpPr>
          <p:cNvPr id="13" name="Shape 13">
            <a:extLst xmlns:a="http://schemas.openxmlformats.org/drawingml/2006/main">
              <a:ext uri="{FF2B5EF4-FFF2-40B4-BE49-F238E27FC236}">
                <a16:creationId xmlns:a16="http://schemas.microsoft.com/office/drawing/2014/main" id="{40BB9146-64A9-4BBB-8968-9A7905451D47}"/>
              </a:ext>
            </a:extLst>
          </p:cNvPr>
          <p:cNvSpPr>
            <a:spLocks xmlns:a="http://schemas.openxmlformats.org/drawingml/2006/main" noGrp="1"/>
          </p:cNvSpPr>
          <p:nvPr/>
        </p:nvSpPr>
        <p:spPr>
          <a:xfrm xmlns:a="http://schemas.openxmlformats.org/drawingml/2006/main">
            <a:off x="1276350" y="2647950"/>
            <a:ext cx="590550" cy="5905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7212B"/>
            </a:solidFill>
          </a:ln>
        </p:spPr>
      </p:sp>
      <p:pic>
        <p:nvPicPr>
          <p:cNvPr id="69" name="Picture 14"/>
          <p:cNvPicPr>
            <a:picLocks xmlns:a="http://schemas.openxmlformats.org/drawingml/2006/main" noChangeAspect="1"/>
          </p:cNvPicPr>
          <p:nvPr/>
        </p:nvPicPr>
        <p:blipFill>
          <a:blip xmlns:r="http://schemas.openxmlformats.org/officeDocument/2006/relationships" xmlns:a="http://schemas.openxmlformats.org/drawingml/2006/main" r:embed="R88936441898a4198"/>
          <a:stretch xmlns:a="http://schemas.openxmlformats.org/drawingml/2006/main">
            <a:fillRect l="0" t="0" r="0" b="0"/>
          </a:stretch>
        </p:blipFill>
        <p:spPr>
          <a:xfrm xmlns:a="http://schemas.openxmlformats.org/drawingml/2006/main">
            <a:off x="1428750" y="2800350"/>
            <a:ext cx="285750" cy="285750"/>
          </a:xfrm>
          <a:prstGeom xmlns:a="http://schemas.openxmlformats.org/drawingml/2006/main" prst="rect">
            <a:avLst/>
          </a:prstGeom>
          <a:ln xmlns:a="http://schemas.openxmlformats.org/drawingml/2006/main">
            <a:noFill/>
          </a:ln>
        </p:spPr>
      </p:pic>
      <p:sp>
        <p:nvSpPr>
          <p:cNvPr id="15" name="Text 15">
            <a:extLst xmlns:a="http://schemas.openxmlformats.org/drawingml/2006/main">
              <a:ext uri="{FF2B5EF4-FFF2-40B4-BE49-F238E27FC236}">
                <a16:creationId xmlns:a16="http://schemas.microsoft.com/office/drawing/2014/main" id="{D81C65E1-53BD-4544-AAF5-84F83CF26AC7}"/>
              </a:ext>
            </a:extLst>
          </p:cNvPr>
          <p:cNvSpPr>
            <a:spLocks xmlns:a="http://schemas.openxmlformats.org/drawingml/2006/main" noGrp="1"/>
          </p:cNvSpPr>
          <p:nvPr/>
        </p:nvSpPr>
        <p:spPr>
          <a:xfrm xmlns:a="http://schemas.openxmlformats.org/drawingml/2006/main">
            <a:off x="762000" y="3314700"/>
            <a:ext cx="1619250" cy="40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17212B"/>
                </a:solidFill>
                <a:latin typeface="Arial"/>
                <a:ea typeface="Arial"/>
                <a:cs typeface="Arial"/>
              </a:rPr>
              <a:t>EVIDENCE</a:t>
            </a:r>
            <a:endParaRPr sz="1400"/>
          </a:p>
          <a:p xmlns:a="http://schemas.openxmlformats.org/drawingml/2006/main">
            <a:pPr algn="ctr">
              <a:buNone/>
            </a:pPr>
            <a:r>
              <a:rPr sz="1400" b="1">
                <a:solidFill>
                  <a:srgbClr val="17212B"/>
                </a:solidFill>
                <a:latin typeface="Arial"/>
                <a:ea typeface="Arial"/>
                <a:cs typeface="Arial"/>
              </a:rPr>
              <a:t>ENVELOPE</a:t>
            </a:r>
            <a:endParaRPr sz="1400"/>
          </a:p>
        </p:txBody>
      </p:sp>
      <p:sp>
        <p:nvSpPr>
          <p:cNvPr id="16" name="Text 16">
            <a:extLst xmlns:a="http://schemas.openxmlformats.org/drawingml/2006/main">
              <a:ext uri="{FF2B5EF4-FFF2-40B4-BE49-F238E27FC236}">
                <a16:creationId xmlns:a16="http://schemas.microsoft.com/office/drawing/2014/main" id="{B5EAE064-B1EA-4CD4-A6EA-FC2A4C257A12}"/>
              </a:ext>
            </a:extLst>
          </p:cNvPr>
          <p:cNvSpPr>
            <a:spLocks xmlns:a="http://schemas.openxmlformats.org/drawingml/2006/main" noGrp="1"/>
          </p:cNvSpPr>
          <p:nvPr/>
        </p:nvSpPr>
        <p:spPr>
          <a:xfrm xmlns:a="http://schemas.openxmlformats.org/drawingml/2006/main">
            <a:off x="762000" y="3790950"/>
            <a:ext cx="1619250" cy="152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source, detector, policy</a:t>
            </a:r>
            <a:endParaRPr sz="900"/>
          </a:p>
        </p:txBody>
      </p:sp>
      <p:sp>
        <p:nvSpPr>
          <p:cNvPr id="17" name="Shape 17">
            <a:extLst xmlns:a="http://schemas.openxmlformats.org/drawingml/2006/main">
              <a:ext uri="{FF2B5EF4-FFF2-40B4-BE49-F238E27FC236}">
                <a16:creationId xmlns:a16="http://schemas.microsoft.com/office/drawing/2014/main" id="{6D754B3B-DFBA-433A-A93C-05FD83CB8230}"/>
              </a:ext>
            </a:extLst>
          </p:cNvPr>
          <p:cNvSpPr>
            <a:spLocks xmlns:a="http://schemas.openxmlformats.org/drawingml/2006/main" noGrp="1"/>
          </p:cNvSpPr>
          <p:nvPr/>
        </p:nvSpPr>
        <p:spPr>
          <a:xfrm xmlns:a="http://schemas.openxmlformats.org/drawingml/2006/main">
            <a:off x="3448050" y="2495550"/>
            <a:ext cx="1981200" cy="152400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18" name="Shape 18">
            <a:extLst xmlns:a="http://schemas.openxmlformats.org/drawingml/2006/main">
              <a:ext uri="{FF2B5EF4-FFF2-40B4-BE49-F238E27FC236}">
                <a16:creationId xmlns:a16="http://schemas.microsoft.com/office/drawing/2014/main" id="{8D146C44-E256-4CFF-AC98-2F418F985EF6}"/>
              </a:ext>
            </a:extLst>
          </p:cNvPr>
          <p:cNvSpPr>
            <a:spLocks xmlns:a="http://schemas.openxmlformats.org/drawingml/2006/main" noGrp="1"/>
          </p:cNvSpPr>
          <p:nvPr/>
        </p:nvSpPr>
        <p:spPr>
          <a:xfrm xmlns:a="http://schemas.openxmlformats.org/drawingml/2006/main">
            <a:off x="4143375" y="2647950"/>
            <a:ext cx="590550" cy="5905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981B1E"/>
            </a:solidFill>
          </a:ln>
        </p:spPr>
      </p:sp>
      <p:pic>
        <p:nvPicPr>
          <p:cNvPr id="74" name="Picture 19"/>
          <p:cNvPicPr>
            <a:picLocks xmlns:a="http://schemas.openxmlformats.org/drawingml/2006/main" noChangeAspect="1"/>
          </p:cNvPicPr>
          <p:nvPr/>
        </p:nvPicPr>
        <p:blipFill>
          <a:blip xmlns:r="http://schemas.openxmlformats.org/officeDocument/2006/relationships" xmlns:a="http://schemas.openxmlformats.org/drawingml/2006/main" r:embed="R0bde7cb848444812"/>
          <a:stretch xmlns:a="http://schemas.openxmlformats.org/drawingml/2006/main">
            <a:fillRect l="0" t="0" r="0" b="0"/>
          </a:stretch>
        </p:blipFill>
        <p:spPr>
          <a:xfrm xmlns:a="http://schemas.openxmlformats.org/drawingml/2006/main">
            <a:off x="4295775" y="2800350"/>
            <a:ext cx="285750" cy="285750"/>
          </a:xfrm>
          <a:prstGeom xmlns:a="http://schemas.openxmlformats.org/drawingml/2006/main" prst="rect">
            <a:avLst/>
          </a:prstGeom>
          <a:ln xmlns:a="http://schemas.openxmlformats.org/drawingml/2006/main">
            <a:noFill/>
          </a:ln>
        </p:spPr>
      </p:pic>
      <p:sp>
        <p:nvSpPr>
          <p:cNvPr id="20" name="Text 20">
            <a:extLst xmlns:a="http://schemas.openxmlformats.org/drawingml/2006/main">
              <a:ext uri="{FF2B5EF4-FFF2-40B4-BE49-F238E27FC236}">
                <a16:creationId xmlns:a16="http://schemas.microsoft.com/office/drawing/2014/main" id="{D7A5B56F-E675-4DC1-92BC-4FC05BAAA623}"/>
              </a:ext>
            </a:extLst>
          </p:cNvPr>
          <p:cNvSpPr>
            <a:spLocks xmlns:a="http://schemas.openxmlformats.org/drawingml/2006/main" noGrp="1"/>
          </p:cNvSpPr>
          <p:nvPr/>
        </p:nvSpPr>
        <p:spPr>
          <a:xfrm xmlns:a="http://schemas.openxmlformats.org/drawingml/2006/main">
            <a:off x="3638550" y="3333750"/>
            <a:ext cx="16002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981B1E"/>
                </a:solidFill>
                <a:latin typeface="Arial"/>
                <a:ea typeface="Arial"/>
                <a:cs typeface="Arial"/>
              </a:rPr>
              <a:t>TYPED FACTORY</a:t>
            </a:r>
            <a:endParaRPr sz="1400"/>
          </a:p>
        </p:txBody>
      </p:sp>
      <p:sp>
        <p:nvSpPr>
          <p:cNvPr id="21" name="Text 21">
            <a:extLst xmlns:a="http://schemas.openxmlformats.org/drawingml/2006/main">
              <a:ext uri="{FF2B5EF4-FFF2-40B4-BE49-F238E27FC236}">
                <a16:creationId xmlns:a16="http://schemas.microsoft.com/office/drawing/2014/main" id="{74403F6C-26AD-4F38-AC26-ED3BF1CFFE7B}"/>
              </a:ext>
            </a:extLst>
          </p:cNvPr>
          <p:cNvSpPr>
            <a:spLocks xmlns:a="http://schemas.openxmlformats.org/drawingml/2006/main" noGrp="1"/>
          </p:cNvSpPr>
          <p:nvPr/>
        </p:nvSpPr>
        <p:spPr>
          <a:xfrm xmlns:a="http://schemas.openxmlformats.org/drawingml/2006/main">
            <a:off x="3638550" y="3676650"/>
            <a:ext cx="16002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17212B"/>
                </a:solidFill>
                <a:latin typeface="Arial"/>
                <a:ea typeface="Arial"/>
                <a:cs typeface="Arial"/>
              </a:rPr>
              <a:t>identity and capability checks</a:t>
            </a:r>
            <a:endParaRPr sz="1000"/>
          </a:p>
        </p:txBody>
      </p:sp>
      <p:sp>
        <p:nvSpPr>
          <p:cNvPr id="22" name="Shape 22">
            <a:extLst xmlns:a="http://schemas.openxmlformats.org/drawingml/2006/main">
              <a:ext uri="{FF2B5EF4-FFF2-40B4-BE49-F238E27FC236}">
                <a16:creationId xmlns:a16="http://schemas.microsoft.com/office/drawing/2014/main" id="{7CA12DEA-523D-4054-9FCF-FBE9A5490E20}"/>
              </a:ext>
            </a:extLst>
          </p:cNvPr>
          <p:cNvSpPr>
            <a:spLocks xmlns:a="http://schemas.openxmlformats.org/drawingml/2006/main" noGrp="1"/>
          </p:cNvSpPr>
          <p:nvPr/>
        </p:nvSpPr>
        <p:spPr>
          <a:xfrm xmlns:a="http://schemas.openxmlformats.org/drawingml/2006/main">
            <a:off x="6210300" y="1866900"/>
            <a:ext cx="2381250" cy="762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1F7A5A"/>
            </a:solidFill>
          </a:ln>
        </p:spPr>
      </p:sp>
      <p:sp>
        <p:nvSpPr>
          <p:cNvPr id="23" name="Shape 23">
            <a:extLst xmlns:a="http://schemas.openxmlformats.org/drawingml/2006/main">
              <a:ext uri="{FF2B5EF4-FFF2-40B4-BE49-F238E27FC236}">
                <a16:creationId xmlns:a16="http://schemas.microsoft.com/office/drawing/2014/main" id="{E2166CE9-3D29-4CCB-9DC3-F4C35CA27208}"/>
              </a:ext>
            </a:extLst>
          </p:cNvPr>
          <p:cNvSpPr>
            <a:spLocks xmlns:a="http://schemas.openxmlformats.org/drawingml/2006/main" noGrp="1"/>
          </p:cNvSpPr>
          <p:nvPr/>
        </p:nvSpPr>
        <p:spPr>
          <a:xfrm xmlns:a="http://schemas.openxmlformats.org/drawingml/2006/main">
            <a:off x="6343650" y="2009775"/>
            <a:ext cx="476250" cy="4762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F7A5A"/>
            </a:solidFill>
          </a:ln>
        </p:spPr>
      </p:sp>
      <p:pic>
        <p:nvPicPr>
          <p:cNvPr id="79" name="Picture 24"/>
          <p:cNvPicPr>
            <a:picLocks xmlns:a="http://schemas.openxmlformats.org/drawingml/2006/main" noChangeAspect="1"/>
          </p:cNvPicPr>
          <p:nvPr/>
        </p:nvPicPr>
        <p:blipFill>
          <a:blip xmlns:r="http://schemas.openxmlformats.org/officeDocument/2006/relationships" xmlns:a="http://schemas.openxmlformats.org/drawingml/2006/main" r:embed="R23342f2feebb4142"/>
          <a:stretch xmlns:a="http://schemas.openxmlformats.org/drawingml/2006/main">
            <a:fillRect l="0" t="0" r="0" b="0"/>
          </a:stretch>
        </p:blipFill>
        <p:spPr>
          <a:xfrm xmlns:a="http://schemas.openxmlformats.org/drawingml/2006/main">
            <a:off x="6467475" y="2133600"/>
            <a:ext cx="228600" cy="228600"/>
          </a:xfrm>
          <a:prstGeom xmlns:a="http://schemas.openxmlformats.org/drawingml/2006/main" prst="rect">
            <a:avLst/>
          </a:prstGeom>
          <a:ln xmlns:a="http://schemas.openxmlformats.org/drawingml/2006/main">
            <a:noFill/>
          </a:ln>
        </p:spPr>
      </p:pic>
      <p:sp>
        <p:nvSpPr>
          <p:cNvPr id="25" name="Text 25">
            <a:extLst xmlns:a="http://schemas.openxmlformats.org/drawingml/2006/main">
              <a:ext uri="{FF2B5EF4-FFF2-40B4-BE49-F238E27FC236}">
                <a16:creationId xmlns:a16="http://schemas.microsoft.com/office/drawing/2014/main" id="{AE8600F1-A9E9-4C92-B3A8-B2C361A0E10B}"/>
              </a:ext>
            </a:extLst>
          </p:cNvPr>
          <p:cNvSpPr>
            <a:spLocks xmlns:a="http://schemas.openxmlformats.org/drawingml/2006/main" noGrp="1"/>
          </p:cNvSpPr>
          <p:nvPr/>
        </p:nvSpPr>
        <p:spPr>
          <a:xfrm xmlns:a="http://schemas.openxmlformats.org/drawingml/2006/main">
            <a:off x="6972300" y="1962150"/>
            <a:ext cx="1447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1F7A5A"/>
                </a:solidFill>
                <a:latin typeface="Arial"/>
                <a:ea typeface="Arial"/>
                <a:cs typeface="Arial"/>
              </a:rPr>
              <a:t>DETERMINISTIC</a:t>
            </a:r>
            <a:endParaRPr sz="1400"/>
          </a:p>
        </p:txBody>
      </p:sp>
      <p:sp>
        <p:nvSpPr>
          <p:cNvPr id="26" name="Text 26">
            <a:extLst xmlns:a="http://schemas.openxmlformats.org/drawingml/2006/main">
              <a:ext uri="{FF2B5EF4-FFF2-40B4-BE49-F238E27FC236}">
                <a16:creationId xmlns:a16="http://schemas.microsoft.com/office/drawing/2014/main" id="{82F58444-BD59-4DD6-8D38-AC00A5CC2C1C}"/>
              </a:ext>
            </a:extLst>
          </p:cNvPr>
          <p:cNvSpPr>
            <a:spLocks xmlns:a="http://schemas.openxmlformats.org/drawingml/2006/main" noGrp="1"/>
          </p:cNvSpPr>
          <p:nvPr/>
        </p:nvSpPr>
        <p:spPr>
          <a:xfrm xmlns:a="http://schemas.openxmlformats.org/drawingml/2006/main">
            <a:off x="6972300" y="2266950"/>
            <a:ext cx="1447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landed baseline</a:t>
            </a:r>
            <a:endParaRPr sz="1200"/>
          </a:p>
        </p:txBody>
      </p:sp>
      <p:sp>
        <p:nvSpPr>
          <p:cNvPr id="27" name="Shape 27">
            <a:extLst xmlns:a="http://schemas.openxmlformats.org/drawingml/2006/main">
              <a:ext uri="{FF2B5EF4-FFF2-40B4-BE49-F238E27FC236}">
                <a16:creationId xmlns:a16="http://schemas.microsoft.com/office/drawing/2014/main" id="{194F55B7-3677-4050-BDE9-29148A7ECAA0}"/>
              </a:ext>
            </a:extLst>
          </p:cNvPr>
          <p:cNvSpPr>
            <a:spLocks xmlns:a="http://schemas.openxmlformats.org/drawingml/2006/main" noGrp="1"/>
          </p:cNvSpPr>
          <p:nvPr/>
        </p:nvSpPr>
        <p:spPr>
          <a:xfrm xmlns:a="http://schemas.openxmlformats.org/drawingml/2006/main">
            <a:off x="6210300" y="2876550"/>
            <a:ext cx="2381250" cy="762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2A5B84"/>
            </a:solidFill>
          </a:ln>
        </p:spPr>
      </p:sp>
      <p:sp>
        <p:nvSpPr>
          <p:cNvPr id="28" name="Shape 28">
            <a:extLst xmlns:a="http://schemas.openxmlformats.org/drawingml/2006/main">
              <a:ext uri="{FF2B5EF4-FFF2-40B4-BE49-F238E27FC236}">
                <a16:creationId xmlns:a16="http://schemas.microsoft.com/office/drawing/2014/main" id="{54989510-6F4A-4A52-8A3D-DEFF7231D98B}"/>
              </a:ext>
            </a:extLst>
          </p:cNvPr>
          <p:cNvSpPr>
            <a:spLocks xmlns:a="http://schemas.openxmlformats.org/drawingml/2006/main" noGrp="1"/>
          </p:cNvSpPr>
          <p:nvPr/>
        </p:nvSpPr>
        <p:spPr>
          <a:xfrm xmlns:a="http://schemas.openxmlformats.org/drawingml/2006/main">
            <a:off x="6343650" y="3019425"/>
            <a:ext cx="476250" cy="4762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2A5B84"/>
            </a:solidFill>
          </a:ln>
        </p:spPr>
      </p:sp>
      <p:pic>
        <p:nvPicPr>
          <p:cNvPr id="84" name="Picture 29"/>
          <p:cNvPicPr>
            <a:picLocks xmlns:a="http://schemas.openxmlformats.org/drawingml/2006/main" noChangeAspect="1"/>
          </p:cNvPicPr>
          <p:nvPr/>
        </p:nvPicPr>
        <p:blipFill>
          <a:blip xmlns:r="http://schemas.openxmlformats.org/officeDocument/2006/relationships" xmlns:a="http://schemas.openxmlformats.org/drawingml/2006/main" r:embed="R9eeb28f1dffd4eb5"/>
          <a:stretch xmlns:a="http://schemas.openxmlformats.org/drawingml/2006/main">
            <a:fillRect l="0" t="0" r="0" b="0"/>
          </a:stretch>
        </p:blipFill>
        <p:spPr>
          <a:xfrm xmlns:a="http://schemas.openxmlformats.org/drawingml/2006/main">
            <a:off x="6467475" y="3143250"/>
            <a:ext cx="228600" cy="22860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C13458FA-5369-49BB-A4F4-5FBCD242005F}"/>
              </a:ext>
            </a:extLst>
          </p:cNvPr>
          <p:cNvSpPr>
            <a:spLocks xmlns:a="http://schemas.openxmlformats.org/drawingml/2006/main" noGrp="1"/>
          </p:cNvSpPr>
          <p:nvPr/>
        </p:nvSpPr>
        <p:spPr>
          <a:xfrm xmlns:a="http://schemas.openxmlformats.org/drawingml/2006/main">
            <a:off x="6972300" y="2971800"/>
            <a:ext cx="1447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2A5B84"/>
                </a:solidFill>
                <a:latin typeface="Arial"/>
                <a:ea typeface="Arial"/>
                <a:cs typeface="Arial"/>
              </a:rPr>
              <a:t>OPENAI</a:t>
            </a:r>
            <a:endParaRPr sz="1400"/>
          </a:p>
        </p:txBody>
      </p:sp>
      <p:sp>
        <p:nvSpPr>
          <p:cNvPr id="31" name="Text 31">
            <a:extLst xmlns:a="http://schemas.openxmlformats.org/drawingml/2006/main">
              <a:ext uri="{FF2B5EF4-FFF2-40B4-BE49-F238E27FC236}">
                <a16:creationId xmlns:a16="http://schemas.microsoft.com/office/drawing/2014/main" id="{5FA1FBD1-A281-4B47-9ADB-A78F081E8819}"/>
              </a:ext>
            </a:extLst>
          </p:cNvPr>
          <p:cNvSpPr>
            <a:spLocks xmlns:a="http://schemas.openxmlformats.org/drawingml/2006/main" noGrp="1"/>
          </p:cNvSpPr>
          <p:nvPr/>
        </p:nvSpPr>
        <p:spPr>
          <a:xfrm xmlns:a="http://schemas.openxmlformats.org/drawingml/2006/main">
            <a:off x="6972300" y="3276600"/>
            <a:ext cx="1447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optional adapter</a:t>
            </a:r>
            <a:endParaRPr sz="1200"/>
          </a:p>
        </p:txBody>
      </p:sp>
      <p:sp>
        <p:nvSpPr>
          <p:cNvPr id="32" name="Shape 32">
            <a:extLst xmlns:a="http://schemas.openxmlformats.org/drawingml/2006/main">
              <a:ext uri="{FF2B5EF4-FFF2-40B4-BE49-F238E27FC236}">
                <a16:creationId xmlns:a16="http://schemas.microsoft.com/office/drawing/2014/main" id="{D2DFC4BD-33F0-4848-9FC9-7633F4439E32}"/>
              </a:ext>
            </a:extLst>
          </p:cNvPr>
          <p:cNvSpPr>
            <a:spLocks xmlns:a="http://schemas.openxmlformats.org/drawingml/2006/main" noGrp="1"/>
          </p:cNvSpPr>
          <p:nvPr/>
        </p:nvSpPr>
        <p:spPr>
          <a:xfrm xmlns:a="http://schemas.openxmlformats.org/drawingml/2006/main">
            <a:off x="6210300" y="3886200"/>
            <a:ext cx="2381250" cy="762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B46B13"/>
            </a:solidFill>
          </a:ln>
        </p:spPr>
      </p:sp>
      <p:sp>
        <p:nvSpPr>
          <p:cNvPr id="33" name="Shape 33">
            <a:extLst xmlns:a="http://schemas.openxmlformats.org/drawingml/2006/main">
              <a:ext uri="{FF2B5EF4-FFF2-40B4-BE49-F238E27FC236}">
                <a16:creationId xmlns:a16="http://schemas.microsoft.com/office/drawing/2014/main" id="{0F39FF28-690D-49BD-A595-F6D46501FE8B}"/>
              </a:ext>
            </a:extLst>
          </p:cNvPr>
          <p:cNvSpPr>
            <a:spLocks xmlns:a="http://schemas.openxmlformats.org/drawingml/2006/main" noGrp="1"/>
          </p:cNvSpPr>
          <p:nvPr/>
        </p:nvSpPr>
        <p:spPr>
          <a:xfrm xmlns:a="http://schemas.openxmlformats.org/drawingml/2006/main">
            <a:off x="6343650" y="4029075"/>
            <a:ext cx="476250" cy="4762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B46B13"/>
            </a:solidFill>
          </a:ln>
        </p:spPr>
      </p:sp>
      <p:pic>
        <p:nvPicPr>
          <p:cNvPr id="89" name="Picture 34"/>
          <p:cNvPicPr>
            <a:picLocks xmlns:a="http://schemas.openxmlformats.org/drawingml/2006/main" noChangeAspect="1"/>
          </p:cNvPicPr>
          <p:nvPr/>
        </p:nvPicPr>
        <p:blipFill>
          <a:blip xmlns:r="http://schemas.openxmlformats.org/officeDocument/2006/relationships" xmlns:a="http://schemas.openxmlformats.org/drawingml/2006/main" r:embed="Ra27cf6cd99344621"/>
          <a:stretch xmlns:a="http://schemas.openxmlformats.org/drawingml/2006/main">
            <a:fillRect l="0" t="0" r="0" b="0"/>
          </a:stretch>
        </p:blipFill>
        <p:spPr>
          <a:xfrm xmlns:a="http://schemas.openxmlformats.org/drawingml/2006/main">
            <a:off x="6467475" y="4152900"/>
            <a:ext cx="228600" cy="228600"/>
          </a:xfrm>
          <a:prstGeom xmlns:a="http://schemas.openxmlformats.org/drawingml/2006/main" prst="rect">
            <a:avLst/>
          </a:prstGeom>
          <a:ln xmlns:a="http://schemas.openxmlformats.org/drawingml/2006/main">
            <a:noFill/>
          </a:ln>
        </p:spPr>
      </p:pic>
      <p:sp>
        <p:nvSpPr>
          <p:cNvPr id="35" name="Text 35">
            <a:extLst xmlns:a="http://schemas.openxmlformats.org/drawingml/2006/main">
              <a:ext uri="{FF2B5EF4-FFF2-40B4-BE49-F238E27FC236}">
                <a16:creationId xmlns:a16="http://schemas.microsoft.com/office/drawing/2014/main" id="{125B4F32-043A-46CF-96FB-D87E2D97AFBD}"/>
              </a:ext>
            </a:extLst>
          </p:cNvPr>
          <p:cNvSpPr>
            <a:spLocks xmlns:a="http://schemas.openxmlformats.org/drawingml/2006/main" noGrp="1"/>
          </p:cNvSpPr>
          <p:nvPr/>
        </p:nvSpPr>
        <p:spPr>
          <a:xfrm xmlns:a="http://schemas.openxmlformats.org/drawingml/2006/main">
            <a:off x="6972300" y="3981450"/>
            <a:ext cx="1447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B46B13"/>
                </a:solidFill>
                <a:latin typeface="Arial"/>
                <a:ea typeface="Arial"/>
                <a:cs typeface="Arial"/>
              </a:rPr>
              <a:t>LM STUDIO</a:t>
            </a:r>
            <a:endParaRPr sz="1400"/>
          </a:p>
        </p:txBody>
      </p:sp>
      <p:sp>
        <p:nvSpPr>
          <p:cNvPr id="36" name="Text 36">
            <a:extLst xmlns:a="http://schemas.openxmlformats.org/drawingml/2006/main">
              <a:ext uri="{FF2B5EF4-FFF2-40B4-BE49-F238E27FC236}">
                <a16:creationId xmlns:a16="http://schemas.microsoft.com/office/drawing/2014/main" id="{EFB5DFB8-CF7B-4C78-88D4-D9B48A0296DA}"/>
              </a:ext>
            </a:extLst>
          </p:cNvPr>
          <p:cNvSpPr>
            <a:spLocks xmlns:a="http://schemas.openxmlformats.org/drawingml/2006/main" noGrp="1"/>
          </p:cNvSpPr>
          <p:nvPr/>
        </p:nvSpPr>
        <p:spPr>
          <a:xfrm xmlns:a="http://schemas.openxmlformats.org/drawingml/2006/main">
            <a:off x="6972300" y="4286250"/>
            <a:ext cx="1447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delivered local R5</a:t>
            </a:r>
            <a:endParaRPr sz="1200"/>
          </a:p>
        </p:txBody>
      </p:sp>
      <p:sp>
        <p:nvSpPr>
          <p:cNvPr id="37" name="Shape 37">
            <a:extLst xmlns:a="http://schemas.openxmlformats.org/drawingml/2006/main">
              <a:ext uri="{FF2B5EF4-FFF2-40B4-BE49-F238E27FC236}">
                <a16:creationId xmlns:a16="http://schemas.microsoft.com/office/drawing/2014/main" id="{2F18F9F6-EBF2-48B4-8346-EC72CA22AB34}"/>
              </a:ext>
            </a:extLst>
          </p:cNvPr>
          <p:cNvSpPr>
            <a:spLocks xmlns:a="http://schemas.openxmlformats.org/drawingml/2006/main" noGrp="1"/>
          </p:cNvSpPr>
          <p:nvPr/>
        </p:nvSpPr>
        <p:spPr>
          <a:xfrm xmlns:a="http://schemas.openxmlformats.org/drawingml/2006/main">
            <a:off x="9258300" y="2495550"/>
            <a:ext cx="2381250" cy="152400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pic>
        <p:nvPicPr>
          <p:cNvPr id="93" name="Picture 38"/>
          <p:cNvPicPr>
            <a:picLocks xmlns:a="http://schemas.openxmlformats.org/drawingml/2006/main" noChangeAspect="1"/>
          </p:cNvPicPr>
          <p:nvPr/>
        </p:nvPicPr>
        <p:blipFill>
          <a:blip xmlns:r="http://schemas.openxmlformats.org/officeDocument/2006/relationships" xmlns:a="http://schemas.openxmlformats.org/drawingml/2006/main" r:embed="R1cf450d1cea14d20"/>
          <a:stretch xmlns:a="http://schemas.openxmlformats.org/drawingml/2006/main">
            <a:fillRect l="0" t="0" r="0" b="0"/>
          </a:stretch>
        </p:blipFill>
        <p:spPr>
          <a:xfrm xmlns:a="http://schemas.openxmlformats.org/drawingml/2006/main">
            <a:off x="10201275" y="2647950"/>
            <a:ext cx="495300" cy="495300"/>
          </a:xfrm>
          <a:prstGeom xmlns:a="http://schemas.openxmlformats.org/drawingml/2006/main" prst="rect">
            <a:avLst/>
          </a:prstGeom>
          <a:ln xmlns:a="http://schemas.openxmlformats.org/drawingml/2006/main">
            <a:noFill/>
          </a:ln>
        </p:spPr>
      </p:pic>
      <p:sp>
        <p:nvSpPr>
          <p:cNvPr id="39" name="Text 39">
            <a:extLst xmlns:a="http://schemas.openxmlformats.org/drawingml/2006/main">
              <a:ext uri="{FF2B5EF4-FFF2-40B4-BE49-F238E27FC236}">
                <a16:creationId xmlns:a16="http://schemas.microsoft.com/office/drawing/2014/main" id="{CF41221B-4FFF-4951-A98E-445A184FCA52}"/>
              </a:ext>
            </a:extLst>
          </p:cNvPr>
          <p:cNvSpPr>
            <a:spLocks xmlns:a="http://schemas.openxmlformats.org/drawingml/2006/main" noGrp="1"/>
          </p:cNvSpPr>
          <p:nvPr/>
        </p:nvSpPr>
        <p:spPr>
          <a:xfrm xmlns:a="http://schemas.openxmlformats.org/drawingml/2006/main">
            <a:off x="9467850" y="3238500"/>
            <a:ext cx="19621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ONE OUTPUT</a:t>
            </a:r>
            <a:endParaRPr sz="1600"/>
          </a:p>
        </p:txBody>
      </p:sp>
      <p:sp>
        <p:nvSpPr>
          <p:cNvPr id="40" name="Text 40">
            <a:extLst xmlns:a="http://schemas.openxmlformats.org/drawingml/2006/main">
              <a:ext uri="{FF2B5EF4-FFF2-40B4-BE49-F238E27FC236}">
                <a16:creationId xmlns:a16="http://schemas.microsoft.com/office/drawing/2014/main" id="{D7011019-6684-4EF7-AC5C-F7F6B84D7AA7}"/>
              </a:ext>
            </a:extLst>
          </p:cNvPr>
          <p:cNvSpPr>
            <a:spLocks xmlns:a="http://schemas.openxmlformats.org/drawingml/2006/main" noGrp="1"/>
          </p:cNvSpPr>
          <p:nvPr/>
        </p:nvSpPr>
        <p:spPr>
          <a:xfrm xmlns:a="http://schemas.openxmlformats.org/drawingml/2006/main">
            <a:off x="9467850" y="3600450"/>
            <a:ext cx="19621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0">
                <a:solidFill>
                  <a:srgbClr val="DDE3E8"/>
                </a:solidFill>
                <a:latin typeface="Arial"/>
                <a:ea typeface="Arial"/>
                <a:cs typeface="Arial"/>
              </a:rPr>
              <a:t>severity, findings and provenance</a:t>
            </a:r>
            <a:endParaRPr sz="1100"/>
          </a:p>
        </p:txBody>
      </p:sp>
      <p:sp>
        <p:nvSpPr>
          <p:cNvPr id="41" name="Connector 41">
            <a:extLst xmlns:a="http://schemas.openxmlformats.org/drawingml/2006/main">
              <a:ext uri="{FF2B5EF4-FFF2-40B4-BE49-F238E27FC236}">
                <a16:creationId xmlns:a16="http://schemas.microsoft.com/office/drawing/2014/main" id="{B6F47986-2709-4CD4-98EC-B17C3FB307C8}"/>
              </a:ext>
            </a:extLst>
          </p:cNvPr>
          <p:cNvSpPr>
            <a:spLocks xmlns:a="http://schemas.openxmlformats.org/drawingml/2006/main" noGrp="1"/>
          </p:cNvSpPr>
          <p:nvPr/>
        </p:nvSpPr>
        <p:spPr>
          <a:xfrm xmlns:a="http://schemas.openxmlformats.org/drawingml/2006/main">
            <a:off x="10448925" y="4019550"/>
            <a:ext cx="0" cy="628650"/>
          </a:xfrm>
          <a:prstGeom xmlns:a="http://schemas.openxmlformats.org/drawingml/2006/main" prst="line">
            <a:avLst/>
          </a:prstGeom>
          <a:ln xmlns:a="http://schemas.openxmlformats.org/drawingml/2006/main" w="38100">
            <a:solidFill>
              <a:srgbClr val="D71920"/>
            </a:solidFill>
            <a:tailEnd type="triangle"/>
          </a:ln>
        </p:spPr>
      </p:sp>
      <p:sp>
        <p:nvSpPr>
          <p:cNvPr id="42" name="Shape 42">
            <a:extLst xmlns:a="http://schemas.openxmlformats.org/drawingml/2006/main">
              <a:ext uri="{FF2B5EF4-FFF2-40B4-BE49-F238E27FC236}">
                <a16:creationId xmlns:a16="http://schemas.microsoft.com/office/drawing/2014/main" id="{A4367D27-8E34-485B-963D-8DDE167E374A}"/>
              </a:ext>
            </a:extLst>
          </p:cNvPr>
          <p:cNvSpPr>
            <a:spLocks xmlns:a="http://schemas.openxmlformats.org/drawingml/2006/main" noGrp="1"/>
          </p:cNvSpPr>
          <p:nvPr/>
        </p:nvSpPr>
        <p:spPr>
          <a:xfrm xmlns:a="http://schemas.openxmlformats.org/drawingml/2006/main">
            <a:off x="8896350" y="4648200"/>
            <a:ext cx="3105150" cy="95250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43" name="Shape 43">
            <a:extLst xmlns:a="http://schemas.openxmlformats.org/drawingml/2006/main">
              <a:ext uri="{FF2B5EF4-FFF2-40B4-BE49-F238E27FC236}">
                <a16:creationId xmlns:a16="http://schemas.microsoft.com/office/drawing/2014/main" id="{1CC6A04B-0478-49F9-93DD-710E28803EDE}"/>
              </a:ext>
            </a:extLst>
          </p:cNvPr>
          <p:cNvSpPr>
            <a:spLocks xmlns:a="http://schemas.openxmlformats.org/drawingml/2006/main" noGrp="1"/>
          </p:cNvSpPr>
          <p:nvPr/>
        </p:nvSpPr>
        <p:spPr>
          <a:xfrm xmlns:a="http://schemas.openxmlformats.org/drawingml/2006/main">
            <a:off x="9086850" y="4876800"/>
            <a:ext cx="495300" cy="4953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99" name="Picture 44"/>
          <p:cNvPicPr>
            <a:picLocks xmlns:a="http://schemas.openxmlformats.org/drawingml/2006/main" noChangeAspect="1"/>
          </p:cNvPicPr>
          <p:nvPr/>
        </p:nvPicPr>
        <p:blipFill>
          <a:blip xmlns:r="http://schemas.openxmlformats.org/officeDocument/2006/relationships" xmlns:a="http://schemas.openxmlformats.org/drawingml/2006/main" r:embed="Rb16eea5765664f74"/>
          <a:stretch xmlns:a="http://schemas.openxmlformats.org/drawingml/2006/main">
            <a:fillRect l="0" t="0" r="0" b="0"/>
          </a:stretch>
        </p:blipFill>
        <p:spPr>
          <a:xfrm xmlns:a="http://schemas.openxmlformats.org/drawingml/2006/main">
            <a:off x="9210675" y="5000625"/>
            <a:ext cx="247650" cy="247650"/>
          </a:xfrm>
          <a:prstGeom xmlns:a="http://schemas.openxmlformats.org/drawingml/2006/main" prst="rect">
            <a:avLst/>
          </a:prstGeom>
          <a:ln xmlns:a="http://schemas.openxmlformats.org/drawingml/2006/main">
            <a:noFill/>
          </a:ln>
        </p:spPr>
      </p:pic>
      <p:sp>
        <p:nvSpPr>
          <p:cNvPr id="45" name="Text 45">
            <a:extLst xmlns:a="http://schemas.openxmlformats.org/drawingml/2006/main">
              <a:ext uri="{FF2B5EF4-FFF2-40B4-BE49-F238E27FC236}">
                <a16:creationId xmlns:a16="http://schemas.microsoft.com/office/drawing/2014/main" id="{31D456CE-13F5-4960-B051-F51F2BF44503}"/>
              </a:ext>
            </a:extLst>
          </p:cNvPr>
          <p:cNvSpPr>
            <a:spLocks xmlns:a="http://schemas.openxmlformats.org/drawingml/2006/main" noGrp="1"/>
          </p:cNvSpPr>
          <p:nvPr/>
        </p:nvSpPr>
        <p:spPr>
          <a:xfrm xmlns:a="http://schemas.openxmlformats.org/drawingml/2006/main">
            <a:off x="9753600" y="4819650"/>
            <a:ext cx="2000250" cy="590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1">
                <a:solidFill>
                  <a:srgbClr val="17212B"/>
                </a:solidFill>
                <a:latin typeface="Arial"/>
                <a:ea typeface="Arial"/>
                <a:cs typeface="Arial"/>
              </a:rPr>
              <a:t>Validated output</a:t>
            </a:r>
            <a:endParaRPr sz="1400"/>
          </a:p>
          <a:p xmlns:a="http://schemas.openxmlformats.org/drawingml/2006/main">
            <a:pPr algn="ctr">
              <a:buNone/>
            </a:pPr>
            <a:r>
              <a:rPr sz="1400" b="1">
                <a:solidFill>
                  <a:srgbClr val="17212B"/>
                </a:solidFill>
                <a:latin typeface="Arial"/>
                <a:ea typeface="Arial"/>
                <a:cs typeface="Arial"/>
              </a:rPr>
              <a:t>persisted to history</a:t>
            </a:r>
            <a:endParaRPr sz="1400"/>
          </a:p>
        </p:txBody>
      </p:sp>
      <p:sp>
        <p:nvSpPr>
          <p:cNvPr id="46" name="Text 46">
            <a:extLst xmlns:a="http://schemas.openxmlformats.org/drawingml/2006/main">
              <a:ext uri="{FF2B5EF4-FFF2-40B4-BE49-F238E27FC236}">
                <a16:creationId xmlns:a16="http://schemas.microsoft.com/office/drawing/2014/main" id="{97FCB334-02C4-4E2E-99BC-7D269751F89B}"/>
              </a:ext>
            </a:extLst>
          </p:cNvPr>
          <p:cNvSpPr>
            <a:spLocks xmlns:a="http://schemas.openxmlformats.org/drawingml/2006/main" noGrp="1"/>
          </p:cNvSpPr>
          <p:nvPr/>
        </p:nvSpPr>
        <p:spPr>
          <a:xfrm xmlns:a="http://schemas.openxmlformats.org/drawingml/2006/main">
            <a:off x="1028700" y="5810250"/>
            <a:ext cx="76200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5D6873"/>
                </a:solidFill>
                <a:latin typeface="Arial"/>
                <a:ea typeface="Arial"/>
                <a:cs typeface="Arial"/>
              </a:rPr>
              <a:t>Default path sends no customer or policy content outside the local system</a:t>
            </a:r>
            <a:endParaRPr sz="1500"/>
          </a:p>
        </p:txBody>
      </p:sp>
      <p:sp>
        <p:nvSpPr>
          <p:cNvPr id="47" name="Connector 47">
            <a:extLst xmlns:a="http://schemas.openxmlformats.org/drawingml/2006/main">
              <a:ext uri="{FF2B5EF4-FFF2-40B4-BE49-F238E27FC236}">
                <a16:creationId xmlns:a16="http://schemas.microsoft.com/office/drawing/2014/main" id="{2C9DFE8A-8403-419D-B944-7038915C3B00}"/>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48" name="Text 48">
            <a:extLst xmlns:a="http://schemas.openxmlformats.org/drawingml/2006/main">
              <a:ext uri="{FF2B5EF4-FFF2-40B4-BE49-F238E27FC236}">
                <a16:creationId xmlns:a16="http://schemas.microsoft.com/office/drawing/2014/main" id="{AFAE03C2-D573-4574-8200-3536CE0B62A6}"/>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49" name="Text 49">
            <a:extLst xmlns:a="http://schemas.openxmlformats.org/drawingml/2006/main">
              <a:ext uri="{FF2B5EF4-FFF2-40B4-BE49-F238E27FC236}">
                <a16:creationId xmlns:a16="http://schemas.microsoft.com/office/drawing/2014/main" id="{8805954F-7D3E-4073-9A83-D6FF8F0212DD}"/>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G</a:t>
            </a:r>
            <a:endParaRPr sz="1000"/>
          </a:p>
        </p:txBody>
      </p:sp>
    </p:spTree>
    <p:extLst>
      <p:ext uri="{BB962C8B-B14F-4D97-AF65-F5344CB8AC3E}">
        <p14:creationId xmlns:p14="http://schemas.microsoft.com/office/powerpoint/2010/main" val="792978508"/>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B6FEC529-E54A-40DA-BEEE-BEC9F973CD01}"/>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H · VERIFICATION EVIDENCE</a:t>
            </a:r>
            <a:endParaRPr sz="1100"/>
          </a:p>
        </p:txBody>
      </p:sp>
      <p:sp>
        <p:nvSpPr>
          <p:cNvPr id="3" name="Text 3">
            <a:extLst xmlns:a="http://schemas.openxmlformats.org/drawingml/2006/main">
              <a:ext uri="{FF2B5EF4-FFF2-40B4-BE49-F238E27FC236}">
                <a16:creationId xmlns:a16="http://schemas.microsoft.com/office/drawing/2014/main" id="{6BE8D44C-8277-40FC-8749-6936745842D5}"/>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Each behavior maps to the highest boundary that can prove it</a:t>
            </a:r>
            <a:endParaRPr sz="3000"/>
          </a:p>
        </p:txBody>
      </p:sp>
      <p:sp>
        <p:nvSpPr>
          <p:cNvPr id="4" name="Text 4">
            <a:extLst xmlns:a="http://schemas.openxmlformats.org/drawingml/2006/main">
              <a:ext uri="{FF2B5EF4-FFF2-40B4-BE49-F238E27FC236}">
                <a16:creationId xmlns:a16="http://schemas.microsoft.com/office/drawing/2014/main" id="{018738DD-0992-4F42-8851-7125BABBC31E}"/>
              </a:ext>
            </a:extLst>
          </p:cNvPr>
          <p:cNvSpPr>
            <a:spLocks xmlns:a="http://schemas.openxmlformats.org/drawingml/2006/main" noGrp="1"/>
          </p:cNvSpPr>
          <p:nvPr/>
        </p:nvSpPr>
        <p:spPr>
          <a:xfrm xmlns:a="http://schemas.openxmlformats.org/drawingml/2006/main">
            <a:off x="666750" y="1562100"/>
            <a:ext cx="40957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90">
                <a:solidFill>
                  <a:srgbClr val="5D6873"/>
                </a:solidFill>
                <a:latin typeface="Arial"/>
                <a:ea typeface="Arial"/>
                <a:cs typeface="Arial"/>
              </a:rPr>
              <a:t>REVIEWER-VISIBLE BEHAVIOR</a:t>
            </a:r>
            <a:endParaRPr sz="1100"/>
          </a:p>
        </p:txBody>
      </p:sp>
      <p:sp>
        <p:nvSpPr>
          <p:cNvPr id="5" name="Text 5">
            <a:extLst xmlns:a="http://schemas.openxmlformats.org/drawingml/2006/main">
              <a:ext uri="{FF2B5EF4-FFF2-40B4-BE49-F238E27FC236}">
                <a16:creationId xmlns:a16="http://schemas.microsoft.com/office/drawing/2014/main" id="{C89B2327-4798-4C7A-9119-87F2B1601492}"/>
              </a:ext>
            </a:extLst>
          </p:cNvPr>
          <p:cNvSpPr>
            <a:spLocks xmlns:a="http://schemas.openxmlformats.org/drawingml/2006/main" noGrp="1"/>
          </p:cNvSpPr>
          <p:nvPr/>
        </p:nvSpPr>
        <p:spPr>
          <a:xfrm xmlns:a="http://schemas.openxmlformats.org/drawingml/2006/main">
            <a:off x="6858000" y="1562100"/>
            <a:ext cx="46672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90">
                <a:solidFill>
                  <a:srgbClr val="5D6873"/>
                </a:solidFill>
                <a:latin typeface="Arial"/>
                <a:ea typeface="Arial"/>
                <a:cs typeface="Arial"/>
              </a:rPr>
              <a:t>EVIDENCE BOUNDARY</a:t>
            </a:r>
            <a:endParaRPr sz="1100"/>
          </a:p>
        </p:txBody>
      </p:sp>
      <p:sp>
        <p:nvSpPr>
          <p:cNvPr id="6" name="Shape 6">
            <a:extLst xmlns:a="http://schemas.openxmlformats.org/drawingml/2006/main">
              <a:ext uri="{FF2B5EF4-FFF2-40B4-BE49-F238E27FC236}">
                <a16:creationId xmlns:a16="http://schemas.microsoft.com/office/drawing/2014/main" id="{3DE2131A-CE20-46D6-ACBD-199452C3C643}"/>
              </a:ext>
            </a:extLst>
          </p:cNvPr>
          <p:cNvSpPr>
            <a:spLocks xmlns:a="http://schemas.openxmlformats.org/drawingml/2006/main" noGrp="1"/>
          </p:cNvSpPr>
          <p:nvPr/>
        </p:nvSpPr>
        <p:spPr>
          <a:xfrm xmlns:a="http://schemas.openxmlformats.org/drawingml/2006/main">
            <a:off x="666750" y="1943100"/>
            <a:ext cx="4095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D71920"/>
            </a:solidFill>
          </a:ln>
        </p:spPr>
      </p:sp>
      <p:sp>
        <p:nvSpPr>
          <p:cNvPr id="7" name="Shape 7">
            <a:extLst xmlns:a="http://schemas.openxmlformats.org/drawingml/2006/main">
              <a:ext uri="{FF2B5EF4-FFF2-40B4-BE49-F238E27FC236}">
                <a16:creationId xmlns:a16="http://schemas.microsoft.com/office/drawing/2014/main" id="{6F44FF6D-5CE4-4914-B395-29497A7D5042}"/>
              </a:ext>
            </a:extLst>
          </p:cNvPr>
          <p:cNvSpPr>
            <a:spLocks xmlns:a="http://schemas.openxmlformats.org/drawingml/2006/main" noGrp="1"/>
          </p:cNvSpPr>
          <p:nvPr/>
        </p:nvSpPr>
        <p:spPr>
          <a:xfrm xmlns:a="http://schemas.openxmlformats.org/drawingml/2006/main">
            <a:off x="666750" y="1943100"/>
            <a:ext cx="76200" cy="609600"/>
          </a:xfrm>
          <a:prstGeom xmlns:a="http://schemas.openxmlformats.org/drawingml/2006/main" prst="rect">
            <a:avLst/>
          </a:prstGeom>
          <a:solidFill xmlns:a="http://schemas.openxmlformats.org/drawingml/2006/main">
            <a:srgbClr val="D71920"/>
          </a:solidFill>
          <a:ln xmlns:a="http://schemas.openxmlformats.org/drawingml/2006/main" w="12700">
            <a:solidFill>
              <a:srgbClr val="D71920"/>
            </a:solidFill>
          </a:ln>
        </p:spPr>
      </p:sp>
      <p:sp>
        <p:nvSpPr>
          <p:cNvPr id="8" name="Shape 8">
            <a:extLst xmlns:a="http://schemas.openxmlformats.org/drawingml/2006/main">
              <a:ext uri="{FF2B5EF4-FFF2-40B4-BE49-F238E27FC236}">
                <a16:creationId xmlns:a16="http://schemas.microsoft.com/office/drawing/2014/main" id="{B87854A2-9F3C-47D7-AD30-86DD7A884751}"/>
              </a:ext>
            </a:extLst>
          </p:cNvPr>
          <p:cNvSpPr>
            <a:spLocks xmlns:a="http://schemas.openxmlformats.org/drawingml/2006/main" noGrp="1"/>
          </p:cNvSpPr>
          <p:nvPr/>
        </p:nvSpPr>
        <p:spPr>
          <a:xfrm xmlns:a="http://schemas.openxmlformats.org/drawingml/2006/main">
            <a:off x="876300" y="2038350"/>
            <a:ext cx="419100" cy="41910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D71920"/>
            </a:solidFill>
          </a:ln>
        </p:spPr>
      </p:sp>
      <p:pic>
        <p:nvPicPr>
          <p:cNvPr id="66" name="Picture 9"/>
          <p:cNvPicPr>
            <a:picLocks xmlns:a="http://schemas.openxmlformats.org/drawingml/2006/main" noChangeAspect="1"/>
          </p:cNvPicPr>
          <p:nvPr/>
        </p:nvPicPr>
        <p:blipFill>
          <a:blip xmlns:r="http://schemas.openxmlformats.org/officeDocument/2006/relationships" xmlns:a="http://schemas.openxmlformats.org/drawingml/2006/main" r:embed="R858538f9f8ad47df"/>
          <a:stretch xmlns:a="http://schemas.openxmlformats.org/drawingml/2006/main">
            <a:fillRect l="0" t="0" r="0" b="0"/>
          </a:stretch>
        </p:blipFill>
        <p:spPr>
          <a:xfrm xmlns:a="http://schemas.openxmlformats.org/drawingml/2006/main">
            <a:off x="981075" y="2143125"/>
            <a:ext cx="209550" cy="209550"/>
          </a:xfrm>
          <a:prstGeom xmlns:a="http://schemas.openxmlformats.org/drawingml/2006/main" prst="rect">
            <a:avLst/>
          </a:prstGeom>
          <a:ln xmlns:a="http://schemas.openxmlformats.org/drawingml/2006/main">
            <a:noFill/>
          </a:ln>
        </p:spPr>
      </p:pic>
      <p:sp>
        <p:nvSpPr>
          <p:cNvPr id="10" name="Text 10">
            <a:extLst xmlns:a="http://schemas.openxmlformats.org/drawingml/2006/main">
              <a:ext uri="{FF2B5EF4-FFF2-40B4-BE49-F238E27FC236}">
                <a16:creationId xmlns:a16="http://schemas.microsoft.com/office/drawing/2014/main" id="{495563D8-B009-4005-83B8-CF8BAA429632}"/>
              </a:ext>
            </a:extLst>
          </p:cNvPr>
          <p:cNvSpPr>
            <a:spLocks xmlns:a="http://schemas.openxmlformats.org/drawingml/2006/main" noGrp="1"/>
          </p:cNvSpPr>
          <p:nvPr/>
        </p:nvSpPr>
        <p:spPr>
          <a:xfrm xmlns:a="http://schemas.openxmlformats.org/drawingml/2006/main">
            <a:off x="1447800" y="2057400"/>
            <a:ext cx="30861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7212B"/>
                </a:solidFill>
                <a:latin typeface="Arial"/>
                <a:ea typeface="Arial"/>
                <a:cs typeface="Arial"/>
              </a:rPr>
              <a:t>Operator can log in and reopen history</a:t>
            </a:r>
            <a:endParaRPr sz="1400"/>
          </a:p>
        </p:txBody>
      </p:sp>
      <p:sp>
        <p:nvSpPr>
          <p:cNvPr id="11" name="Connector 11">
            <a:extLst xmlns:a="http://schemas.openxmlformats.org/drawingml/2006/main">
              <a:ext uri="{FF2B5EF4-FFF2-40B4-BE49-F238E27FC236}">
                <a16:creationId xmlns:a16="http://schemas.microsoft.com/office/drawing/2014/main" id="{62E48E51-16A5-4AE9-9958-810AEB907329}"/>
              </a:ext>
            </a:extLst>
          </p:cNvPr>
          <p:cNvSpPr>
            <a:spLocks xmlns:a="http://schemas.openxmlformats.org/drawingml/2006/main" noGrp="1"/>
          </p:cNvSpPr>
          <p:nvPr/>
        </p:nvSpPr>
        <p:spPr>
          <a:xfrm xmlns:a="http://schemas.openxmlformats.org/drawingml/2006/main">
            <a:off x="4762500" y="2247900"/>
            <a:ext cx="2095500" cy="0"/>
          </a:xfrm>
          <a:prstGeom xmlns:a="http://schemas.openxmlformats.org/drawingml/2006/main" prst="line">
            <a:avLst/>
          </a:prstGeom>
          <a:ln xmlns:a="http://schemas.openxmlformats.org/drawingml/2006/main" w="38100">
            <a:solidFill>
              <a:srgbClr val="D71920"/>
            </a:solidFill>
            <a:tailEnd type="triangle"/>
          </a:ln>
        </p:spPr>
      </p:sp>
      <p:sp>
        <p:nvSpPr>
          <p:cNvPr id="12" name="Shape 12">
            <a:extLst xmlns:a="http://schemas.openxmlformats.org/drawingml/2006/main">
              <a:ext uri="{FF2B5EF4-FFF2-40B4-BE49-F238E27FC236}">
                <a16:creationId xmlns:a16="http://schemas.microsoft.com/office/drawing/2014/main" id="{4BA01C8B-B356-47A1-9A4F-72B692C3240A}"/>
              </a:ext>
            </a:extLst>
          </p:cNvPr>
          <p:cNvSpPr>
            <a:spLocks xmlns:a="http://schemas.openxmlformats.org/drawingml/2006/main" noGrp="1"/>
          </p:cNvSpPr>
          <p:nvPr/>
        </p:nvSpPr>
        <p:spPr>
          <a:xfrm xmlns:a="http://schemas.openxmlformats.org/drawingml/2006/main">
            <a:off x="6858000" y="1943100"/>
            <a:ext cx="4667250" cy="609600"/>
          </a:xfrm>
          <a:prstGeom xmlns:a="http://schemas.openxmlformats.org/drawingml/2006/main" prst="rect">
            <a:avLst/>
          </a:prstGeom>
          <a:solidFill xmlns:a="http://schemas.openxmlformats.org/drawingml/2006/main">
            <a:srgbClr val="F4F6F8"/>
          </a:solidFill>
          <a:ln xmlns:a="http://schemas.openxmlformats.org/drawingml/2006/main" w="25400">
            <a:solidFill>
              <a:srgbClr val="D71920"/>
            </a:solidFill>
          </a:ln>
        </p:spPr>
      </p:sp>
      <p:sp>
        <p:nvSpPr>
          <p:cNvPr id="13" name="Shape 13">
            <a:extLst xmlns:a="http://schemas.openxmlformats.org/drawingml/2006/main">
              <a:ext uri="{FF2B5EF4-FFF2-40B4-BE49-F238E27FC236}">
                <a16:creationId xmlns:a16="http://schemas.microsoft.com/office/drawing/2014/main" id="{B23E62E3-56C1-4536-AD38-1FBF8E0C3DEA}"/>
              </a:ext>
            </a:extLst>
          </p:cNvPr>
          <p:cNvSpPr>
            <a:spLocks xmlns:a="http://schemas.openxmlformats.org/drawingml/2006/main" noGrp="1"/>
          </p:cNvSpPr>
          <p:nvPr/>
        </p:nvSpPr>
        <p:spPr>
          <a:xfrm xmlns:a="http://schemas.openxmlformats.org/drawingml/2006/main">
            <a:off x="7067550" y="2038350"/>
            <a:ext cx="419100" cy="4191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D71920"/>
            </a:solidFill>
          </a:ln>
        </p:spPr>
      </p:sp>
      <p:pic>
        <p:nvPicPr>
          <p:cNvPr id="71" name="Picture 14"/>
          <p:cNvPicPr>
            <a:picLocks xmlns:a="http://schemas.openxmlformats.org/drawingml/2006/main" noChangeAspect="1"/>
          </p:cNvPicPr>
          <p:nvPr/>
        </p:nvPicPr>
        <p:blipFill>
          <a:blip xmlns:r="http://schemas.openxmlformats.org/officeDocument/2006/relationships" xmlns:a="http://schemas.openxmlformats.org/drawingml/2006/main" r:embed="R207aad3bd47b412c"/>
          <a:stretch xmlns:a="http://schemas.openxmlformats.org/drawingml/2006/main">
            <a:fillRect l="0" t="0" r="0" b="0"/>
          </a:stretch>
        </p:blipFill>
        <p:spPr>
          <a:xfrm xmlns:a="http://schemas.openxmlformats.org/drawingml/2006/main">
            <a:off x="7172325" y="2143125"/>
            <a:ext cx="209550" cy="209550"/>
          </a:xfrm>
          <a:prstGeom xmlns:a="http://schemas.openxmlformats.org/drawingml/2006/main" prst="rect">
            <a:avLst/>
          </a:prstGeom>
          <a:ln xmlns:a="http://schemas.openxmlformats.org/drawingml/2006/main">
            <a:noFill/>
          </a:ln>
        </p:spPr>
      </p:pic>
      <p:sp>
        <p:nvSpPr>
          <p:cNvPr id="15" name="Text 15">
            <a:extLst xmlns:a="http://schemas.openxmlformats.org/drawingml/2006/main">
              <a:ext uri="{FF2B5EF4-FFF2-40B4-BE49-F238E27FC236}">
                <a16:creationId xmlns:a16="http://schemas.microsoft.com/office/drawing/2014/main" id="{92D79837-1593-4A21-A637-8B80128C28B5}"/>
              </a:ext>
            </a:extLst>
          </p:cNvPr>
          <p:cNvSpPr>
            <a:spLocks xmlns:a="http://schemas.openxmlformats.org/drawingml/2006/main" noGrp="1"/>
          </p:cNvSpPr>
          <p:nvPr/>
        </p:nvSpPr>
        <p:spPr>
          <a:xfrm xmlns:a="http://schemas.openxmlformats.org/drawingml/2006/main">
            <a:off x="7639050" y="2057400"/>
            <a:ext cx="363855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D71920"/>
                </a:solidFill>
                <a:latin typeface="Arial"/>
                <a:ea typeface="Arial"/>
                <a:cs typeface="Arial"/>
              </a:rPr>
              <a:t>Playwright against the packaged topology</a:t>
            </a:r>
            <a:endParaRPr sz="1400"/>
          </a:p>
        </p:txBody>
      </p:sp>
      <p:sp>
        <p:nvSpPr>
          <p:cNvPr id="16" name="Shape 16">
            <a:extLst xmlns:a="http://schemas.openxmlformats.org/drawingml/2006/main">
              <a:ext uri="{FF2B5EF4-FFF2-40B4-BE49-F238E27FC236}">
                <a16:creationId xmlns:a16="http://schemas.microsoft.com/office/drawing/2014/main" id="{938D84DD-BAFB-44FE-AA69-4730A4AC2F1D}"/>
              </a:ext>
            </a:extLst>
          </p:cNvPr>
          <p:cNvSpPr>
            <a:spLocks xmlns:a="http://schemas.openxmlformats.org/drawingml/2006/main" noGrp="1"/>
          </p:cNvSpPr>
          <p:nvPr/>
        </p:nvSpPr>
        <p:spPr>
          <a:xfrm xmlns:a="http://schemas.openxmlformats.org/drawingml/2006/main">
            <a:off x="666750" y="2857500"/>
            <a:ext cx="4095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1F7A5A"/>
            </a:solidFill>
          </a:ln>
        </p:spPr>
      </p:sp>
      <p:sp>
        <p:nvSpPr>
          <p:cNvPr id="17" name="Shape 17">
            <a:extLst xmlns:a="http://schemas.openxmlformats.org/drawingml/2006/main">
              <a:ext uri="{FF2B5EF4-FFF2-40B4-BE49-F238E27FC236}">
                <a16:creationId xmlns:a16="http://schemas.microsoft.com/office/drawing/2014/main" id="{EE37CDBC-0133-43D9-B5D7-4B7AB4F3A4E2}"/>
              </a:ext>
            </a:extLst>
          </p:cNvPr>
          <p:cNvSpPr>
            <a:spLocks xmlns:a="http://schemas.openxmlformats.org/drawingml/2006/main" noGrp="1"/>
          </p:cNvSpPr>
          <p:nvPr/>
        </p:nvSpPr>
        <p:spPr>
          <a:xfrm xmlns:a="http://schemas.openxmlformats.org/drawingml/2006/main">
            <a:off x="666750" y="2857500"/>
            <a:ext cx="76200" cy="609600"/>
          </a:xfrm>
          <a:prstGeom xmlns:a="http://schemas.openxmlformats.org/drawingml/2006/main" prst="rect">
            <a:avLst/>
          </a:prstGeom>
          <a:solidFill xmlns:a="http://schemas.openxmlformats.org/drawingml/2006/main">
            <a:srgbClr val="1F7A5A"/>
          </a:solidFill>
          <a:ln xmlns:a="http://schemas.openxmlformats.org/drawingml/2006/main" w="12700">
            <a:solidFill>
              <a:srgbClr val="1F7A5A"/>
            </a:solidFill>
          </a:ln>
        </p:spPr>
      </p:sp>
      <p:sp>
        <p:nvSpPr>
          <p:cNvPr id="18" name="Shape 18">
            <a:extLst xmlns:a="http://schemas.openxmlformats.org/drawingml/2006/main">
              <a:ext uri="{FF2B5EF4-FFF2-40B4-BE49-F238E27FC236}">
                <a16:creationId xmlns:a16="http://schemas.microsoft.com/office/drawing/2014/main" id="{FED3325F-01EF-4936-9CEF-D48AFF9142D9}"/>
              </a:ext>
            </a:extLst>
          </p:cNvPr>
          <p:cNvSpPr>
            <a:spLocks xmlns:a="http://schemas.openxmlformats.org/drawingml/2006/main" noGrp="1"/>
          </p:cNvSpPr>
          <p:nvPr/>
        </p:nvSpPr>
        <p:spPr>
          <a:xfrm xmlns:a="http://schemas.openxmlformats.org/drawingml/2006/main">
            <a:off x="876300" y="2952750"/>
            <a:ext cx="419100" cy="41910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F7A5A"/>
            </a:solidFill>
          </a:ln>
        </p:spPr>
      </p:sp>
      <p:pic>
        <p:nvPicPr>
          <p:cNvPr id="76" name="Picture 19"/>
          <p:cNvPicPr>
            <a:picLocks xmlns:a="http://schemas.openxmlformats.org/drawingml/2006/main" noChangeAspect="1"/>
          </p:cNvPicPr>
          <p:nvPr/>
        </p:nvPicPr>
        <p:blipFill>
          <a:blip xmlns:r="http://schemas.openxmlformats.org/officeDocument/2006/relationships" xmlns:a="http://schemas.openxmlformats.org/drawingml/2006/main" r:embed="R5436761a61344949"/>
          <a:stretch xmlns:a="http://schemas.openxmlformats.org/drawingml/2006/main">
            <a:fillRect l="0" t="0" r="0" b="0"/>
          </a:stretch>
        </p:blipFill>
        <p:spPr>
          <a:xfrm xmlns:a="http://schemas.openxmlformats.org/drawingml/2006/main">
            <a:off x="981075" y="3057525"/>
            <a:ext cx="209550" cy="209550"/>
          </a:xfrm>
          <a:prstGeom xmlns:a="http://schemas.openxmlformats.org/drawingml/2006/main" prst="rect">
            <a:avLst/>
          </a:prstGeom>
          <a:ln xmlns:a="http://schemas.openxmlformats.org/drawingml/2006/main">
            <a:noFill/>
          </a:ln>
        </p:spPr>
      </p:pic>
      <p:sp>
        <p:nvSpPr>
          <p:cNvPr id="20" name="Text 20">
            <a:extLst xmlns:a="http://schemas.openxmlformats.org/drawingml/2006/main">
              <a:ext uri="{FF2B5EF4-FFF2-40B4-BE49-F238E27FC236}">
                <a16:creationId xmlns:a16="http://schemas.microsoft.com/office/drawing/2014/main" id="{8C81639A-B43C-4F40-A2B1-CF2A63D94C81}"/>
              </a:ext>
            </a:extLst>
          </p:cNvPr>
          <p:cNvSpPr>
            <a:spLocks xmlns:a="http://schemas.openxmlformats.org/drawingml/2006/main" noGrp="1"/>
          </p:cNvSpPr>
          <p:nvPr/>
        </p:nvSpPr>
        <p:spPr>
          <a:xfrm xmlns:a="http://schemas.openxmlformats.org/drawingml/2006/main">
            <a:off x="1447800" y="2971800"/>
            <a:ext cx="30861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7212B"/>
                </a:solidFill>
                <a:latin typeface="Arial"/>
                <a:ea typeface="Arial"/>
                <a:cs typeface="Arial"/>
              </a:rPr>
              <a:t>Retrieved policy chunks remain attributable</a:t>
            </a:r>
            <a:endParaRPr sz="1400"/>
          </a:p>
        </p:txBody>
      </p:sp>
      <p:sp>
        <p:nvSpPr>
          <p:cNvPr id="21" name="Connector 21">
            <a:extLst xmlns:a="http://schemas.openxmlformats.org/drawingml/2006/main">
              <a:ext uri="{FF2B5EF4-FFF2-40B4-BE49-F238E27FC236}">
                <a16:creationId xmlns:a16="http://schemas.microsoft.com/office/drawing/2014/main" id="{CDF733D0-E2F5-4243-BA9A-F38502B9119B}"/>
              </a:ext>
            </a:extLst>
          </p:cNvPr>
          <p:cNvSpPr>
            <a:spLocks xmlns:a="http://schemas.openxmlformats.org/drawingml/2006/main" noGrp="1"/>
          </p:cNvSpPr>
          <p:nvPr/>
        </p:nvSpPr>
        <p:spPr>
          <a:xfrm xmlns:a="http://schemas.openxmlformats.org/drawingml/2006/main">
            <a:off x="4762500" y="3162300"/>
            <a:ext cx="2095500" cy="0"/>
          </a:xfrm>
          <a:prstGeom xmlns:a="http://schemas.openxmlformats.org/drawingml/2006/main" prst="line">
            <a:avLst/>
          </a:prstGeom>
          <a:ln xmlns:a="http://schemas.openxmlformats.org/drawingml/2006/main" w="38100">
            <a:solidFill>
              <a:srgbClr val="1F7A5A"/>
            </a:solidFill>
            <a:tailEnd type="triangle"/>
          </a:ln>
        </p:spPr>
      </p:sp>
      <p:sp>
        <p:nvSpPr>
          <p:cNvPr id="22" name="Shape 22">
            <a:extLst xmlns:a="http://schemas.openxmlformats.org/drawingml/2006/main">
              <a:ext uri="{FF2B5EF4-FFF2-40B4-BE49-F238E27FC236}">
                <a16:creationId xmlns:a16="http://schemas.microsoft.com/office/drawing/2014/main" id="{A42D9053-B30F-4AA7-9CFD-0155D9831A70}"/>
              </a:ext>
            </a:extLst>
          </p:cNvPr>
          <p:cNvSpPr>
            <a:spLocks xmlns:a="http://schemas.openxmlformats.org/drawingml/2006/main" noGrp="1"/>
          </p:cNvSpPr>
          <p:nvPr/>
        </p:nvSpPr>
        <p:spPr>
          <a:xfrm xmlns:a="http://schemas.openxmlformats.org/drawingml/2006/main">
            <a:off x="6858000" y="2857500"/>
            <a:ext cx="4667250" cy="609600"/>
          </a:xfrm>
          <a:prstGeom xmlns:a="http://schemas.openxmlformats.org/drawingml/2006/main" prst="rect">
            <a:avLst/>
          </a:prstGeom>
          <a:solidFill xmlns:a="http://schemas.openxmlformats.org/drawingml/2006/main">
            <a:srgbClr val="F4F6F8"/>
          </a:solidFill>
          <a:ln xmlns:a="http://schemas.openxmlformats.org/drawingml/2006/main" w="25400">
            <a:solidFill>
              <a:srgbClr val="1F7A5A"/>
            </a:solidFill>
          </a:ln>
        </p:spPr>
      </p:sp>
      <p:sp>
        <p:nvSpPr>
          <p:cNvPr id="23" name="Shape 23">
            <a:extLst xmlns:a="http://schemas.openxmlformats.org/drawingml/2006/main">
              <a:ext uri="{FF2B5EF4-FFF2-40B4-BE49-F238E27FC236}">
                <a16:creationId xmlns:a16="http://schemas.microsoft.com/office/drawing/2014/main" id="{2E1C87D0-0805-4DDE-857A-5C3121041F44}"/>
              </a:ext>
            </a:extLst>
          </p:cNvPr>
          <p:cNvSpPr>
            <a:spLocks xmlns:a="http://schemas.openxmlformats.org/drawingml/2006/main" noGrp="1"/>
          </p:cNvSpPr>
          <p:nvPr/>
        </p:nvSpPr>
        <p:spPr>
          <a:xfrm xmlns:a="http://schemas.openxmlformats.org/drawingml/2006/main">
            <a:off x="7067550" y="2952750"/>
            <a:ext cx="419100" cy="4191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81" name="Picture 24"/>
          <p:cNvPicPr>
            <a:picLocks xmlns:a="http://schemas.openxmlformats.org/drawingml/2006/main" noChangeAspect="1"/>
          </p:cNvPicPr>
          <p:nvPr/>
        </p:nvPicPr>
        <p:blipFill>
          <a:blip xmlns:r="http://schemas.openxmlformats.org/officeDocument/2006/relationships" xmlns:a="http://schemas.openxmlformats.org/drawingml/2006/main" r:embed="R9385daab475e4daa"/>
          <a:stretch xmlns:a="http://schemas.openxmlformats.org/drawingml/2006/main">
            <a:fillRect l="0" t="0" r="0" b="0"/>
          </a:stretch>
        </p:blipFill>
        <p:spPr>
          <a:xfrm xmlns:a="http://schemas.openxmlformats.org/drawingml/2006/main">
            <a:off x="7172325" y="3057525"/>
            <a:ext cx="209550" cy="209550"/>
          </a:xfrm>
          <a:prstGeom xmlns:a="http://schemas.openxmlformats.org/drawingml/2006/main" prst="rect">
            <a:avLst/>
          </a:prstGeom>
          <a:ln xmlns:a="http://schemas.openxmlformats.org/drawingml/2006/main">
            <a:noFill/>
          </a:ln>
        </p:spPr>
      </p:pic>
      <p:sp>
        <p:nvSpPr>
          <p:cNvPr id="25" name="Text 25">
            <a:extLst xmlns:a="http://schemas.openxmlformats.org/drawingml/2006/main">
              <a:ext uri="{FF2B5EF4-FFF2-40B4-BE49-F238E27FC236}">
                <a16:creationId xmlns:a16="http://schemas.microsoft.com/office/drawing/2014/main" id="{FABBB23F-1C4D-4847-92EB-5F2F99C39193}"/>
              </a:ext>
            </a:extLst>
          </p:cNvPr>
          <p:cNvSpPr>
            <a:spLocks xmlns:a="http://schemas.openxmlformats.org/drawingml/2006/main" noGrp="1"/>
          </p:cNvSpPr>
          <p:nvPr/>
        </p:nvSpPr>
        <p:spPr>
          <a:xfrm xmlns:a="http://schemas.openxmlformats.org/drawingml/2006/main">
            <a:off x="7639050" y="2971800"/>
            <a:ext cx="363855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F7A5A"/>
                </a:solidFill>
                <a:latin typeface="Arial"/>
                <a:ea typeface="Arial"/>
                <a:cs typeface="Arial"/>
              </a:rPr>
              <a:t>PostgreSQL and pgvector integration</a:t>
            </a:r>
            <a:endParaRPr sz="1400"/>
          </a:p>
        </p:txBody>
      </p:sp>
      <p:sp>
        <p:nvSpPr>
          <p:cNvPr id="26" name="Shape 26">
            <a:extLst xmlns:a="http://schemas.openxmlformats.org/drawingml/2006/main">
              <a:ext uri="{FF2B5EF4-FFF2-40B4-BE49-F238E27FC236}">
                <a16:creationId xmlns:a16="http://schemas.microsoft.com/office/drawing/2014/main" id="{F2DFB6E2-929D-48B7-9B53-0B32714BA2AC}"/>
              </a:ext>
            </a:extLst>
          </p:cNvPr>
          <p:cNvSpPr>
            <a:spLocks xmlns:a="http://schemas.openxmlformats.org/drawingml/2006/main" noGrp="1"/>
          </p:cNvSpPr>
          <p:nvPr/>
        </p:nvSpPr>
        <p:spPr>
          <a:xfrm xmlns:a="http://schemas.openxmlformats.org/drawingml/2006/main">
            <a:off x="666750" y="3771900"/>
            <a:ext cx="4095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2A5B84"/>
            </a:solidFill>
          </a:ln>
        </p:spPr>
      </p:sp>
      <p:sp>
        <p:nvSpPr>
          <p:cNvPr id="27" name="Shape 27">
            <a:extLst xmlns:a="http://schemas.openxmlformats.org/drawingml/2006/main">
              <a:ext uri="{FF2B5EF4-FFF2-40B4-BE49-F238E27FC236}">
                <a16:creationId xmlns:a16="http://schemas.microsoft.com/office/drawing/2014/main" id="{F63FEACC-62A1-4289-A799-98A15D71EFFD}"/>
              </a:ext>
            </a:extLst>
          </p:cNvPr>
          <p:cNvSpPr>
            <a:spLocks xmlns:a="http://schemas.openxmlformats.org/drawingml/2006/main" noGrp="1"/>
          </p:cNvSpPr>
          <p:nvPr/>
        </p:nvSpPr>
        <p:spPr>
          <a:xfrm xmlns:a="http://schemas.openxmlformats.org/drawingml/2006/main">
            <a:off x="666750" y="3771900"/>
            <a:ext cx="76200" cy="609600"/>
          </a:xfrm>
          <a:prstGeom xmlns:a="http://schemas.openxmlformats.org/drawingml/2006/main" prst="rect">
            <a:avLst/>
          </a:prstGeom>
          <a:solidFill xmlns:a="http://schemas.openxmlformats.org/drawingml/2006/main">
            <a:srgbClr val="2A5B84"/>
          </a:solidFill>
          <a:ln xmlns:a="http://schemas.openxmlformats.org/drawingml/2006/main" w="12700">
            <a:solidFill>
              <a:srgbClr val="2A5B84"/>
            </a:solidFill>
          </a:ln>
        </p:spPr>
      </p:sp>
      <p:sp>
        <p:nvSpPr>
          <p:cNvPr id="28" name="Shape 28">
            <a:extLst xmlns:a="http://schemas.openxmlformats.org/drawingml/2006/main">
              <a:ext uri="{FF2B5EF4-FFF2-40B4-BE49-F238E27FC236}">
                <a16:creationId xmlns:a16="http://schemas.microsoft.com/office/drawing/2014/main" id="{E5904B2B-2D36-4867-B1DB-3D2C31662934}"/>
              </a:ext>
            </a:extLst>
          </p:cNvPr>
          <p:cNvSpPr>
            <a:spLocks xmlns:a="http://schemas.openxmlformats.org/drawingml/2006/main" noGrp="1"/>
          </p:cNvSpPr>
          <p:nvPr/>
        </p:nvSpPr>
        <p:spPr>
          <a:xfrm xmlns:a="http://schemas.openxmlformats.org/drawingml/2006/main">
            <a:off x="876300" y="3867150"/>
            <a:ext cx="419100" cy="41910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2A5B84"/>
            </a:solidFill>
          </a:ln>
        </p:spPr>
      </p:sp>
      <p:pic>
        <p:nvPicPr>
          <p:cNvPr id="86" name="Picture 29"/>
          <p:cNvPicPr>
            <a:picLocks xmlns:a="http://schemas.openxmlformats.org/drawingml/2006/main" noChangeAspect="1"/>
          </p:cNvPicPr>
          <p:nvPr/>
        </p:nvPicPr>
        <p:blipFill>
          <a:blip xmlns:r="http://schemas.openxmlformats.org/officeDocument/2006/relationships" xmlns:a="http://schemas.openxmlformats.org/drawingml/2006/main" r:embed="R59b4a38bc7984ce3"/>
          <a:stretch xmlns:a="http://schemas.openxmlformats.org/drawingml/2006/main">
            <a:fillRect l="0" t="0" r="0" b="0"/>
          </a:stretch>
        </p:blipFill>
        <p:spPr>
          <a:xfrm xmlns:a="http://schemas.openxmlformats.org/drawingml/2006/main">
            <a:off x="981075" y="3971925"/>
            <a:ext cx="209550" cy="20955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AB447C06-5D38-48E1-86B0-6F4655B4E8CF}"/>
              </a:ext>
            </a:extLst>
          </p:cNvPr>
          <p:cNvSpPr>
            <a:spLocks xmlns:a="http://schemas.openxmlformats.org/drawingml/2006/main" noGrp="1"/>
          </p:cNvSpPr>
          <p:nvPr/>
        </p:nvSpPr>
        <p:spPr>
          <a:xfrm xmlns:a="http://schemas.openxmlformats.org/drawingml/2006/main">
            <a:off x="1447800" y="3886200"/>
            <a:ext cx="30861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7212B"/>
                </a:solidFill>
                <a:latin typeface="Arial"/>
                <a:ea typeface="Arial"/>
                <a:cs typeface="Arial"/>
              </a:rPr>
              <a:t>Adapters preserve the application contract</a:t>
            </a:r>
            <a:endParaRPr sz="1400"/>
          </a:p>
        </p:txBody>
      </p:sp>
      <p:sp>
        <p:nvSpPr>
          <p:cNvPr id="31" name="Connector 31">
            <a:extLst xmlns:a="http://schemas.openxmlformats.org/drawingml/2006/main">
              <a:ext uri="{FF2B5EF4-FFF2-40B4-BE49-F238E27FC236}">
                <a16:creationId xmlns:a16="http://schemas.microsoft.com/office/drawing/2014/main" id="{AA26FC91-76E3-4E7F-ACC3-E429548FBC2C}"/>
              </a:ext>
            </a:extLst>
          </p:cNvPr>
          <p:cNvSpPr>
            <a:spLocks xmlns:a="http://schemas.openxmlformats.org/drawingml/2006/main" noGrp="1"/>
          </p:cNvSpPr>
          <p:nvPr/>
        </p:nvSpPr>
        <p:spPr>
          <a:xfrm xmlns:a="http://schemas.openxmlformats.org/drawingml/2006/main">
            <a:off x="4762500" y="4076700"/>
            <a:ext cx="2095500" cy="0"/>
          </a:xfrm>
          <a:prstGeom xmlns:a="http://schemas.openxmlformats.org/drawingml/2006/main" prst="line">
            <a:avLst/>
          </a:prstGeom>
          <a:ln xmlns:a="http://schemas.openxmlformats.org/drawingml/2006/main" w="38100">
            <a:solidFill>
              <a:srgbClr val="2A5B84"/>
            </a:solidFill>
            <a:tailEnd type="triangle"/>
          </a:ln>
        </p:spPr>
      </p:sp>
      <p:sp>
        <p:nvSpPr>
          <p:cNvPr id="32" name="Shape 32">
            <a:extLst xmlns:a="http://schemas.openxmlformats.org/drawingml/2006/main">
              <a:ext uri="{FF2B5EF4-FFF2-40B4-BE49-F238E27FC236}">
                <a16:creationId xmlns:a16="http://schemas.microsoft.com/office/drawing/2014/main" id="{2E2EB470-FABF-47E1-902D-3C67633CB42B}"/>
              </a:ext>
            </a:extLst>
          </p:cNvPr>
          <p:cNvSpPr>
            <a:spLocks xmlns:a="http://schemas.openxmlformats.org/drawingml/2006/main" noGrp="1"/>
          </p:cNvSpPr>
          <p:nvPr/>
        </p:nvSpPr>
        <p:spPr>
          <a:xfrm xmlns:a="http://schemas.openxmlformats.org/drawingml/2006/main">
            <a:off x="6858000" y="3771900"/>
            <a:ext cx="4667250" cy="609600"/>
          </a:xfrm>
          <a:prstGeom xmlns:a="http://schemas.openxmlformats.org/drawingml/2006/main" prst="rect">
            <a:avLst/>
          </a:prstGeom>
          <a:solidFill xmlns:a="http://schemas.openxmlformats.org/drawingml/2006/main">
            <a:srgbClr val="F4F6F8"/>
          </a:solidFill>
          <a:ln xmlns:a="http://schemas.openxmlformats.org/drawingml/2006/main" w="25400">
            <a:solidFill>
              <a:srgbClr val="2A5B84"/>
            </a:solidFill>
          </a:ln>
        </p:spPr>
      </p:sp>
      <p:sp>
        <p:nvSpPr>
          <p:cNvPr id="33" name="Shape 33">
            <a:extLst xmlns:a="http://schemas.openxmlformats.org/drawingml/2006/main">
              <a:ext uri="{FF2B5EF4-FFF2-40B4-BE49-F238E27FC236}">
                <a16:creationId xmlns:a16="http://schemas.microsoft.com/office/drawing/2014/main" id="{E9A48E84-21AA-4592-B718-B1B66DE76C3F}"/>
              </a:ext>
            </a:extLst>
          </p:cNvPr>
          <p:cNvSpPr>
            <a:spLocks xmlns:a="http://schemas.openxmlformats.org/drawingml/2006/main" noGrp="1"/>
          </p:cNvSpPr>
          <p:nvPr/>
        </p:nvSpPr>
        <p:spPr>
          <a:xfrm xmlns:a="http://schemas.openxmlformats.org/drawingml/2006/main">
            <a:off x="7067550" y="3867150"/>
            <a:ext cx="419100" cy="4191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91" name="Picture 34"/>
          <p:cNvPicPr>
            <a:picLocks xmlns:a="http://schemas.openxmlformats.org/drawingml/2006/main" noChangeAspect="1"/>
          </p:cNvPicPr>
          <p:nvPr/>
        </p:nvPicPr>
        <p:blipFill>
          <a:blip xmlns:r="http://schemas.openxmlformats.org/officeDocument/2006/relationships" xmlns:a="http://schemas.openxmlformats.org/drawingml/2006/main" r:embed="R174c02642a1e4784"/>
          <a:stretch xmlns:a="http://schemas.openxmlformats.org/drawingml/2006/main">
            <a:fillRect l="0" t="0" r="0" b="0"/>
          </a:stretch>
        </p:blipFill>
        <p:spPr>
          <a:xfrm xmlns:a="http://schemas.openxmlformats.org/drawingml/2006/main">
            <a:off x="7172325" y="3971925"/>
            <a:ext cx="209550" cy="209550"/>
          </a:xfrm>
          <a:prstGeom xmlns:a="http://schemas.openxmlformats.org/drawingml/2006/main" prst="rect">
            <a:avLst/>
          </a:prstGeom>
          <a:ln xmlns:a="http://schemas.openxmlformats.org/drawingml/2006/main">
            <a:noFill/>
          </a:ln>
        </p:spPr>
      </p:pic>
      <p:sp>
        <p:nvSpPr>
          <p:cNvPr id="35" name="Text 35">
            <a:extLst xmlns:a="http://schemas.openxmlformats.org/drawingml/2006/main">
              <a:ext uri="{FF2B5EF4-FFF2-40B4-BE49-F238E27FC236}">
                <a16:creationId xmlns:a16="http://schemas.microsoft.com/office/drawing/2014/main" id="{9516E5BA-449B-4295-A21E-A1862332B48A}"/>
              </a:ext>
            </a:extLst>
          </p:cNvPr>
          <p:cNvSpPr>
            <a:spLocks xmlns:a="http://schemas.openxmlformats.org/drawingml/2006/main" noGrp="1"/>
          </p:cNvSpPr>
          <p:nvPr/>
        </p:nvSpPr>
        <p:spPr>
          <a:xfrm xmlns:a="http://schemas.openxmlformats.org/drawingml/2006/main">
            <a:off x="7639050" y="3886200"/>
            <a:ext cx="363855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2A5B84"/>
                </a:solidFill>
                <a:latin typeface="Arial"/>
                <a:ea typeface="Arial"/>
                <a:cs typeface="Arial"/>
              </a:rPr>
              <a:t>Port contract tests across substitutions</a:t>
            </a:r>
            <a:endParaRPr sz="1400"/>
          </a:p>
        </p:txBody>
      </p:sp>
      <p:sp>
        <p:nvSpPr>
          <p:cNvPr id="36" name="Shape 36">
            <a:extLst xmlns:a="http://schemas.openxmlformats.org/drawingml/2006/main">
              <a:ext uri="{FF2B5EF4-FFF2-40B4-BE49-F238E27FC236}">
                <a16:creationId xmlns:a16="http://schemas.microsoft.com/office/drawing/2014/main" id="{2DBC51BE-D6F8-48E1-B021-C7B0CAAD277F}"/>
              </a:ext>
            </a:extLst>
          </p:cNvPr>
          <p:cNvSpPr>
            <a:spLocks xmlns:a="http://schemas.openxmlformats.org/drawingml/2006/main" noGrp="1"/>
          </p:cNvSpPr>
          <p:nvPr/>
        </p:nvSpPr>
        <p:spPr>
          <a:xfrm xmlns:a="http://schemas.openxmlformats.org/drawingml/2006/main">
            <a:off x="666750" y="4686300"/>
            <a:ext cx="4095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17212B"/>
            </a:solidFill>
          </a:ln>
        </p:spPr>
      </p:sp>
      <p:sp>
        <p:nvSpPr>
          <p:cNvPr id="37" name="Shape 37">
            <a:extLst xmlns:a="http://schemas.openxmlformats.org/drawingml/2006/main">
              <a:ext uri="{FF2B5EF4-FFF2-40B4-BE49-F238E27FC236}">
                <a16:creationId xmlns:a16="http://schemas.microsoft.com/office/drawing/2014/main" id="{296E0014-0C67-4AE4-B209-DD6F3434407D}"/>
              </a:ext>
            </a:extLst>
          </p:cNvPr>
          <p:cNvSpPr>
            <a:spLocks xmlns:a="http://schemas.openxmlformats.org/drawingml/2006/main" noGrp="1"/>
          </p:cNvSpPr>
          <p:nvPr/>
        </p:nvSpPr>
        <p:spPr>
          <a:xfrm xmlns:a="http://schemas.openxmlformats.org/drawingml/2006/main">
            <a:off x="666750" y="4686300"/>
            <a:ext cx="76200" cy="609600"/>
          </a:xfrm>
          <a:prstGeom xmlns:a="http://schemas.openxmlformats.org/drawingml/2006/main" prst="rect">
            <a:avLst/>
          </a:prstGeom>
          <a:solidFill xmlns:a="http://schemas.openxmlformats.org/drawingml/2006/main">
            <a:srgbClr val="17212B"/>
          </a:solidFill>
          <a:ln xmlns:a="http://schemas.openxmlformats.org/drawingml/2006/main" w="12700">
            <a:solidFill>
              <a:srgbClr val="17212B"/>
            </a:solidFill>
          </a:ln>
        </p:spPr>
      </p:sp>
      <p:sp>
        <p:nvSpPr>
          <p:cNvPr id="38" name="Shape 38">
            <a:extLst xmlns:a="http://schemas.openxmlformats.org/drawingml/2006/main">
              <a:ext uri="{FF2B5EF4-FFF2-40B4-BE49-F238E27FC236}">
                <a16:creationId xmlns:a16="http://schemas.microsoft.com/office/drawing/2014/main" id="{8913068A-364F-488F-8EDE-DF9CA1EC244C}"/>
              </a:ext>
            </a:extLst>
          </p:cNvPr>
          <p:cNvSpPr>
            <a:spLocks xmlns:a="http://schemas.openxmlformats.org/drawingml/2006/main" noGrp="1"/>
          </p:cNvSpPr>
          <p:nvPr/>
        </p:nvSpPr>
        <p:spPr>
          <a:xfrm xmlns:a="http://schemas.openxmlformats.org/drawingml/2006/main">
            <a:off x="876300" y="4781550"/>
            <a:ext cx="419100" cy="41910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7212B"/>
            </a:solidFill>
          </a:ln>
        </p:spPr>
      </p:sp>
      <p:pic>
        <p:nvPicPr>
          <p:cNvPr id="96" name="Picture 39"/>
          <p:cNvPicPr>
            <a:picLocks xmlns:a="http://schemas.openxmlformats.org/drawingml/2006/main" noChangeAspect="1"/>
          </p:cNvPicPr>
          <p:nvPr/>
        </p:nvPicPr>
        <p:blipFill>
          <a:blip xmlns:r="http://schemas.openxmlformats.org/officeDocument/2006/relationships" xmlns:a="http://schemas.openxmlformats.org/drawingml/2006/main" r:embed="Rf4114054d75240f4"/>
          <a:stretch xmlns:a="http://schemas.openxmlformats.org/drawingml/2006/main">
            <a:fillRect l="0" t="0" r="0" b="0"/>
          </a:stretch>
        </p:blipFill>
        <p:spPr>
          <a:xfrm xmlns:a="http://schemas.openxmlformats.org/drawingml/2006/main">
            <a:off x="981075" y="4886325"/>
            <a:ext cx="209550" cy="209550"/>
          </a:xfrm>
          <a:prstGeom xmlns:a="http://schemas.openxmlformats.org/drawingml/2006/main" prst="rect">
            <a:avLst/>
          </a:prstGeom>
          <a:ln xmlns:a="http://schemas.openxmlformats.org/drawingml/2006/main">
            <a:noFill/>
          </a:ln>
        </p:spPr>
      </p:pic>
      <p:sp>
        <p:nvSpPr>
          <p:cNvPr id="40" name="Text 40">
            <a:extLst xmlns:a="http://schemas.openxmlformats.org/drawingml/2006/main">
              <a:ext uri="{FF2B5EF4-FFF2-40B4-BE49-F238E27FC236}">
                <a16:creationId xmlns:a16="http://schemas.microsoft.com/office/drawing/2014/main" id="{EB654B47-10FA-4D62-8F6C-B2C41F25AB83}"/>
              </a:ext>
            </a:extLst>
          </p:cNvPr>
          <p:cNvSpPr>
            <a:spLocks xmlns:a="http://schemas.openxmlformats.org/drawingml/2006/main" noGrp="1"/>
          </p:cNvSpPr>
          <p:nvPr/>
        </p:nvSpPr>
        <p:spPr>
          <a:xfrm xmlns:a="http://schemas.openxmlformats.org/drawingml/2006/main">
            <a:off x="1447800" y="4800600"/>
            <a:ext cx="30861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7212B"/>
                </a:solidFill>
                <a:latin typeface="Arial"/>
                <a:ea typeface="Arial"/>
                <a:cs typeface="Arial"/>
              </a:rPr>
              <a:t>Scores remain bounded and repeatable</a:t>
            </a:r>
            <a:endParaRPr sz="1400"/>
          </a:p>
        </p:txBody>
      </p:sp>
      <p:sp>
        <p:nvSpPr>
          <p:cNvPr id="41" name="Connector 41">
            <a:extLst xmlns:a="http://schemas.openxmlformats.org/drawingml/2006/main">
              <a:ext uri="{FF2B5EF4-FFF2-40B4-BE49-F238E27FC236}">
                <a16:creationId xmlns:a16="http://schemas.microsoft.com/office/drawing/2014/main" id="{02235230-078D-4E2E-9DCB-799615F802F8}"/>
              </a:ext>
            </a:extLst>
          </p:cNvPr>
          <p:cNvSpPr>
            <a:spLocks xmlns:a="http://schemas.openxmlformats.org/drawingml/2006/main" noGrp="1"/>
          </p:cNvSpPr>
          <p:nvPr/>
        </p:nvSpPr>
        <p:spPr>
          <a:xfrm xmlns:a="http://schemas.openxmlformats.org/drawingml/2006/main">
            <a:off x="4762500" y="4991100"/>
            <a:ext cx="2095500" cy="0"/>
          </a:xfrm>
          <a:prstGeom xmlns:a="http://schemas.openxmlformats.org/drawingml/2006/main" prst="line">
            <a:avLst/>
          </a:prstGeom>
          <a:ln xmlns:a="http://schemas.openxmlformats.org/drawingml/2006/main" w="38100">
            <a:solidFill>
              <a:srgbClr val="17212B"/>
            </a:solidFill>
            <a:tailEnd type="triangle"/>
          </a:ln>
        </p:spPr>
      </p:sp>
      <p:sp>
        <p:nvSpPr>
          <p:cNvPr id="42" name="Shape 42">
            <a:extLst xmlns:a="http://schemas.openxmlformats.org/drawingml/2006/main">
              <a:ext uri="{FF2B5EF4-FFF2-40B4-BE49-F238E27FC236}">
                <a16:creationId xmlns:a16="http://schemas.microsoft.com/office/drawing/2014/main" id="{B758FAEB-0C09-453B-AACD-1F9A7EC26D34}"/>
              </a:ext>
            </a:extLst>
          </p:cNvPr>
          <p:cNvSpPr>
            <a:spLocks xmlns:a="http://schemas.openxmlformats.org/drawingml/2006/main" noGrp="1"/>
          </p:cNvSpPr>
          <p:nvPr/>
        </p:nvSpPr>
        <p:spPr>
          <a:xfrm xmlns:a="http://schemas.openxmlformats.org/drawingml/2006/main">
            <a:off x="6858000" y="4686300"/>
            <a:ext cx="4667250" cy="609600"/>
          </a:xfrm>
          <a:prstGeom xmlns:a="http://schemas.openxmlformats.org/drawingml/2006/main" prst="rect">
            <a:avLst/>
          </a:prstGeom>
          <a:solidFill xmlns:a="http://schemas.openxmlformats.org/drawingml/2006/main">
            <a:srgbClr val="F4F6F8"/>
          </a:solidFill>
          <a:ln xmlns:a="http://schemas.openxmlformats.org/drawingml/2006/main" w="25400">
            <a:solidFill>
              <a:srgbClr val="17212B"/>
            </a:solidFill>
          </a:ln>
        </p:spPr>
      </p:sp>
      <p:sp>
        <p:nvSpPr>
          <p:cNvPr id="43" name="Shape 43">
            <a:extLst xmlns:a="http://schemas.openxmlformats.org/drawingml/2006/main">
              <a:ext uri="{FF2B5EF4-FFF2-40B4-BE49-F238E27FC236}">
                <a16:creationId xmlns:a16="http://schemas.microsoft.com/office/drawing/2014/main" id="{1455E561-2C52-4E34-A8B7-43A10DA2B4AD}"/>
              </a:ext>
            </a:extLst>
          </p:cNvPr>
          <p:cNvSpPr>
            <a:spLocks xmlns:a="http://schemas.openxmlformats.org/drawingml/2006/main" noGrp="1"/>
          </p:cNvSpPr>
          <p:nvPr/>
        </p:nvSpPr>
        <p:spPr>
          <a:xfrm xmlns:a="http://schemas.openxmlformats.org/drawingml/2006/main">
            <a:off x="7067550" y="4781550"/>
            <a:ext cx="419100" cy="4191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7212B"/>
            </a:solidFill>
          </a:ln>
        </p:spPr>
      </p:sp>
      <p:pic>
        <p:nvPicPr>
          <p:cNvPr id="101" name="Picture 44"/>
          <p:cNvPicPr>
            <a:picLocks xmlns:a="http://schemas.openxmlformats.org/drawingml/2006/main" noChangeAspect="1"/>
          </p:cNvPicPr>
          <p:nvPr/>
        </p:nvPicPr>
        <p:blipFill>
          <a:blip xmlns:r="http://schemas.openxmlformats.org/officeDocument/2006/relationships" xmlns:a="http://schemas.openxmlformats.org/drawingml/2006/main" r:embed="R6df1d63150fe49a4"/>
          <a:stretch xmlns:a="http://schemas.openxmlformats.org/drawingml/2006/main">
            <a:fillRect l="0" t="0" r="0" b="0"/>
          </a:stretch>
        </p:blipFill>
        <p:spPr>
          <a:xfrm xmlns:a="http://schemas.openxmlformats.org/drawingml/2006/main">
            <a:off x="7172325" y="4886325"/>
            <a:ext cx="209550" cy="209550"/>
          </a:xfrm>
          <a:prstGeom xmlns:a="http://schemas.openxmlformats.org/drawingml/2006/main" prst="rect">
            <a:avLst/>
          </a:prstGeom>
          <a:ln xmlns:a="http://schemas.openxmlformats.org/drawingml/2006/main">
            <a:noFill/>
          </a:ln>
        </p:spPr>
      </p:pic>
      <p:sp>
        <p:nvSpPr>
          <p:cNvPr id="45" name="Text 45">
            <a:extLst xmlns:a="http://schemas.openxmlformats.org/drawingml/2006/main">
              <a:ext uri="{FF2B5EF4-FFF2-40B4-BE49-F238E27FC236}">
                <a16:creationId xmlns:a16="http://schemas.microsoft.com/office/drawing/2014/main" id="{B4E14A11-16E2-4EC3-A025-28AAE5D697FD}"/>
              </a:ext>
            </a:extLst>
          </p:cNvPr>
          <p:cNvSpPr>
            <a:spLocks xmlns:a="http://schemas.openxmlformats.org/drawingml/2006/main" noGrp="1"/>
          </p:cNvSpPr>
          <p:nvPr/>
        </p:nvSpPr>
        <p:spPr>
          <a:xfrm xmlns:a="http://schemas.openxmlformats.org/drawingml/2006/main">
            <a:off x="7639050" y="4800600"/>
            <a:ext cx="363855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7212B"/>
                </a:solidFill>
                <a:latin typeface="Arial"/>
                <a:ea typeface="Arial"/>
                <a:cs typeface="Arial"/>
              </a:rPr>
              <a:t>Unit and property tests</a:t>
            </a:r>
            <a:endParaRPr sz="1400"/>
          </a:p>
        </p:txBody>
      </p:sp>
      <p:sp>
        <p:nvSpPr>
          <p:cNvPr id="46" name="Shape 46">
            <a:extLst xmlns:a="http://schemas.openxmlformats.org/drawingml/2006/main">
              <a:ext uri="{FF2B5EF4-FFF2-40B4-BE49-F238E27FC236}">
                <a16:creationId xmlns:a16="http://schemas.microsoft.com/office/drawing/2014/main" id="{75745366-AA06-48F5-BD98-72416F32C58F}"/>
              </a:ext>
            </a:extLst>
          </p:cNvPr>
          <p:cNvSpPr>
            <a:spLocks xmlns:a="http://schemas.openxmlformats.org/drawingml/2006/main" noGrp="1"/>
          </p:cNvSpPr>
          <p:nvPr/>
        </p:nvSpPr>
        <p:spPr>
          <a:xfrm xmlns:a="http://schemas.openxmlformats.org/drawingml/2006/main">
            <a:off x="1524000" y="5695950"/>
            <a:ext cx="9144000" cy="45720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sp>
        <p:nvSpPr>
          <p:cNvPr id="47" name="Text 47">
            <a:extLst xmlns:a="http://schemas.openxmlformats.org/drawingml/2006/main">
              <a:ext uri="{FF2B5EF4-FFF2-40B4-BE49-F238E27FC236}">
                <a16:creationId xmlns:a16="http://schemas.microsoft.com/office/drawing/2014/main" id="{0B23010A-899E-46A6-817A-271B8DEFB05C}"/>
              </a:ext>
            </a:extLst>
          </p:cNvPr>
          <p:cNvSpPr>
            <a:spLocks xmlns:a="http://schemas.openxmlformats.org/drawingml/2006/main" noGrp="1"/>
          </p:cNvSpPr>
          <p:nvPr/>
        </p:nvSpPr>
        <p:spPr>
          <a:xfrm xmlns:a="http://schemas.openxmlformats.org/drawingml/2006/main">
            <a:off x="1733550" y="5810250"/>
            <a:ext cx="8724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981B1E"/>
                </a:solidFill>
                <a:latin typeface="Arial"/>
                <a:ea typeface="Arial"/>
                <a:cs typeface="Arial"/>
              </a:rPr>
              <a:t>Traceability: SRS and design IDs, test markers, workflow artifact and exact source SHA</a:t>
            </a:r>
            <a:endParaRPr sz="1300"/>
          </a:p>
        </p:txBody>
      </p:sp>
      <p:sp>
        <p:nvSpPr>
          <p:cNvPr id="48" name="Connector 48">
            <a:extLst xmlns:a="http://schemas.openxmlformats.org/drawingml/2006/main">
              <a:ext uri="{FF2B5EF4-FFF2-40B4-BE49-F238E27FC236}">
                <a16:creationId xmlns:a16="http://schemas.microsoft.com/office/drawing/2014/main" id="{F6390907-A83B-41FC-8287-001DE089FC17}"/>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49" name="Text 49">
            <a:extLst xmlns:a="http://schemas.openxmlformats.org/drawingml/2006/main">
              <a:ext uri="{FF2B5EF4-FFF2-40B4-BE49-F238E27FC236}">
                <a16:creationId xmlns:a16="http://schemas.microsoft.com/office/drawing/2014/main" id="{3B07F8A7-6409-41D0-865C-18B8358CDD17}"/>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50" name="Text 50">
            <a:extLst xmlns:a="http://schemas.openxmlformats.org/drawingml/2006/main">
              <a:ext uri="{FF2B5EF4-FFF2-40B4-BE49-F238E27FC236}">
                <a16:creationId xmlns:a16="http://schemas.microsoft.com/office/drawing/2014/main" id="{CFF285AE-02F5-4C41-B383-757969617317}"/>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H</a:t>
            </a:r>
            <a:endParaRPr sz="1000"/>
          </a:p>
        </p:txBody>
      </p:sp>
    </p:spTree>
    <p:extLst>
      <p:ext uri="{BB962C8B-B14F-4D97-AF65-F5344CB8AC3E}">
        <p14:creationId xmlns:p14="http://schemas.microsoft.com/office/powerpoint/2010/main" val="675529081"/>
      </p:ext>
    </p:extLst>
  </p:cSld>
</p:sld>
</file>

<file path=ppt/theme/theme1.xml><?xml version="1.0" encoding="utf-8"?>
<a:theme xmlns:a="http://schemas.openxmlformats.org/drawingml/2006/main" name="SpecGraph">
  <a:themeElements>
    <a:clrScheme name="SpecGraph">
      <a:dk1>
        <a:srgbClr val="101820"/>
      </a:dk1>
      <a:lt1>
        <a:srgbClr val="FFFFFF"/>
      </a:lt1>
      <a:dk2>
        <a:srgbClr val="17212B"/>
      </a:dk2>
      <a:lt2>
        <a:srgbClr val="F4F6F8"/>
      </a:lt2>
      <a:accent1>
        <a:srgbClr val="D71920"/>
      </a:accent1>
      <a:accent2>
        <a:srgbClr val="2A5B84"/>
      </a:accent2>
      <a:accent3>
        <a:srgbClr val="1F7A5A"/>
      </a:accent3>
      <a:accent4>
        <a:srgbClr val="B46B13"/>
      </a:accent4>
      <a:accent5>
        <a:srgbClr val="667984"/>
      </a:accent5>
      <a:accent6>
        <a:srgbClr val="977176"/>
      </a:accent6>
      <a:hlink>
        <a:srgbClr val="0563C1"/>
      </a:hlink>
      <a:folHlink>
        <a:srgbClr val="954F72"/>
      </a:folHlink>
    </a:clrScheme>
    <a:fontScheme name="Arial">
      <a:majorFont>
        <a:latin typeface="Arial"/>
        <a:ea typeface=""/>
        <a:cs typeface=""/>
      </a:majorFont>
      <a:minorFont>
        <a:latin typeface="Arial"/>
        <a:ea typeface=""/>
        <a:cs typeface=""/>
      </a:minorFont>
    </a:fontScheme>
    <a:fmtScheme name="SpecGraph">
      <a:fillStyleLst>
        <a:solidFill>
          <a:srgbClr val="D71920"/>
        </a:solidFill>
        <a:solidFill>
          <a:srgbClr val="17212B"/>
        </a:solidFill>
        <a:solidFill>
          <a:srgbClr val="F4F6F8"/>
        </a:solidFill>
      </a:fillStyleLst>
      <a:lnStyleLst>
        <a:ln w="12700">
          <a:solidFill>
            <a:srgbClr val="17212B"/>
          </a:solidFill>
        </a:ln>
        <a:ln w="25400">
          <a:solidFill>
            <a:srgbClr val="D71920"/>
          </a:solidFill>
        </a:ln>
        <a:ln w="12700">
          <a:solidFill>
            <a:srgbClr val="D9DEE3"/>
          </a:solidFill>
        </a:ln>
      </a:lnStyleLst>
      <a:effectStyleLst>
        <a:effectStyle>
          <a:effectLst/>
        </a:effectStyle>
        <a:effectStyle>
          <a:effectLst/>
        </a:effectStyle>
        <a:effectStyle>
          <a:effectLst/>
        </a:effectStyle>
      </a:effectStyleLst>
      <a:bgFillStyleLst>
        <a:solidFill>
          <a:srgbClr val="FFFFFF"/>
        </a:solidFill>
        <a:solidFill>
          <a:srgbClr val="F4F6F8"/>
        </a:solidFill>
        <a:solidFill>
          <a:srgbClr val="101820"/>
        </a:soli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2026-09-06T16:43:31.9100000Z</dcterms:created>
  <dcterms:modified xsi:type="dcterms:W3CDTF">2026-09-06T16:43:31.9100000Z</dcterms:modified>
</coreProperties>
</file>